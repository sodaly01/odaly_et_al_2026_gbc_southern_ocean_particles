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sldIdLst>
    <p:sldId id="258" r:id="rId2"/>
    <p:sldId id="259" r:id="rId3"/>
    <p:sldId id="257" r:id="rId4"/>
    <p:sldId id="256" r:id="rId5"/>
  </p:sldIdLst>
  <p:sldSz cx="15544800" cy="54864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94660"/>
  </p:normalViewPr>
  <p:slideViewPr>
    <p:cSldViewPr snapToGrid="0">
      <p:cViewPr varScale="1">
        <p:scale>
          <a:sx n="94" d="100"/>
          <a:sy n="94" d="100"/>
        </p:scale>
        <p:origin x="126" y="7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5AC5078-9F9D-4336-BCBA-BA50D1A09D13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942975" y="1143000"/>
            <a:ext cx="874395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A24B489-4308-4EDC-94EB-D96DEC519E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80143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5560B3-6C06-B559-8C5F-D824B873D2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6374DAF-2EB8-4742-148D-87156DAFC54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97743C5-53B8-F1C1-30B0-88C5B6B0F7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1/6/2026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F370A7-25E8-E1A6-F078-0159E5FD056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24B489-4308-4EDC-94EB-D96DEC519EE5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554575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9156F8-78C9-7FB2-3F2E-D0F88F4A49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4508D27-FE1A-9F0B-B54C-B1040A201F3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EEFF82D-BF42-4ABA-BC70-77535DADE0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CEE76B-2950-C816-9022-097B6B7A1FB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24B489-4308-4EDC-94EB-D96DEC519EE5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81706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67B553-127D-457D-2508-77B9FBC329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4437FD1-9F58-C283-977C-487EE657E17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8818990-5189-42A8-D821-97349320B3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F917EA-371E-BAEC-0814-9A9F5DEB5E0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24B489-4308-4EDC-94EB-D96DEC519EE5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60973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24B489-4308-4EDC-94EB-D96DEC519EE5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31430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43100" y="897890"/>
            <a:ext cx="11658600" cy="1910080"/>
          </a:xfrm>
        </p:spPr>
        <p:txBody>
          <a:bodyPr anchor="b"/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43100" y="2881630"/>
            <a:ext cx="11658600" cy="1324610"/>
          </a:xfrm>
        </p:spPr>
        <p:txBody>
          <a:bodyPr/>
          <a:lstStyle>
            <a:lvl1pPr marL="0" indent="0" algn="ctr">
              <a:buNone/>
              <a:defRPr sz="1920"/>
            </a:lvl1pPr>
            <a:lvl2pPr marL="365760" indent="0" algn="ctr">
              <a:buNone/>
              <a:defRPr sz="1600"/>
            </a:lvl2pPr>
            <a:lvl3pPr marL="731520" indent="0" algn="ctr">
              <a:buNone/>
              <a:defRPr sz="1440"/>
            </a:lvl3pPr>
            <a:lvl4pPr marL="1097280" indent="0" algn="ctr">
              <a:buNone/>
              <a:defRPr sz="1280"/>
            </a:lvl4pPr>
            <a:lvl5pPr marL="1463040" indent="0" algn="ctr">
              <a:buNone/>
              <a:defRPr sz="1280"/>
            </a:lvl5pPr>
            <a:lvl6pPr marL="1828800" indent="0" algn="ctr">
              <a:buNone/>
              <a:defRPr sz="1280"/>
            </a:lvl6pPr>
            <a:lvl7pPr marL="2194560" indent="0" algn="ctr">
              <a:buNone/>
              <a:defRPr sz="1280"/>
            </a:lvl7pPr>
            <a:lvl8pPr marL="2560320" indent="0" algn="ctr">
              <a:buNone/>
              <a:defRPr sz="1280"/>
            </a:lvl8pPr>
            <a:lvl9pPr marL="2926080" indent="0" algn="ctr">
              <a:buNone/>
              <a:defRPr sz="128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499AF-2FDB-4557-9412-4D1B809B1F4D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946056-C82A-4D89-844F-2A854EE2FE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03293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499AF-2FDB-4557-9412-4D1B809B1F4D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946056-C82A-4D89-844F-2A854EE2FE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83193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0609" y="1367791"/>
            <a:ext cx="13407390" cy="2282190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0609" y="3671571"/>
            <a:ext cx="13407390" cy="1200150"/>
          </a:xfrm>
        </p:spPr>
        <p:txBody>
          <a:bodyPr/>
          <a:lstStyle>
            <a:lvl1pPr marL="0" indent="0">
              <a:buNone/>
              <a:defRPr sz="1920">
                <a:solidFill>
                  <a:schemeClr val="tx1">
                    <a:tint val="82000"/>
                  </a:schemeClr>
                </a:solidFill>
              </a:defRPr>
            </a:lvl1pPr>
            <a:lvl2pPr marL="36576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2pPr>
            <a:lvl3pPr marL="731520" indent="0">
              <a:buNone/>
              <a:defRPr sz="1440">
                <a:solidFill>
                  <a:schemeClr val="tx1">
                    <a:tint val="82000"/>
                  </a:schemeClr>
                </a:solidFill>
              </a:defRPr>
            </a:lvl3pPr>
            <a:lvl4pPr marL="1097280" indent="0">
              <a:buNone/>
              <a:defRPr sz="1280">
                <a:solidFill>
                  <a:schemeClr val="tx1">
                    <a:tint val="82000"/>
                  </a:schemeClr>
                </a:solidFill>
              </a:defRPr>
            </a:lvl4pPr>
            <a:lvl5pPr marL="1463040" indent="0">
              <a:buNone/>
              <a:defRPr sz="1280">
                <a:solidFill>
                  <a:schemeClr val="tx1">
                    <a:tint val="82000"/>
                  </a:schemeClr>
                </a:solidFill>
              </a:defRPr>
            </a:lvl5pPr>
            <a:lvl6pPr marL="1828800" indent="0">
              <a:buNone/>
              <a:defRPr sz="1280">
                <a:solidFill>
                  <a:schemeClr val="tx1">
                    <a:tint val="82000"/>
                  </a:schemeClr>
                </a:solidFill>
              </a:defRPr>
            </a:lvl6pPr>
            <a:lvl7pPr marL="2194560" indent="0">
              <a:buNone/>
              <a:defRPr sz="1280">
                <a:solidFill>
                  <a:schemeClr val="tx1">
                    <a:tint val="82000"/>
                  </a:schemeClr>
                </a:solidFill>
              </a:defRPr>
            </a:lvl7pPr>
            <a:lvl8pPr marL="2560320" indent="0">
              <a:buNone/>
              <a:defRPr sz="1280">
                <a:solidFill>
                  <a:schemeClr val="tx1">
                    <a:tint val="82000"/>
                  </a:schemeClr>
                </a:solidFill>
              </a:defRPr>
            </a:lvl8pPr>
            <a:lvl9pPr marL="2926080" indent="0">
              <a:buNone/>
              <a:defRPr sz="128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499AF-2FDB-4557-9412-4D1B809B1F4D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946056-C82A-4D89-844F-2A854EE2FE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04158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8705" y="1460500"/>
            <a:ext cx="6606540" cy="348107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869555" y="1460500"/>
            <a:ext cx="6606540" cy="348107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499AF-2FDB-4557-9412-4D1B809B1F4D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946056-C82A-4D89-844F-2A854EE2FE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19483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0730" y="292101"/>
            <a:ext cx="13407390" cy="106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70731" y="1344930"/>
            <a:ext cx="6576178" cy="659130"/>
          </a:xfrm>
        </p:spPr>
        <p:txBody>
          <a:bodyPr anchor="b"/>
          <a:lstStyle>
            <a:lvl1pPr marL="0" indent="0">
              <a:buNone/>
              <a:defRPr sz="1920" b="1"/>
            </a:lvl1pPr>
            <a:lvl2pPr marL="365760" indent="0">
              <a:buNone/>
              <a:defRPr sz="1600" b="1"/>
            </a:lvl2pPr>
            <a:lvl3pPr marL="731520" indent="0">
              <a:buNone/>
              <a:defRPr sz="1440" b="1"/>
            </a:lvl3pPr>
            <a:lvl4pPr marL="1097280" indent="0">
              <a:buNone/>
              <a:defRPr sz="1280" b="1"/>
            </a:lvl4pPr>
            <a:lvl5pPr marL="1463040" indent="0">
              <a:buNone/>
              <a:defRPr sz="1280" b="1"/>
            </a:lvl5pPr>
            <a:lvl6pPr marL="1828800" indent="0">
              <a:buNone/>
              <a:defRPr sz="1280" b="1"/>
            </a:lvl6pPr>
            <a:lvl7pPr marL="2194560" indent="0">
              <a:buNone/>
              <a:defRPr sz="1280" b="1"/>
            </a:lvl7pPr>
            <a:lvl8pPr marL="2560320" indent="0">
              <a:buNone/>
              <a:defRPr sz="1280" b="1"/>
            </a:lvl8pPr>
            <a:lvl9pPr marL="2926080" indent="0">
              <a:buNone/>
              <a:defRPr sz="128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70731" y="2004060"/>
            <a:ext cx="6576178" cy="294767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869555" y="1344930"/>
            <a:ext cx="6608565" cy="659130"/>
          </a:xfrm>
        </p:spPr>
        <p:txBody>
          <a:bodyPr anchor="b"/>
          <a:lstStyle>
            <a:lvl1pPr marL="0" indent="0">
              <a:buNone/>
              <a:defRPr sz="1920" b="1"/>
            </a:lvl1pPr>
            <a:lvl2pPr marL="365760" indent="0">
              <a:buNone/>
              <a:defRPr sz="1600" b="1"/>
            </a:lvl2pPr>
            <a:lvl3pPr marL="731520" indent="0">
              <a:buNone/>
              <a:defRPr sz="1440" b="1"/>
            </a:lvl3pPr>
            <a:lvl4pPr marL="1097280" indent="0">
              <a:buNone/>
              <a:defRPr sz="1280" b="1"/>
            </a:lvl4pPr>
            <a:lvl5pPr marL="1463040" indent="0">
              <a:buNone/>
              <a:defRPr sz="1280" b="1"/>
            </a:lvl5pPr>
            <a:lvl6pPr marL="1828800" indent="0">
              <a:buNone/>
              <a:defRPr sz="1280" b="1"/>
            </a:lvl6pPr>
            <a:lvl7pPr marL="2194560" indent="0">
              <a:buNone/>
              <a:defRPr sz="1280" b="1"/>
            </a:lvl7pPr>
            <a:lvl8pPr marL="2560320" indent="0">
              <a:buNone/>
              <a:defRPr sz="1280" b="1"/>
            </a:lvl8pPr>
            <a:lvl9pPr marL="2926080" indent="0">
              <a:buNone/>
              <a:defRPr sz="128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869555" y="2004060"/>
            <a:ext cx="6608565" cy="294767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499AF-2FDB-4557-9412-4D1B809B1F4D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946056-C82A-4D89-844F-2A854EE2FE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22803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499AF-2FDB-4557-9412-4D1B809B1F4D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946056-C82A-4D89-844F-2A854EE2FE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08778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499AF-2FDB-4557-9412-4D1B809B1F4D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946056-C82A-4D89-844F-2A854EE2FE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839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0730" y="365760"/>
            <a:ext cx="5013602" cy="1280160"/>
          </a:xfrm>
        </p:spPr>
        <p:txBody>
          <a:bodyPr anchor="b"/>
          <a:lstStyle>
            <a:lvl1pPr>
              <a:defRPr sz="256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608565" y="789940"/>
            <a:ext cx="7869555" cy="3898900"/>
          </a:xfrm>
        </p:spPr>
        <p:txBody>
          <a:bodyPr/>
          <a:lstStyle>
            <a:lvl1pPr>
              <a:defRPr sz="2560"/>
            </a:lvl1pPr>
            <a:lvl2pPr>
              <a:defRPr sz="2240"/>
            </a:lvl2pPr>
            <a:lvl3pPr>
              <a:defRPr sz="192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70730" y="1645920"/>
            <a:ext cx="5013602" cy="3049270"/>
          </a:xfrm>
        </p:spPr>
        <p:txBody>
          <a:bodyPr/>
          <a:lstStyle>
            <a:lvl1pPr marL="0" indent="0">
              <a:buNone/>
              <a:defRPr sz="1280"/>
            </a:lvl1pPr>
            <a:lvl2pPr marL="365760" indent="0">
              <a:buNone/>
              <a:defRPr sz="1120"/>
            </a:lvl2pPr>
            <a:lvl3pPr marL="731520" indent="0">
              <a:buNone/>
              <a:defRPr sz="960"/>
            </a:lvl3pPr>
            <a:lvl4pPr marL="1097280" indent="0">
              <a:buNone/>
              <a:defRPr sz="800"/>
            </a:lvl4pPr>
            <a:lvl5pPr marL="1463040" indent="0">
              <a:buNone/>
              <a:defRPr sz="800"/>
            </a:lvl5pPr>
            <a:lvl6pPr marL="1828800" indent="0">
              <a:buNone/>
              <a:defRPr sz="800"/>
            </a:lvl6pPr>
            <a:lvl7pPr marL="2194560" indent="0">
              <a:buNone/>
              <a:defRPr sz="800"/>
            </a:lvl7pPr>
            <a:lvl8pPr marL="2560320" indent="0">
              <a:buNone/>
              <a:defRPr sz="800"/>
            </a:lvl8pPr>
            <a:lvl9pPr marL="2926080" indent="0">
              <a:buNone/>
              <a:defRPr sz="8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499AF-2FDB-4557-9412-4D1B809B1F4D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946056-C82A-4D89-844F-2A854EE2FE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0715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0730" y="365760"/>
            <a:ext cx="5013602" cy="1280160"/>
          </a:xfrm>
        </p:spPr>
        <p:txBody>
          <a:bodyPr anchor="b"/>
          <a:lstStyle>
            <a:lvl1pPr>
              <a:defRPr sz="256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608565" y="789940"/>
            <a:ext cx="7869555" cy="3898900"/>
          </a:xfrm>
        </p:spPr>
        <p:txBody>
          <a:bodyPr anchor="t"/>
          <a:lstStyle>
            <a:lvl1pPr marL="0" indent="0">
              <a:buNone/>
              <a:defRPr sz="2560"/>
            </a:lvl1pPr>
            <a:lvl2pPr marL="365760" indent="0">
              <a:buNone/>
              <a:defRPr sz="2240"/>
            </a:lvl2pPr>
            <a:lvl3pPr marL="731520" indent="0">
              <a:buNone/>
              <a:defRPr sz="1920"/>
            </a:lvl3pPr>
            <a:lvl4pPr marL="1097280" indent="0">
              <a:buNone/>
              <a:defRPr sz="1600"/>
            </a:lvl4pPr>
            <a:lvl5pPr marL="1463040" indent="0">
              <a:buNone/>
              <a:defRPr sz="1600"/>
            </a:lvl5pPr>
            <a:lvl6pPr marL="1828800" indent="0">
              <a:buNone/>
              <a:defRPr sz="1600"/>
            </a:lvl6pPr>
            <a:lvl7pPr marL="2194560" indent="0">
              <a:buNone/>
              <a:defRPr sz="1600"/>
            </a:lvl7pPr>
            <a:lvl8pPr marL="2560320" indent="0">
              <a:buNone/>
              <a:defRPr sz="1600"/>
            </a:lvl8pPr>
            <a:lvl9pPr marL="292608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70730" y="1645920"/>
            <a:ext cx="5013602" cy="3049270"/>
          </a:xfrm>
        </p:spPr>
        <p:txBody>
          <a:bodyPr/>
          <a:lstStyle>
            <a:lvl1pPr marL="0" indent="0">
              <a:buNone/>
              <a:defRPr sz="1280"/>
            </a:lvl1pPr>
            <a:lvl2pPr marL="365760" indent="0">
              <a:buNone/>
              <a:defRPr sz="1120"/>
            </a:lvl2pPr>
            <a:lvl3pPr marL="731520" indent="0">
              <a:buNone/>
              <a:defRPr sz="960"/>
            </a:lvl3pPr>
            <a:lvl4pPr marL="1097280" indent="0">
              <a:buNone/>
              <a:defRPr sz="800"/>
            </a:lvl4pPr>
            <a:lvl5pPr marL="1463040" indent="0">
              <a:buNone/>
              <a:defRPr sz="800"/>
            </a:lvl5pPr>
            <a:lvl6pPr marL="1828800" indent="0">
              <a:buNone/>
              <a:defRPr sz="800"/>
            </a:lvl6pPr>
            <a:lvl7pPr marL="2194560" indent="0">
              <a:buNone/>
              <a:defRPr sz="800"/>
            </a:lvl7pPr>
            <a:lvl8pPr marL="2560320" indent="0">
              <a:buNone/>
              <a:defRPr sz="800"/>
            </a:lvl8pPr>
            <a:lvl9pPr marL="2926080" indent="0">
              <a:buNone/>
              <a:defRPr sz="8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499AF-2FDB-4557-9412-4D1B809B1F4D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946056-C82A-4D89-844F-2A854EE2FE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52321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499AF-2FDB-4557-9412-4D1B809B1F4D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946056-C82A-4D89-844F-2A854EE2FE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41925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1124247" y="292100"/>
            <a:ext cx="3351848" cy="464947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8705" y="292100"/>
            <a:ext cx="9861233" cy="464947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499AF-2FDB-4557-9412-4D1B809B1F4D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946056-C82A-4D89-844F-2A854EE2FE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7557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8705" y="292101"/>
            <a:ext cx="13407390" cy="10604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8705" y="1460500"/>
            <a:ext cx="13407390" cy="34810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8705" y="5085080"/>
            <a:ext cx="3497580" cy="2921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6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79499AF-2FDB-4557-9412-4D1B809B1F4D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149215" y="5085080"/>
            <a:ext cx="5246370" cy="2921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6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78515" y="5085080"/>
            <a:ext cx="3497580" cy="2921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6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F946056-C82A-4D89-844F-2A854EE2FE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82815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731520" rtl="0" eaLnBrk="1" latinLnBrk="0" hangingPunct="1">
        <a:lnSpc>
          <a:spcPct val="90000"/>
        </a:lnSpc>
        <a:spcBef>
          <a:spcPct val="0"/>
        </a:spcBef>
        <a:buNone/>
        <a:defRPr sz="352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731520" rtl="0" eaLnBrk="1" latinLnBrk="0" hangingPunct="1">
        <a:lnSpc>
          <a:spcPct val="90000"/>
        </a:lnSpc>
        <a:spcBef>
          <a:spcPts val="800"/>
        </a:spcBef>
        <a:buFont typeface="Arial" panose="020B0604020202020204" pitchFamily="34" charset="0"/>
        <a:buChar char="•"/>
        <a:defRPr sz="224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182880" algn="l" defTabSz="731520" rtl="0" eaLnBrk="1" latinLnBrk="0" hangingPunct="1">
        <a:lnSpc>
          <a:spcPct val="90000"/>
        </a:lnSpc>
        <a:spcBef>
          <a:spcPts val="400"/>
        </a:spcBef>
        <a:buFont typeface="Arial" panose="020B0604020202020204" pitchFamily="34" charset="0"/>
        <a:buChar char="•"/>
        <a:defRPr sz="192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182880" algn="l" defTabSz="731520" rtl="0" eaLnBrk="1" latinLnBrk="0" hangingPunct="1">
        <a:lnSpc>
          <a:spcPct val="90000"/>
        </a:lnSpc>
        <a:spcBef>
          <a:spcPts val="4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280160" indent="-182880" algn="l" defTabSz="731520" rtl="0" eaLnBrk="1" latinLnBrk="0" hangingPunct="1">
        <a:lnSpc>
          <a:spcPct val="90000"/>
        </a:lnSpc>
        <a:spcBef>
          <a:spcPts val="400"/>
        </a:spcBef>
        <a:buFont typeface="Arial" panose="020B0604020202020204" pitchFamily="34" charset="0"/>
        <a:buChar char="•"/>
        <a:defRPr sz="1440" kern="1200">
          <a:solidFill>
            <a:schemeClr val="tx1"/>
          </a:solidFill>
          <a:latin typeface="+mn-lt"/>
          <a:ea typeface="+mn-ea"/>
          <a:cs typeface="+mn-cs"/>
        </a:defRPr>
      </a:lvl4pPr>
      <a:lvl5pPr marL="1645920" indent="-182880" algn="l" defTabSz="731520" rtl="0" eaLnBrk="1" latinLnBrk="0" hangingPunct="1">
        <a:lnSpc>
          <a:spcPct val="90000"/>
        </a:lnSpc>
        <a:spcBef>
          <a:spcPts val="400"/>
        </a:spcBef>
        <a:buFont typeface="Arial" panose="020B0604020202020204" pitchFamily="34" charset="0"/>
        <a:buChar char="•"/>
        <a:defRPr sz="1440" kern="1200">
          <a:solidFill>
            <a:schemeClr val="tx1"/>
          </a:solidFill>
          <a:latin typeface="+mn-lt"/>
          <a:ea typeface="+mn-ea"/>
          <a:cs typeface="+mn-cs"/>
        </a:defRPr>
      </a:lvl5pPr>
      <a:lvl6pPr marL="2011680" indent="-182880" algn="l" defTabSz="731520" rtl="0" eaLnBrk="1" latinLnBrk="0" hangingPunct="1">
        <a:lnSpc>
          <a:spcPct val="90000"/>
        </a:lnSpc>
        <a:spcBef>
          <a:spcPts val="400"/>
        </a:spcBef>
        <a:buFont typeface="Arial" panose="020B0604020202020204" pitchFamily="34" charset="0"/>
        <a:buChar char="•"/>
        <a:defRPr sz="1440" kern="1200">
          <a:solidFill>
            <a:schemeClr val="tx1"/>
          </a:solidFill>
          <a:latin typeface="+mn-lt"/>
          <a:ea typeface="+mn-ea"/>
          <a:cs typeface="+mn-cs"/>
        </a:defRPr>
      </a:lvl6pPr>
      <a:lvl7pPr marL="2377440" indent="-182880" algn="l" defTabSz="731520" rtl="0" eaLnBrk="1" latinLnBrk="0" hangingPunct="1">
        <a:lnSpc>
          <a:spcPct val="90000"/>
        </a:lnSpc>
        <a:spcBef>
          <a:spcPts val="400"/>
        </a:spcBef>
        <a:buFont typeface="Arial" panose="020B0604020202020204" pitchFamily="34" charset="0"/>
        <a:buChar char="•"/>
        <a:defRPr sz="1440" kern="1200">
          <a:solidFill>
            <a:schemeClr val="tx1"/>
          </a:solidFill>
          <a:latin typeface="+mn-lt"/>
          <a:ea typeface="+mn-ea"/>
          <a:cs typeface="+mn-cs"/>
        </a:defRPr>
      </a:lvl7pPr>
      <a:lvl8pPr marL="2743200" indent="-182880" algn="l" defTabSz="731520" rtl="0" eaLnBrk="1" latinLnBrk="0" hangingPunct="1">
        <a:lnSpc>
          <a:spcPct val="90000"/>
        </a:lnSpc>
        <a:spcBef>
          <a:spcPts val="400"/>
        </a:spcBef>
        <a:buFont typeface="Arial" panose="020B0604020202020204" pitchFamily="34" charset="0"/>
        <a:buChar char="•"/>
        <a:defRPr sz="1440" kern="1200">
          <a:solidFill>
            <a:schemeClr val="tx1"/>
          </a:solidFill>
          <a:latin typeface="+mn-lt"/>
          <a:ea typeface="+mn-ea"/>
          <a:cs typeface="+mn-cs"/>
        </a:defRPr>
      </a:lvl8pPr>
      <a:lvl9pPr marL="3108960" indent="-182880" algn="l" defTabSz="731520" rtl="0" eaLnBrk="1" latinLnBrk="0" hangingPunct="1">
        <a:lnSpc>
          <a:spcPct val="90000"/>
        </a:lnSpc>
        <a:spcBef>
          <a:spcPts val="400"/>
        </a:spcBef>
        <a:buFont typeface="Arial" panose="020B0604020202020204" pitchFamily="34" charset="0"/>
        <a:buChar char="•"/>
        <a:defRPr sz="144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31520" rtl="0" eaLnBrk="1" latinLnBrk="0" hangingPunct="1">
        <a:defRPr sz="1440" kern="1200">
          <a:solidFill>
            <a:schemeClr val="tx1"/>
          </a:solidFill>
          <a:latin typeface="+mn-lt"/>
          <a:ea typeface="+mn-ea"/>
          <a:cs typeface="+mn-cs"/>
        </a:defRPr>
      </a:lvl1pPr>
      <a:lvl2pPr marL="365760" algn="l" defTabSz="731520" rtl="0" eaLnBrk="1" latinLnBrk="0" hangingPunct="1">
        <a:defRPr sz="144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algn="l" defTabSz="731520" rtl="0" eaLnBrk="1" latinLnBrk="0" hangingPunct="1">
        <a:defRPr sz="144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algn="l" defTabSz="731520" rtl="0" eaLnBrk="1" latinLnBrk="0" hangingPunct="1">
        <a:defRPr sz="144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algn="l" defTabSz="731520" rtl="0" eaLnBrk="1" latinLnBrk="0" hangingPunct="1">
        <a:defRPr sz="1440" kern="1200">
          <a:solidFill>
            <a:schemeClr val="tx1"/>
          </a:solidFill>
          <a:latin typeface="+mn-lt"/>
          <a:ea typeface="+mn-ea"/>
          <a:cs typeface="+mn-cs"/>
        </a:defRPr>
      </a:lvl5pPr>
      <a:lvl6pPr marL="1828800" algn="l" defTabSz="731520" rtl="0" eaLnBrk="1" latinLnBrk="0" hangingPunct="1">
        <a:defRPr sz="1440" kern="1200">
          <a:solidFill>
            <a:schemeClr val="tx1"/>
          </a:solidFill>
          <a:latin typeface="+mn-lt"/>
          <a:ea typeface="+mn-ea"/>
          <a:cs typeface="+mn-cs"/>
        </a:defRPr>
      </a:lvl6pPr>
      <a:lvl7pPr marL="2194560" algn="l" defTabSz="731520" rtl="0" eaLnBrk="1" latinLnBrk="0" hangingPunct="1">
        <a:defRPr sz="1440" kern="1200">
          <a:solidFill>
            <a:schemeClr val="tx1"/>
          </a:solidFill>
          <a:latin typeface="+mn-lt"/>
          <a:ea typeface="+mn-ea"/>
          <a:cs typeface="+mn-cs"/>
        </a:defRPr>
      </a:lvl7pPr>
      <a:lvl8pPr marL="2560320" algn="l" defTabSz="731520" rtl="0" eaLnBrk="1" latinLnBrk="0" hangingPunct="1">
        <a:defRPr sz="1440" kern="1200">
          <a:solidFill>
            <a:schemeClr val="tx1"/>
          </a:solidFill>
          <a:latin typeface="+mn-lt"/>
          <a:ea typeface="+mn-ea"/>
          <a:cs typeface="+mn-cs"/>
        </a:defRPr>
      </a:lvl8pPr>
      <a:lvl9pPr marL="2926080" algn="l" defTabSz="731520" rtl="0" eaLnBrk="1" latinLnBrk="0" hangingPunct="1">
        <a:defRPr sz="144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1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6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1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6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openxmlformats.org/officeDocument/2006/relationships/image" Target="../media/image16.png"/><Relationship Id="rId18" Type="http://schemas.openxmlformats.org/officeDocument/2006/relationships/image" Target="../media/image20.png"/><Relationship Id="rId3" Type="http://schemas.openxmlformats.org/officeDocument/2006/relationships/image" Target="../media/image8.png"/><Relationship Id="rId21" Type="http://schemas.openxmlformats.org/officeDocument/2006/relationships/image" Target="../media/image4.png"/><Relationship Id="rId7" Type="http://schemas.openxmlformats.org/officeDocument/2006/relationships/image" Target="../media/image11.png"/><Relationship Id="rId12" Type="http://schemas.openxmlformats.org/officeDocument/2006/relationships/image" Target="../media/image15.png"/><Relationship Id="rId17" Type="http://schemas.openxmlformats.org/officeDocument/2006/relationships/image" Target="../media/image19.png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6.png"/><Relationship Id="rId20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11" Type="http://schemas.openxmlformats.org/officeDocument/2006/relationships/image" Target="../media/image14.png"/><Relationship Id="rId5" Type="http://schemas.openxmlformats.org/officeDocument/2006/relationships/image" Target="../media/image9.png"/><Relationship Id="rId15" Type="http://schemas.openxmlformats.org/officeDocument/2006/relationships/image" Target="../media/image18.png"/><Relationship Id="rId23" Type="http://schemas.openxmlformats.org/officeDocument/2006/relationships/image" Target="../media/image7.png"/><Relationship Id="rId10" Type="http://schemas.openxmlformats.org/officeDocument/2006/relationships/image" Target="../media/image2.png"/><Relationship Id="rId19" Type="http://schemas.openxmlformats.org/officeDocument/2006/relationships/image" Target="../media/image21.png"/><Relationship Id="rId4" Type="http://schemas.openxmlformats.org/officeDocument/2006/relationships/image" Target="../media/image1.png"/><Relationship Id="rId9" Type="http://schemas.openxmlformats.org/officeDocument/2006/relationships/image" Target="../media/image13.png"/><Relationship Id="rId14" Type="http://schemas.openxmlformats.org/officeDocument/2006/relationships/image" Target="../media/image17.png"/><Relationship Id="rId2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C1BC5F-9183-4012-2598-ABE2CCEC89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C3CC14F-7CB4-63FB-A7A3-4D5839094C36}"/>
              </a:ext>
            </a:extLst>
          </p:cNvPr>
          <p:cNvSpPr/>
          <p:nvPr/>
        </p:nvSpPr>
        <p:spPr>
          <a:xfrm>
            <a:off x="0" y="0"/>
            <a:ext cx="15544800" cy="5486400"/>
          </a:xfrm>
          <a:prstGeom prst="rect">
            <a:avLst/>
          </a:prstGeom>
          <a:gradFill>
            <a:gsLst>
              <a:gs pos="0">
                <a:schemeClr val="accent4">
                  <a:lumMod val="40000"/>
                  <a:lumOff val="60000"/>
                </a:schemeClr>
              </a:gs>
              <a:gs pos="38000">
                <a:schemeClr val="accent1">
                  <a:lumMod val="45000"/>
                  <a:lumOff val="55000"/>
                </a:schemeClr>
              </a:gs>
              <a:gs pos="71000">
                <a:schemeClr val="accent4">
                  <a:lumMod val="75000"/>
                </a:schemeClr>
              </a:gs>
              <a:gs pos="100000">
                <a:schemeClr val="accent4">
                  <a:lumMod val="5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4FA7187-B0F1-BCAD-B032-9D1971347BD2}"/>
              </a:ext>
            </a:extLst>
          </p:cNvPr>
          <p:cNvSpPr/>
          <p:nvPr/>
        </p:nvSpPr>
        <p:spPr>
          <a:xfrm>
            <a:off x="13691937" y="0"/>
            <a:ext cx="1828800" cy="5486400"/>
          </a:xfrm>
          <a:prstGeom prst="rect">
            <a:avLst/>
          </a:prstGeom>
          <a:gradFill>
            <a:gsLst>
              <a:gs pos="0">
                <a:schemeClr val="accent4">
                  <a:lumMod val="42000"/>
                  <a:lumOff val="58000"/>
                </a:schemeClr>
              </a:gs>
              <a:gs pos="38000">
                <a:schemeClr val="accent1">
                  <a:lumMod val="45000"/>
                  <a:lumOff val="55000"/>
                </a:schemeClr>
              </a:gs>
              <a:gs pos="71000">
                <a:schemeClr val="accent4">
                  <a:lumMod val="75000"/>
                </a:schemeClr>
              </a:gs>
              <a:gs pos="100000">
                <a:schemeClr val="accent4">
                  <a:lumMod val="5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A352842-35D8-5B4E-2A81-4DBAB64C98EA}"/>
              </a:ext>
            </a:extLst>
          </p:cNvPr>
          <p:cNvSpPr/>
          <p:nvPr/>
        </p:nvSpPr>
        <p:spPr>
          <a:xfrm>
            <a:off x="13781590" y="237744"/>
            <a:ext cx="1652043" cy="5029200"/>
          </a:xfrm>
          <a:prstGeom prst="rect">
            <a:avLst/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AA499FD-4FED-3287-7223-EA90A23C046A}"/>
              </a:ext>
            </a:extLst>
          </p:cNvPr>
          <p:cNvSpPr/>
          <p:nvPr/>
        </p:nvSpPr>
        <p:spPr>
          <a:xfrm>
            <a:off x="973662" y="-1"/>
            <a:ext cx="6182512" cy="5486399"/>
          </a:xfrm>
          <a:prstGeom prst="rect">
            <a:avLst/>
          </a:prstGeom>
          <a:gradFill>
            <a:gsLst>
              <a:gs pos="0">
                <a:srgbClr val="92D050"/>
              </a:gs>
              <a:gs pos="38000">
                <a:schemeClr val="accent1">
                  <a:lumMod val="45000"/>
                  <a:lumOff val="55000"/>
                </a:schemeClr>
              </a:gs>
              <a:gs pos="71000">
                <a:schemeClr val="accent4">
                  <a:lumMod val="75000"/>
                </a:schemeClr>
              </a:gs>
              <a:gs pos="100000">
                <a:schemeClr val="accent4">
                  <a:lumMod val="5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23DEA19-5297-A272-D86E-A758A0D80D71}"/>
              </a:ext>
            </a:extLst>
          </p:cNvPr>
          <p:cNvCxnSpPr>
            <a:cxnSpLocks/>
          </p:cNvCxnSpPr>
          <p:nvPr/>
        </p:nvCxnSpPr>
        <p:spPr>
          <a:xfrm>
            <a:off x="973662" y="0"/>
            <a:ext cx="0" cy="5486400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29873F0-7DDA-9A64-ACB0-9FA9A83B946D}"/>
              </a:ext>
            </a:extLst>
          </p:cNvPr>
          <p:cNvCxnSpPr>
            <a:cxnSpLocks/>
          </p:cNvCxnSpPr>
          <p:nvPr/>
        </p:nvCxnSpPr>
        <p:spPr>
          <a:xfrm>
            <a:off x="7155801" y="-4109"/>
            <a:ext cx="0" cy="5486400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FD1D1D35-3521-1D70-54F6-C4AC02C4288A}"/>
              </a:ext>
            </a:extLst>
          </p:cNvPr>
          <p:cNvCxnSpPr>
            <a:cxnSpLocks/>
          </p:cNvCxnSpPr>
          <p:nvPr/>
        </p:nvCxnSpPr>
        <p:spPr>
          <a:xfrm>
            <a:off x="7586499" y="0"/>
            <a:ext cx="0" cy="5486400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75332C5-4DB2-3E73-9BB5-BAAF502940CD}"/>
              </a:ext>
            </a:extLst>
          </p:cNvPr>
          <p:cNvCxnSpPr>
            <a:cxnSpLocks/>
          </p:cNvCxnSpPr>
          <p:nvPr/>
        </p:nvCxnSpPr>
        <p:spPr>
          <a:xfrm>
            <a:off x="13659043" y="0"/>
            <a:ext cx="0" cy="5486400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D3E7C1FC-05F3-2A26-C381-3C06310F3141}"/>
              </a:ext>
            </a:extLst>
          </p:cNvPr>
          <p:cNvSpPr txBox="1"/>
          <p:nvPr/>
        </p:nvSpPr>
        <p:spPr>
          <a:xfrm>
            <a:off x="14250295" y="293785"/>
            <a:ext cx="1319806" cy="50937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300" b="1" dirty="0">
                <a:solidFill>
                  <a:schemeClr val="bg1"/>
                </a:solidFill>
              </a:rPr>
              <a:t>Frontal boundary</a:t>
            </a:r>
          </a:p>
          <a:p>
            <a:pPr algn="ctr"/>
            <a:endParaRPr lang="en-US" sz="1300" b="1" dirty="0">
              <a:solidFill>
                <a:schemeClr val="bg1"/>
              </a:solidFill>
            </a:endParaRPr>
          </a:p>
          <a:p>
            <a:pPr algn="ctr"/>
            <a:r>
              <a:rPr lang="en-US" sz="1300" b="1" dirty="0">
                <a:solidFill>
                  <a:schemeClr val="bg1"/>
                </a:solidFill>
              </a:rPr>
              <a:t>Large, fluffy aggregate</a:t>
            </a:r>
          </a:p>
          <a:p>
            <a:pPr algn="ctr"/>
            <a:endParaRPr lang="en-US" sz="1300" b="1" dirty="0">
              <a:solidFill>
                <a:schemeClr val="bg1"/>
              </a:solidFill>
            </a:endParaRPr>
          </a:p>
          <a:p>
            <a:pPr algn="ctr"/>
            <a:r>
              <a:rPr lang="en-US" sz="1300" b="1" dirty="0">
                <a:solidFill>
                  <a:schemeClr val="bg1"/>
                </a:solidFill>
              </a:rPr>
              <a:t>Small </a:t>
            </a:r>
          </a:p>
          <a:p>
            <a:pPr algn="ctr"/>
            <a:r>
              <a:rPr lang="en-US" sz="1300" b="1" dirty="0">
                <a:solidFill>
                  <a:schemeClr val="bg1"/>
                </a:solidFill>
              </a:rPr>
              <a:t>particle</a:t>
            </a:r>
          </a:p>
          <a:p>
            <a:pPr algn="ctr"/>
            <a:endParaRPr lang="en-US" sz="1300" b="1" dirty="0">
              <a:solidFill>
                <a:schemeClr val="bg1"/>
              </a:solidFill>
            </a:endParaRPr>
          </a:p>
          <a:p>
            <a:pPr algn="ctr"/>
            <a:r>
              <a:rPr lang="en-US" sz="1300" b="1" dirty="0">
                <a:solidFill>
                  <a:schemeClr val="bg1"/>
                </a:solidFill>
              </a:rPr>
              <a:t>Dense aggregate</a:t>
            </a:r>
          </a:p>
          <a:p>
            <a:pPr algn="ctr"/>
            <a:endParaRPr lang="en-US" sz="1300" b="1" dirty="0">
              <a:solidFill>
                <a:schemeClr val="bg1"/>
              </a:solidFill>
            </a:endParaRPr>
          </a:p>
          <a:p>
            <a:pPr algn="ctr"/>
            <a:r>
              <a:rPr lang="en-US" sz="1300" b="1" dirty="0">
                <a:solidFill>
                  <a:schemeClr val="bg1"/>
                </a:solidFill>
              </a:rPr>
              <a:t>Fecal pellet</a:t>
            </a:r>
          </a:p>
          <a:p>
            <a:pPr algn="ctr"/>
            <a:endParaRPr lang="en-US" sz="1300" b="1" dirty="0">
              <a:solidFill>
                <a:schemeClr val="bg1"/>
              </a:solidFill>
            </a:endParaRPr>
          </a:p>
          <a:p>
            <a:pPr algn="ctr"/>
            <a:r>
              <a:rPr lang="en-US" sz="1300" b="1" dirty="0">
                <a:solidFill>
                  <a:schemeClr val="bg1"/>
                </a:solidFill>
              </a:rPr>
              <a:t>Crustacean zooplankton</a:t>
            </a:r>
          </a:p>
          <a:p>
            <a:pPr algn="ctr"/>
            <a:endParaRPr lang="en-US" sz="1300" b="1" dirty="0">
              <a:solidFill>
                <a:schemeClr val="bg1"/>
              </a:solidFill>
            </a:endParaRPr>
          </a:p>
          <a:p>
            <a:pPr algn="ctr"/>
            <a:r>
              <a:rPr lang="en-US" sz="1300" b="1" dirty="0">
                <a:solidFill>
                  <a:schemeClr val="bg1"/>
                </a:solidFill>
              </a:rPr>
              <a:t>Gelatinous zooplankton</a:t>
            </a:r>
          </a:p>
          <a:p>
            <a:pPr algn="ctr"/>
            <a:endParaRPr lang="en-US" sz="1300" b="1" dirty="0">
              <a:solidFill>
                <a:schemeClr val="bg1"/>
              </a:solidFill>
            </a:endParaRPr>
          </a:p>
          <a:p>
            <a:pPr algn="ctr"/>
            <a:r>
              <a:rPr lang="en-US" sz="1300" b="1" dirty="0">
                <a:solidFill>
                  <a:schemeClr val="bg1"/>
                </a:solidFill>
              </a:rPr>
              <a:t>Rhizarian protist</a:t>
            </a:r>
          </a:p>
          <a:p>
            <a:pPr algn="ctr"/>
            <a:endParaRPr lang="en-US" sz="1300" b="1" dirty="0">
              <a:solidFill>
                <a:schemeClr val="bg1"/>
              </a:solidFill>
            </a:endParaRPr>
          </a:p>
          <a:p>
            <a:pPr algn="ctr"/>
            <a:r>
              <a:rPr lang="en-US" sz="1300" b="1" dirty="0">
                <a:solidFill>
                  <a:schemeClr val="bg1"/>
                </a:solidFill>
              </a:rPr>
              <a:t>Sinking</a:t>
            </a:r>
          </a:p>
          <a:p>
            <a:pPr algn="r"/>
            <a:endParaRPr lang="en-US" sz="1300" b="1" dirty="0">
              <a:solidFill>
                <a:schemeClr val="bg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29E5044-FC26-BCF4-8D9C-B7E469DCDC05}"/>
              </a:ext>
            </a:extLst>
          </p:cNvPr>
          <p:cNvSpPr txBox="1"/>
          <p:nvPr/>
        </p:nvSpPr>
        <p:spPr>
          <a:xfrm rot="5400000">
            <a:off x="-2158479" y="2651389"/>
            <a:ext cx="526991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</a:rPr>
              <a:t>Surface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BFC1DCF-A3B9-48F5-62FF-ACF760EBCC05}"/>
              </a:ext>
            </a:extLst>
          </p:cNvPr>
          <p:cNvSpPr txBox="1"/>
          <p:nvPr/>
        </p:nvSpPr>
        <p:spPr>
          <a:xfrm rot="5400000">
            <a:off x="-1360095" y="2330108"/>
            <a:ext cx="365433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bg1"/>
                </a:solidFill>
              </a:rPr>
              <a:t>Mesopelagic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C7F0C50-8296-7B76-4E6B-C45C01CF4418}"/>
              </a:ext>
            </a:extLst>
          </p:cNvPr>
          <p:cNvSpPr txBox="1"/>
          <p:nvPr/>
        </p:nvSpPr>
        <p:spPr>
          <a:xfrm>
            <a:off x="7614846" y="-65794"/>
            <a:ext cx="29479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/>
              <a:t>b</a:t>
            </a:r>
          </a:p>
        </p:txBody>
      </p:sp>
      <p:sp>
        <p:nvSpPr>
          <p:cNvPr id="26" name="Arrow: Down 25">
            <a:extLst>
              <a:ext uri="{FF2B5EF4-FFF2-40B4-BE49-F238E27FC236}">
                <a16:creationId xmlns:a16="http://schemas.microsoft.com/office/drawing/2014/main" id="{3B48C2B7-7631-14ED-E980-13C6BA6A854C}"/>
              </a:ext>
            </a:extLst>
          </p:cNvPr>
          <p:cNvSpPr/>
          <p:nvPr/>
        </p:nvSpPr>
        <p:spPr>
          <a:xfrm>
            <a:off x="14037577" y="4758811"/>
            <a:ext cx="216962" cy="461665"/>
          </a:xfrm>
          <a:prstGeom prst="downArrow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6317C589-F61B-D5D5-ACB8-7F9567D79716}"/>
              </a:ext>
            </a:extLst>
          </p:cNvPr>
          <p:cNvCxnSpPr>
            <a:cxnSpLocks/>
          </p:cNvCxnSpPr>
          <p:nvPr/>
        </p:nvCxnSpPr>
        <p:spPr>
          <a:xfrm>
            <a:off x="14127150" y="341864"/>
            <a:ext cx="0" cy="362712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36" name="Picture 35" descr="A white circle with a black center&#10;&#10;AI-generated content may be incorrect.">
            <a:extLst>
              <a:ext uri="{FF2B5EF4-FFF2-40B4-BE49-F238E27FC236}">
                <a16:creationId xmlns:a16="http://schemas.microsoft.com/office/drawing/2014/main" id="{0D9525CB-BC30-2D9D-8EA4-3936C3C7C4B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491" t="29970" r="29588" b="28342"/>
          <a:stretch>
            <a:fillRect/>
          </a:stretch>
        </p:blipFill>
        <p:spPr>
          <a:xfrm>
            <a:off x="7969144" y="2696644"/>
            <a:ext cx="635602" cy="680081"/>
          </a:xfrm>
          <a:prstGeom prst="rect">
            <a:avLst/>
          </a:prstGeom>
        </p:spPr>
      </p:pic>
      <p:pic>
        <p:nvPicPr>
          <p:cNvPr id="50" name="Picture 49" descr="A black and white image of a sea creature&#10;&#10;AI-generated content may be incorrect.">
            <a:extLst>
              <a:ext uri="{FF2B5EF4-FFF2-40B4-BE49-F238E27FC236}">
                <a16:creationId xmlns:a16="http://schemas.microsoft.com/office/drawing/2014/main" id="{444F35D4-566E-C650-AE0B-41AD4692941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755" t="38662" r="37378" b="31491"/>
          <a:stretch>
            <a:fillRect/>
          </a:stretch>
        </p:blipFill>
        <p:spPr>
          <a:xfrm rot="7146351">
            <a:off x="12122872" y="1685637"/>
            <a:ext cx="723161" cy="707886"/>
          </a:xfrm>
          <a:prstGeom prst="rect">
            <a:avLst/>
          </a:prstGeom>
        </p:spPr>
      </p:pic>
      <p:pic>
        <p:nvPicPr>
          <p:cNvPr id="77" name="Picture 76" descr="A white object in the dark&#10;&#10;AI-generated content may be incorrect.">
            <a:extLst>
              <a:ext uri="{FF2B5EF4-FFF2-40B4-BE49-F238E27FC236}">
                <a16:creationId xmlns:a16="http://schemas.microsoft.com/office/drawing/2014/main" id="{F5F31D74-4525-1EFA-14B5-6D315724646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29130" y="1937307"/>
            <a:ext cx="869994" cy="800947"/>
          </a:xfrm>
          <a:prstGeom prst="rect">
            <a:avLst/>
          </a:prstGeom>
        </p:spPr>
      </p:pic>
      <p:pic>
        <p:nvPicPr>
          <p:cNvPr id="80" name="Picture 79" descr="A white object on a black background&#10;&#10;AI-generated content may be incorrect.">
            <a:extLst>
              <a:ext uri="{FF2B5EF4-FFF2-40B4-BE49-F238E27FC236}">
                <a16:creationId xmlns:a16="http://schemas.microsoft.com/office/drawing/2014/main" id="{9368393E-2A02-3FDC-6985-8B7BE067D54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305" t="29849" r="26290" b="9208"/>
          <a:stretch>
            <a:fillRect/>
          </a:stretch>
        </p:blipFill>
        <p:spPr>
          <a:xfrm flipV="1">
            <a:off x="8349790" y="2237544"/>
            <a:ext cx="97914" cy="142453"/>
          </a:xfrm>
          <a:prstGeom prst="rect">
            <a:avLst/>
          </a:prstGeom>
        </p:spPr>
      </p:pic>
      <p:pic>
        <p:nvPicPr>
          <p:cNvPr id="81" name="Picture 80" descr="A white object on a black background&#10;&#10;AI-generated content may be incorrect.">
            <a:extLst>
              <a:ext uri="{FF2B5EF4-FFF2-40B4-BE49-F238E27FC236}">
                <a16:creationId xmlns:a16="http://schemas.microsoft.com/office/drawing/2014/main" id="{C6CEED7A-C615-7361-A1BE-303B39601A0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305" t="29849" r="26290" b="9208"/>
          <a:stretch>
            <a:fillRect/>
          </a:stretch>
        </p:blipFill>
        <p:spPr>
          <a:xfrm flipV="1">
            <a:off x="14081882" y="1701888"/>
            <a:ext cx="84540" cy="122995"/>
          </a:xfrm>
          <a:prstGeom prst="rect">
            <a:avLst/>
          </a:prstGeom>
        </p:spPr>
      </p:pic>
      <p:pic>
        <p:nvPicPr>
          <p:cNvPr id="82" name="Picture 81" descr="A white blot of snow&#10;&#10;AI-generated content may be incorrect.">
            <a:extLst>
              <a:ext uri="{FF2B5EF4-FFF2-40B4-BE49-F238E27FC236}">
                <a16:creationId xmlns:a16="http://schemas.microsoft.com/office/drawing/2014/main" id="{49897142-6833-696D-F4A4-F2319219527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105" t="24109" r="13094" b="15652"/>
          <a:stretch>
            <a:fillRect/>
          </a:stretch>
        </p:blipFill>
        <p:spPr>
          <a:xfrm>
            <a:off x="13839116" y="848959"/>
            <a:ext cx="597116" cy="577772"/>
          </a:xfrm>
          <a:prstGeom prst="rect">
            <a:avLst/>
          </a:prstGeom>
        </p:spPr>
      </p:pic>
      <p:pic>
        <p:nvPicPr>
          <p:cNvPr id="83" name="Picture 82" descr="A black and white image of a comet in the sky&#10;&#10;AI-generated content may be incorrect.">
            <a:extLst>
              <a:ext uri="{FF2B5EF4-FFF2-40B4-BE49-F238E27FC236}">
                <a16:creationId xmlns:a16="http://schemas.microsoft.com/office/drawing/2014/main" id="{EAE3B4F4-345B-E27E-E658-E0B78856EEC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855" t="29191" r="25147" b="20283"/>
          <a:stretch>
            <a:fillRect/>
          </a:stretch>
        </p:blipFill>
        <p:spPr>
          <a:xfrm>
            <a:off x="13900914" y="2587838"/>
            <a:ext cx="478604" cy="411283"/>
          </a:xfrm>
          <a:prstGeom prst="rect">
            <a:avLst/>
          </a:prstGeom>
        </p:spPr>
      </p:pic>
      <p:pic>
        <p:nvPicPr>
          <p:cNvPr id="84" name="Picture 83" descr="A white circle with a black center&#10;&#10;AI-generated content may be incorrect.">
            <a:extLst>
              <a:ext uri="{FF2B5EF4-FFF2-40B4-BE49-F238E27FC236}">
                <a16:creationId xmlns:a16="http://schemas.microsoft.com/office/drawing/2014/main" id="{0FA028B8-3C52-4ABA-3F97-35597464D3E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491" t="29970" r="29588" b="28342"/>
          <a:stretch>
            <a:fillRect/>
          </a:stretch>
        </p:blipFill>
        <p:spPr>
          <a:xfrm>
            <a:off x="13925817" y="4234455"/>
            <a:ext cx="427455" cy="457368"/>
          </a:xfrm>
          <a:prstGeom prst="rect">
            <a:avLst/>
          </a:prstGeom>
        </p:spPr>
      </p:pic>
      <p:pic>
        <p:nvPicPr>
          <p:cNvPr id="85" name="Picture 84" descr="A black and white spider&#10;&#10;AI-generated content may be incorrect.">
            <a:extLst>
              <a:ext uri="{FF2B5EF4-FFF2-40B4-BE49-F238E27FC236}">
                <a16:creationId xmlns:a16="http://schemas.microsoft.com/office/drawing/2014/main" id="{42F7ED08-A867-3CE2-EC6B-5B40B80E6DE7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490" t="34761" r="25501" b="23956"/>
          <a:stretch>
            <a:fillRect/>
          </a:stretch>
        </p:blipFill>
        <p:spPr>
          <a:xfrm>
            <a:off x="13922797" y="3626174"/>
            <a:ext cx="459439" cy="547898"/>
          </a:xfrm>
          <a:prstGeom prst="rect">
            <a:avLst/>
          </a:prstGeom>
        </p:spPr>
      </p:pic>
      <p:pic>
        <p:nvPicPr>
          <p:cNvPr id="86" name="Picture 85" descr="A black and white image of a sea creature&#10;&#10;AI-generated content may be incorrect.">
            <a:extLst>
              <a:ext uri="{FF2B5EF4-FFF2-40B4-BE49-F238E27FC236}">
                <a16:creationId xmlns:a16="http://schemas.microsoft.com/office/drawing/2014/main" id="{9C0FA4C5-2EE4-EF0C-12C7-53371EEF707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755" t="38662" r="37378" b="31491"/>
          <a:stretch>
            <a:fillRect/>
          </a:stretch>
        </p:blipFill>
        <p:spPr>
          <a:xfrm rot="7146351">
            <a:off x="13815512" y="2925018"/>
            <a:ext cx="587710" cy="575296"/>
          </a:xfrm>
          <a:prstGeom prst="rect">
            <a:avLst/>
          </a:prstGeom>
        </p:spPr>
      </p:pic>
      <p:pic>
        <p:nvPicPr>
          <p:cNvPr id="91" name="Picture 90" descr="A black and white image of a sea creature&#10;&#10;AI-generated content may be incorrect.">
            <a:extLst>
              <a:ext uri="{FF2B5EF4-FFF2-40B4-BE49-F238E27FC236}">
                <a16:creationId xmlns:a16="http://schemas.microsoft.com/office/drawing/2014/main" id="{9EF841DF-9407-0136-CF42-C1BF39A2A4A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755" t="38662" r="37378" b="31491"/>
          <a:stretch>
            <a:fillRect/>
          </a:stretch>
        </p:blipFill>
        <p:spPr>
          <a:xfrm rot="7146351">
            <a:off x="6369188" y="932314"/>
            <a:ext cx="723161" cy="707886"/>
          </a:xfrm>
          <a:prstGeom prst="rect">
            <a:avLst/>
          </a:prstGeom>
        </p:spPr>
      </p:pic>
      <p:pic>
        <p:nvPicPr>
          <p:cNvPr id="92" name="Picture 91" descr="A black and white image of a sea creature&#10;&#10;AI-generated content may be incorrect.">
            <a:extLst>
              <a:ext uri="{FF2B5EF4-FFF2-40B4-BE49-F238E27FC236}">
                <a16:creationId xmlns:a16="http://schemas.microsoft.com/office/drawing/2014/main" id="{B8B25F4E-6237-22AD-2BB3-E7C2B7A2470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755" t="38662" r="37378" b="31491"/>
          <a:stretch>
            <a:fillRect/>
          </a:stretch>
        </p:blipFill>
        <p:spPr>
          <a:xfrm rot="7146351">
            <a:off x="3821867" y="381618"/>
            <a:ext cx="723161" cy="707886"/>
          </a:xfrm>
          <a:prstGeom prst="rect">
            <a:avLst/>
          </a:prstGeom>
        </p:spPr>
      </p:pic>
      <p:pic>
        <p:nvPicPr>
          <p:cNvPr id="93" name="Picture 92" descr="A black and white image of a sea creature&#10;&#10;AI-generated content may be incorrect.">
            <a:extLst>
              <a:ext uri="{FF2B5EF4-FFF2-40B4-BE49-F238E27FC236}">
                <a16:creationId xmlns:a16="http://schemas.microsoft.com/office/drawing/2014/main" id="{AF62A9C0-91DB-BD51-346B-712A893F8E8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755" t="38662" r="37378" b="31491"/>
          <a:stretch>
            <a:fillRect/>
          </a:stretch>
        </p:blipFill>
        <p:spPr>
          <a:xfrm rot="7146351">
            <a:off x="2279140" y="182417"/>
            <a:ext cx="723161" cy="707886"/>
          </a:xfrm>
          <a:prstGeom prst="rect">
            <a:avLst/>
          </a:prstGeom>
        </p:spPr>
      </p:pic>
      <p:pic>
        <p:nvPicPr>
          <p:cNvPr id="94" name="Picture 93" descr="A black and white spider&#10;&#10;AI-generated content may be incorrect.">
            <a:extLst>
              <a:ext uri="{FF2B5EF4-FFF2-40B4-BE49-F238E27FC236}">
                <a16:creationId xmlns:a16="http://schemas.microsoft.com/office/drawing/2014/main" id="{E49D3D30-5EDA-CDC6-8EE5-05722F052AB3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490" t="34761" r="25501" b="23956"/>
          <a:stretch>
            <a:fillRect/>
          </a:stretch>
        </p:blipFill>
        <p:spPr>
          <a:xfrm>
            <a:off x="943083" y="703911"/>
            <a:ext cx="667238" cy="795706"/>
          </a:xfrm>
          <a:prstGeom prst="rect">
            <a:avLst/>
          </a:prstGeom>
        </p:spPr>
      </p:pic>
      <p:pic>
        <p:nvPicPr>
          <p:cNvPr id="95" name="Picture 94" descr="A black and white spider&#10;&#10;AI-generated content may be incorrect.">
            <a:extLst>
              <a:ext uri="{FF2B5EF4-FFF2-40B4-BE49-F238E27FC236}">
                <a16:creationId xmlns:a16="http://schemas.microsoft.com/office/drawing/2014/main" id="{19BFD222-C840-619E-F1F7-901DF12A6514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490" t="34761" r="25501" b="23956"/>
          <a:stretch>
            <a:fillRect/>
          </a:stretch>
        </p:blipFill>
        <p:spPr>
          <a:xfrm>
            <a:off x="6543101" y="378051"/>
            <a:ext cx="667238" cy="795706"/>
          </a:xfrm>
          <a:prstGeom prst="rect">
            <a:avLst/>
          </a:prstGeom>
        </p:spPr>
      </p:pic>
      <p:pic>
        <p:nvPicPr>
          <p:cNvPr id="96" name="Picture 95" descr="A white circle with a black center&#10;&#10;AI-generated content may be incorrect.">
            <a:extLst>
              <a:ext uri="{FF2B5EF4-FFF2-40B4-BE49-F238E27FC236}">
                <a16:creationId xmlns:a16="http://schemas.microsoft.com/office/drawing/2014/main" id="{FAF0C559-A4A8-68F4-26ED-102E05F3F63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491" t="29970" r="29588" b="28342"/>
          <a:stretch>
            <a:fillRect/>
          </a:stretch>
        </p:blipFill>
        <p:spPr>
          <a:xfrm>
            <a:off x="5229435" y="746979"/>
            <a:ext cx="635602" cy="680081"/>
          </a:xfrm>
          <a:prstGeom prst="rect">
            <a:avLst/>
          </a:prstGeom>
        </p:spPr>
      </p:pic>
      <p:pic>
        <p:nvPicPr>
          <p:cNvPr id="97" name="Picture 96" descr="A white circle with a black center&#10;&#10;AI-generated content may be incorrect.">
            <a:extLst>
              <a:ext uri="{FF2B5EF4-FFF2-40B4-BE49-F238E27FC236}">
                <a16:creationId xmlns:a16="http://schemas.microsoft.com/office/drawing/2014/main" id="{3D02439E-B096-9E18-1016-288D28AE66E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491" t="29970" r="29588" b="28342"/>
          <a:stretch>
            <a:fillRect/>
          </a:stretch>
        </p:blipFill>
        <p:spPr>
          <a:xfrm>
            <a:off x="5323619" y="101542"/>
            <a:ext cx="635602" cy="680081"/>
          </a:xfrm>
          <a:prstGeom prst="rect">
            <a:avLst/>
          </a:prstGeom>
        </p:spPr>
      </p:pic>
      <p:pic>
        <p:nvPicPr>
          <p:cNvPr id="98" name="Picture 97" descr="A white circle with a black center&#10;&#10;AI-generated content may be incorrect.">
            <a:extLst>
              <a:ext uri="{FF2B5EF4-FFF2-40B4-BE49-F238E27FC236}">
                <a16:creationId xmlns:a16="http://schemas.microsoft.com/office/drawing/2014/main" id="{F2FF669C-77E2-860F-9E78-E5C804A1BFD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491" t="29970" r="29588" b="28342"/>
          <a:stretch>
            <a:fillRect/>
          </a:stretch>
        </p:blipFill>
        <p:spPr>
          <a:xfrm>
            <a:off x="1738038" y="100657"/>
            <a:ext cx="635602" cy="680081"/>
          </a:xfrm>
          <a:prstGeom prst="rect">
            <a:avLst/>
          </a:prstGeom>
        </p:spPr>
      </p:pic>
      <p:pic>
        <p:nvPicPr>
          <p:cNvPr id="101" name="Picture 100" descr="A white circle with a black center&#10;&#10;AI-generated content may be incorrect.">
            <a:extLst>
              <a:ext uri="{FF2B5EF4-FFF2-40B4-BE49-F238E27FC236}">
                <a16:creationId xmlns:a16="http://schemas.microsoft.com/office/drawing/2014/main" id="{3FC57DCF-BB2E-5366-507B-0020B354643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491" t="29970" r="29588" b="28342"/>
          <a:stretch>
            <a:fillRect/>
          </a:stretch>
        </p:blipFill>
        <p:spPr>
          <a:xfrm>
            <a:off x="5100422" y="1645812"/>
            <a:ext cx="635602" cy="680081"/>
          </a:xfrm>
          <a:prstGeom prst="rect">
            <a:avLst/>
          </a:prstGeom>
        </p:spPr>
      </p:pic>
      <p:pic>
        <p:nvPicPr>
          <p:cNvPr id="102" name="Picture 101" descr="A white circle with a black center&#10;&#10;AI-generated content may be incorrect.">
            <a:extLst>
              <a:ext uri="{FF2B5EF4-FFF2-40B4-BE49-F238E27FC236}">
                <a16:creationId xmlns:a16="http://schemas.microsoft.com/office/drawing/2014/main" id="{1A128B2D-7E4C-80A4-A0FC-656379A0244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491" t="29970" r="29588" b="28342"/>
          <a:stretch>
            <a:fillRect/>
          </a:stretch>
        </p:blipFill>
        <p:spPr>
          <a:xfrm>
            <a:off x="2946087" y="2491113"/>
            <a:ext cx="635602" cy="680081"/>
          </a:xfrm>
          <a:prstGeom prst="rect">
            <a:avLst/>
          </a:prstGeom>
        </p:spPr>
      </p:pic>
      <p:pic>
        <p:nvPicPr>
          <p:cNvPr id="103" name="Picture 102" descr="A white circle with a black center&#10;&#10;AI-generated content may be incorrect.">
            <a:extLst>
              <a:ext uri="{FF2B5EF4-FFF2-40B4-BE49-F238E27FC236}">
                <a16:creationId xmlns:a16="http://schemas.microsoft.com/office/drawing/2014/main" id="{D3229E67-1563-BF38-34DC-211A5CE06A7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491" t="29970" r="29588" b="28342"/>
          <a:stretch>
            <a:fillRect/>
          </a:stretch>
        </p:blipFill>
        <p:spPr>
          <a:xfrm>
            <a:off x="2391551" y="2186312"/>
            <a:ext cx="635602" cy="680081"/>
          </a:xfrm>
          <a:prstGeom prst="rect">
            <a:avLst/>
          </a:prstGeom>
        </p:spPr>
      </p:pic>
      <p:pic>
        <p:nvPicPr>
          <p:cNvPr id="105" name="Picture 104" descr="A black and white image of a comet in the sky&#10;&#10;AI-generated content may be incorrect.">
            <a:extLst>
              <a:ext uri="{FF2B5EF4-FFF2-40B4-BE49-F238E27FC236}">
                <a16:creationId xmlns:a16="http://schemas.microsoft.com/office/drawing/2014/main" id="{80461BD9-9464-65E0-533B-BCDD77B8390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855" t="29191" r="25147" b="20283"/>
          <a:stretch>
            <a:fillRect/>
          </a:stretch>
        </p:blipFill>
        <p:spPr>
          <a:xfrm>
            <a:off x="11628958" y="3701534"/>
            <a:ext cx="616044" cy="529390"/>
          </a:xfrm>
          <a:prstGeom prst="rect">
            <a:avLst/>
          </a:prstGeom>
        </p:spPr>
      </p:pic>
      <p:pic>
        <p:nvPicPr>
          <p:cNvPr id="107" name="Picture 106" descr="A black and white image of a comet in the sky&#10;&#10;AI-generated content may be incorrect.">
            <a:extLst>
              <a:ext uri="{FF2B5EF4-FFF2-40B4-BE49-F238E27FC236}">
                <a16:creationId xmlns:a16="http://schemas.microsoft.com/office/drawing/2014/main" id="{32E35508-D687-73F6-5935-463A86D60A4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855" t="29191" r="25147" b="20283"/>
          <a:stretch>
            <a:fillRect/>
          </a:stretch>
        </p:blipFill>
        <p:spPr>
          <a:xfrm>
            <a:off x="10251076" y="4539642"/>
            <a:ext cx="616044" cy="529390"/>
          </a:xfrm>
          <a:prstGeom prst="rect">
            <a:avLst/>
          </a:prstGeom>
        </p:spPr>
      </p:pic>
      <p:pic>
        <p:nvPicPr>
          <p:cNvPr id="108" name="Picture 107" descr="A black and white image of a comet in the sky&#10;&#10;AI-generated content may be incorrect.">
            <a:extLst>
              <a:ext uri="{FF2B5EF4-FFF2-40B4-BE49-F238E27FC236}">
                <a16:creationId xmlns:a16="http://schemas.microsoft.com/office/drawing/2014/main" id="{A96190AA-8A6B-9017-FA45-458C37465B87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855" t="29191" r="25147" b="20283"/>
          <a:stretch>
            <a:fillRect/>
          </a:stretch>
        </p:blipFill>
        <p:spPr>
          <a:xfrm>
            <a:off x="10310415" y="3784590"/>
            <a:ext cx="616044" cy="529390"/>
          </a:xfrm>
          <a:prstGeom prst="rect">
            <a:avLst/>
          </a:prstGeom>
        </p:spPr>
      </p:pic>
      <p:pic>
        <p:nvPicPr>
          <p:cNvPr id="109" name="Picture 108" descr="A black and white image of a comet in the sky&#10;&#10;AI-generated content may be incorrect.">
            <a:extLst>
              <a:ext uri="{FF2B5EF4-FFF2-40B4-BE49-F238E27FC236}">
                <a16:creationId xmlns:a16="http://schemas.microsoft.com/office/drawing/2014/main" id="{B700508D-0987-55B1-3D55-57CAE31E1EE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855" t="29191" r="25147" b="20283"/>
          <a:stretch>
            <a:fillRect/>
          </a:stretch>
        </p:blipFill>
        <p:spPr>
          <a:xfrm>
            <a:off x="12966341" y="4615949"/>
            <a:ext cx="616044" cy="529390"/>
          </a:xfrm>
          <a:prstGeom prst="rect">
            <a:avLst/>
          </a:prstGeom>
        </p:spPr>
      </p:pic>
      <p:pic>
        <p:nvPicPr>
          <p:cNvPr id="110" name="Picture 109" descr="A black and white image of a comet in the sky&#10;&#10;AI-generated content may be incorrect.">
            <a:extLst>
              <a:ext uri="{FF2B5EF4-FFF2-40B4-BE49-F238E27FC236}">
                <a16:creationId xmlns:a16="http://schemas.microsoft.com/office/drawing/2014/main" id="{FA930E5D-9D2D-078B-9130-EB4E77A4362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855" t="29191" r="25147" b="20283"/>
          <a:stretch>
            <a:fillRect/>
          </a:stretch>
        </p:blipFill>
        <p:spPr>
          <a:xfrm>
            <a:off x="9319074" y="4357333"/>
            <a:ext cx="616044" cy="529390"/>
          </a:xfrm>
          <a:prstGeom prst="rect">
            <a:avLst/>
          </a:prstGeom>
        </p:spPr>
      </p:pic>
      <p:pic>
        <p:nvPicPr>
          <p:cNvPr id="112" name="Picture 111" descr="A white object in the dark&#10;&#10;AI-generated content may be incorrect.">
            <a:extLst>
              <a:ext uri="{FF2B5EF4-FFF2-40B4-BE49-F238E27FC236}">
                <a16:creationId xmlns:a16="http://schemas.microsoft.com/office/drawing/2014/main" id="{08FCD2DA-F16D-EEE0-2FE6-1EE178071CB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3625" b="9001"/>
          <a:stretch>
            <a:fillRect/>
          </a:stretch>
        </p:blipFill>
        <p:spPr>
          <a:xfrm>
            <a:off x="7675611" y="4439914"/>
            <a:ext cx="577462" cy="728847"/>
          </a:xfrm>
          <a:prstGeom prst="rect">
            <a:avLst/>
          </a:prstGeom>
        </p:spPr>
      </p:pic>
      <p:pic>
        <p:nvPicPr>
          <p:cNvPr id="115" name="Picture 114" descr="A white object in the dark&#10;&#10;AI-generated content may be incorrect.">
            <a:extLst>
              <a:ext uri="{FF2B5EF4-FFF2-40B4-BE49-F238E27FC236}">
                <a16:creationId xmlns:a16="http://schemas.microsoft.com/office/drawing/2014/main" id="{CFE75AC3-073D-D499-78C3-B01739CA699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3625" b="9001"/>
          <a:stretch>
            <a:fillRect/>
          </a:stretch>
        </p:blipFill>
        <p:spPr>
          <a:xfrm>
            <a:off x="9214699" y="3448567"/>
            <a:ext cx="577462" cy="728847"/>
          </a:xfrm>
          <a:prstGeom prst="rect">
            <a:avLst/>
          </a:prstGeom>
        </p:spPr>
      </p:pic>
      <p:pic>
        <p:nvPicPr>
          <p:cNvPr id="116" name="Picture 115" descr="A white object in the dark&#10;&#10;AI-generated content may be incorrect.">
            <a:extLst>
              <a:ext uri="{FF2B5EF4-FFF2-40B4-BE49-F238E27FC236}">
                <a16:creationId xmlns:a16="http://schemas.microsoft.com/office/drawing/2014/main" id="{77705A4A-C708-F282-9CB8-D1E3195162E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3625" b="9001"/>
          <a:stretch>
            <a:fillRect/>
          </a:stretch>
        </p:blipFill>
        <p:spPr>
          <a:xfrm>
            <a:off x="10745483" y="3313562"/>
            <a:ext cx="577462" cy="728847"/>
          </a:xfrm>
          <a:prstGeom prst="rect">
            <a:avLst/>
          </a:prstGeom>
        </p:spPr>
      </p:pic>
      <p:pic>
        <p:nvPicPr>
          <p:cNvPr id="118" name="Picture 117" descr="A white object in the dark&#10;&#10;AI-generated content may be incorrect.">
            <a:extLst>
              <a:ext uri="{FF2B5EF4-FFF2-40B4-BE49-F238E27FC236}">
                <a16:creationId xmlns:a16="http://schemas.microsoft.com/office/drawing/2014/main" id="{7AD48DC9-7258-86B5-1511-2BEEDAF95DC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3625" b="9001"/>
          <a:stretch>
            <a:fillRect/>
          </a:stretch>
        </p:blipFill>
        <p:spPr>
          <a:xfrm>
            <a:off x="10652591" y="4486277"/>
            <a:ext cx="577462" cy="728847"/>
          </a:xfrm>
          <a:prstGeom prst="rect">
            <a:avLst/>
          </a:prstGeom>
        </p:spPr>
      </p:pic>
      <p:pic>
        <p:nvPicPr>
          <p:cNvPr id="119" name="Picture 118" descr="A white object on a black background&#10;&#10;AI-generated content may be incorrect.">
            <a:extLst>
              <a:ext uri="{FF2B5EF4-FFF2-40B4-BE49-F238E27FC236}">
                <a16:creationId xmlns:a16="http://schemas.microsoft.com/office/drawing/2014/main" id="{97058F4A-A0BA-151A-E263-68C5E7E3E59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305" t="29849" r="26290" b="9208"/>
          <a:stretch>
            <a:fillRect/>
          </a:stretch>
        </p:blipFill>
        <p:spPr>
          <a:xfrm flipV="1">
            <a:off x="9979645" y="2293808"/>
            <a:ext cx="97914" cy="142453"/>
          </a:xfrm>
          <a:prstGeom prst="rect">
            <a:avLst/>
          </a:prstGeom>
        </p:spPr>
      </p:pic>
      <p:pic>
        <p:nvPicPr>
          <p:cNvPr id="121" name="Picture 120" descr="A white object on a black background&#10;&#10;AI-generated content may be incorrect.">
            <a:extLst>
              <a:ext uri="{FF2B5EF4-FFF2-40B4-BE49-F238E27FC236}">
                <a16:creationId xmlns:a16="http://schemas.microsoft.com/office/drawing/2014/main" id="{87799B83-2B52-D323-874C-D6656A0B6CE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305" t="29849" r="26290" b="9208"/>
          <a:stretch>
            <a:fillRect/>
          </a:stretch>
        </p:blipFill>
        <p:spPr>
          <a:xfrm flipV="1">
            <a:off x="12730185" y="2348660"/>
            <a:ext cx="97914" cy="142453"/>
          </a:xfrm>
          <a:prstGeom prst="rect">
            <a:avLst/>
          </a:prstGeom>
        </p:spPr>
      </p:pic>
      <p:pic>
        <p:nvPicPr>
          <p:cNvPr id="122" name="Picture 121" descr="A white object on a black background&#10;&#10;AI-generated content may be incorrect.">
            <a:extLst>
              <a:ext uri="{FF2B5EF4-FFF2-40B4-BE49-F238E27FC236}">
                <a16:creationId xmlns:a16="http://schemas.microsoft.com/office/drawing/2014/main" id="{E01C55E7-9CCD-6AB6-0B9C-DD2B04825B8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305" t="29849" r="26290" b="9208"/>
          <a:stretch>
            <a:fillRect/>
          </a:stretch>
        </p:blipFill>
        <p:spPr>
          <a:xfrm flipV="1">
            <a:off x="8659557" y="3020036"/>
            <a:ext cx="97914" cy="142453"/>
          </a:xfrm>
          <a:prstGeom prst="rect">
            <a:avLst/>
          </a:prstGeom>
        </p:spPr>
      </p:pic>
      <p:pic>
        <p:nvPicPr>
          <p:cNvPr id="123" name="Picture 122" descr="A white object on a black background&#10;&#10;AI-generated content may be incorrect.">
            <a:extLst>
              <a:ext uri="{FF2B5EF4-FFF2-40B4-BE49-F238E27FC236}">
                <a16:creationId xmlns:a16="http://schemas.microsoft.com/office/drawing/2014/main" id="{CEE74A50-E25A-5554-6F33-DE445D8CC0B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305" t="29849" r="26290" b="9208"/>
          <a:stretch>
            <a:fillRect/>
          </a:stretch>
        </p:blipFill>
        <p:spPr>
          <a:xfrm flipV="1">
            <a:off x="12908882" y="2950199"/>
            <a:ext cx="97914" cy="142453"/>
          </a:xfrm>
          <a:prstGeom prst="rect">
            <a:avLst/>
          </a:prstGeom>
        </p:spPr>
      </p:pic>
      <p:pic>
        <p:nvPicPr>
          <p:cNvPr id="126" name="Picture 125" descr="A white object in the dark&#10;&#10;AI-generated content may be incorrect.">
            <a:extLst>
              <a:ext uri="{FF2B5EF4-FFF2-40B4-BE49-F238E27FC236}">
                <a16:creationId xmlns:a16="http://schemas.microsoft.com/office/drawing/2014/main" id="{4E3DEF42-F74E-036C-0C19-1F8847CA208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3625" b="9001"/>
          <a:stretch>
            <a:fillRect/>
          </a:stretch>
        </p:blipFill>
        <p:spPr>
          <a:xfrm>
            <a:off x="10755626" y="2770659"/>
            <a:ext cx="577462" cy="728847"/>
          </a:xfrm>
          <a:prstGeom prst="rect">
            <a:avLst/>
          </a:prstGeom>
        </p:spPr>
      </p:pic>
      <p:pic>
        <p:nvPicPr>
          <p:cNvPr id="131" name="Picture 130" descr="A white circle with a black center&#10;&#10;AI-generated content may be incorrect.">
            <a:extLst>
              <a:ext uri="{FF2B5EF4-FFF2-40B4-BE49-F238E27FC236}">
                <a16:creationId xmlns:a16="http://schemas.microsoft.com/office/drawing/2014/main" id="{720BD362-2F74-402D-F728-49A1C23F7E7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491" t="29970" r="29588" b="28342"/>
          <a:stretch>
            <a:fillRect/>
          </a:stretch>
        </p:blipFill>
        <p:spPr>
          <a:xfrm>
            <a:off x="10182355" y="2680166"/>
            <a:ext cx="635602" cy="680081"/>
          </a:xfrm>
          <a:prstGeom prst="rect">
            <a:avLst/>
          </a:prstGeom>
        </p:spPr>
      </p:pic>
      <p:pic>
        <p:nvPicPr>
          <p:cNvPr id="132" name="Picture 131" descr="A white circle with a black center&#10;&#10;AI-generated content may be incorrect.">
            <a:extLst>
              <a:ext uri="{FF2B5EF4-FFF2-40B4-BE49-F238E27FC236}">
                <a16:creationId xmlns:a16="http://schemas.microsoft.com/office/drawing/2014/main" id="{A1462261-801E-8B41-CE2D-026EA9C1DBD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491" t="29970" r="29588" b="28342"/>
          <a:stretch>
            <a:fillRect/>
          </a:stretch>
        </p:blipFill>
        <p:spPr>
          <a:xfrm>
            <a:off x="12990422" y="2232894"/>
            <a:ext cx="635602" cy="680081"/>
          </a:xfrm>
          <a:prstGeom prst="rect">
            <a:avLst/>
          </a:prstGeom>
        </p:spPr>
      </p:pic>
      <p:pic>
        <p:nvPicPr>
          <p:cNvPr id="133" name="Picture 132" descr="A black and white image of a sea creature&#10;&#10;AI-generated content may be incorrect.">
            <a:extLst>
              <a:ext uri="{FF2B5EF4-FFF2-40B4-BE49-F238E27FC236}">
                <a16:creationId xmlns:a16="http://schemas.microsoft.com/office/drawing/2014/main" id="{50417504-F4A5-B35F-BAEE-08C51AF6EC7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755" t="38662" r="37378" b="31491"/>
          <a:stretch>
            <a:fillRect/>
          </a:stretch>
        </p:blipFill>
        <p:spPr>
          <a:xfrm rot="7146351">
            <a:off x="11043553" y="2057152"/>
            <a:ext cx="723161" cy="707886"/>
          </a:xfrm>
          <a:prstGeom prst="rect">
            <a:avLst/>
          </a:prstGeom>
        </p:spPr>
      </p:pic>
      <p:pic>
        <p:nvPicPr>
          <p:cNvPr id="135" name="Picture 134" descr="A black and white image of a sea creature&#10;&#10;AI-generated content may be incorrect.">
            <a:extLst>
              <a:ext uri="{FF2B5EF4-FFF2-40B4-BE49-F238E27FC236}">
                <a16:creationId xmlns:a16="http://schemas.microsoft.com/office/drawing/2014/main" id="{502AD07C-61B1-76BA-4701-4E65CCBC2FF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755" t="38662" r="37378" b="31491"/>
          <a:stretch>
            <a:fillRect/>
          </a:stretch>
        </p:blipFill>
        <p:spPr>
          <a:xfrm rot="7146351">
            <a:off x="7649482" y="2172410"/>
            <a:ext cx="723161" cy="707886"/>
          </a:xfrm>
          <a:prstGeom prst="rect">
            <a:avLst/>
          </a:prstGeom>
        </p:spPr>
      </p:pic>
      <p:pic>
        <p:nvPicPr>
          <p:cNvPr id="136" name="Picture 135" descr="A black and white image of a comet in the sky&#10;&#10;AI-generated content may be incorrect.">
            <a:extLst>
              <a:ext uri="{FF2B5EF4-FFF2-40B4-BE49-F238E27FC236}">
                <a16:creationId xmlns:a16="http://schemas.microsoft.com/office/drawing/2014/main" id="{F2986E18-0B68-28D9-2AB5-52ABBF98DAF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855" t="29191" r="25147" b="20283"/>
          <a:stretch>
            <a:fillRect/>
          </a:stretch>
        </p:blipFill>
        <p:spPr>
          <a:xfrm>
            <a:off x="8662199" y="2777039"/>
            <a:ext cx="616044" cy="529390"/>
          </a:xfrm>
          <a:prstGeom prst="rect">
            <a:avLst/>
          </a:prstGeom>
        </p:spPr>
      </p:pic>
      <p:pic>
        <p:nvPicPr>
          <p:cNvPr id="137" name="Picture 136" descr="A black and white image of a comet in the sky&#10;&#10;AI-generated content may be incorrect.">
            <a:extLst>
              <a:ext uri="{FF2B5EF4-FFF2-40B4-BE49-F238E27FC236}">
                <a16:creationId xmlns:a16="http://schemas.microsoft.com/office/drawing/2014/main" id="{16D5B156-F2CA-A312-5D6D-F5A7E17DCC6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855" t="29191" r="25147" b="20283"/>
          <a:stretch>
            <a:fillRect/>
          </a:stretch>
        </p:blipFill>
        <p:spPr>
          <a:xfrm>
            <a:off x="11521669" y="2788954"/>
            <a:ext cx="616044" cy="529390"/>
          </a:xfrm>
          <a:prstGeom prst="rect">
            <a:avLst/>
          </a:prstGeom>
        </p:spPr>
      </p:pic>
      <p:pic>
        <p:nvPicPr>
          <p:cNvPr id="138" name="Picture 137" descr="A black and white image of a comet in the sky&#10;&#10;AI-generated content may be incorrect.">
            <a:extLst>
              <a:ext uri="{FF2B5EF4-FFF2-40B4-BE49-F238E27FC236}">
                <a16:creationId xmlns:a16="http://schemas.microsoft.com/office/drawing/2014/main" id="{B3243F01-8047-17F0-479C-BE6A8AF5570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855" t="29191" r="25147" b="20283"/>
          <a:stretch>
            <a:fillRect/>
          </a:stretch>
        </p:blipFill>
        <p:spPr>
          <a:xfrm>
            <a:off x="7964342" y="4334641"/>
            <a:ext cx="616044" cy="529390"/>
          </a:xfrm>
          <a:prstGeom prst="rect">
            <a:avLst/>
          </a:prstGeom>
        </p:spPr>
      </p:pic>
      <p:pic>
        <p:nvPicPr>
          <p:cNvPr id="139" name="Picture 138" descr="A black and white image of a comet in the sky&#10;&#10;AI-generated content may be incorrect.">
            <a:extLst>
              <a:ext uri="{FF2B5EF4-FFF2-40B4-BE49-F238E27FC236}">
                <a16:creationId xmlns:a16="http://schemas.microsoft.com/office/drawing/2014/main" id="{9C396C72-C96E-62CD-C884-61A243D748D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855" t="29191" r="25147" b="20283"/>
          <a:stretch>
            <a:fillRect/>
          </a:stretch>
        </p:blipFill>
        <p:spPr>
          <a:xfrm>
            <a:off x="12308899" y="3399189"/>
            <a:ext cx="616044" cy="529390"/>
          </a:xfrm>
          <a:prstGeom prst="rect">
            <a:avLst/>
          </a:prstGeom>
        </p:spPr>
      </p:pic>
      <p:pic>
        <p:nvPicPr>
          <p:cNvPr id="141" name="Picture 140" descr="A black and white image of a sea creature&#10;&#10;AI-generated content may be incorrect.">
            <a:extLst>
              <a:ext uri="{FF2B5EF4-FFF2-40B4-BE49-F238E27FC236}">
                <a16:creationId xmlns:a16="http://schemas.microsoft.com/office/drawing/2014/main" id="{2ADB623B-6633-0062-1124-D07B2522D2C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755" t="38662" r="37378" b="31491"/>
          <a:stretch>
            <a:fillRect/>
          </a:stretch>
        </p:blipFill>
        <p:spPr>
          <a:xfrm rot="7146351">
            <a:off x="8808098" y="799608"/>
            <a:ext cx="723161" cy="707886"/>
          </a:xfrm>
          <a:prstGeom prst="rect">
            <a:avLst/>
          </a:prstGeom>
        </p:spPr>
      </p:pic>
      <p:pic>
        <p:nvPicPr>
          <p:cNvPr id="142" name="Picture 141" descr="A black and white image of a sea creature&#10;&#10;AI-generated content may be incorrect.">
            <a:extLst>
              <a:ext uri="{FF2B5EF4-FFF2-40B4-BE49-F238E27FC236}">
                <a16:creationId xmlns:a16="http://schemas.microsoft.com/office/drawing/2014/main" id="{267A6A0D-8ED0-34A2-CF98-E85C789161D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755" t="38662" r="37378" b="31491"/>
          <a:stretch>
            <a:fillRect/>
          </a:stretch>
        </p:blipFill>
        <p:spPr>
          <a:xfrm rot="7146351">
            <a:off x="11008135" y="224828"/>
            <a:ext cx="723161" cy="707886"/>
          </a:xfrm>
          <a:prstGeom prst="rect">
            <a:avLst/>
          </a:prstGeom>
        </p:spPr>
      </p:pic>
      <p:pic>
        <p:nvPicPr>
          <p:cNvPr id="143" name="Picture 142" descr="A black and white image of a sea creature&#10;&#10;AI-generated content may be incorrect.">
            <a:extLst>
              <a:ext uri="{FF2B5EF4-FFF2-40B4-BE49-F238E27FC236}">
                <a16:creationId xmlns:a16="http://schemas.microsoft.com/office/drawing/2014/main" id="{7CF92DE9-49B7-7CF6-3870-3DCC3B448C5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755" t="38662" r="37378" b="31491"/>
          <a:stretch>
            <a:fillRect/>
          </a:stretch>
        </p:blipFill>
        <p:spPr>
          <a:xfrm rot="7146351">
            <a:off x="12805185" y="140499"/>
            <a:ext cx="723161" cy="707886"/>
          </a:xfrm>
          <a:prstGeom prst="rect">
            <a:avLst/>
          </a:prstGeom>
        </p:spPr>
      </p:pic>
      <p:pic>
        <p:nvPicPr>
          <p:cNvPr id="144" name="Picture 143" descr="A white circle with a black center&#10;&#10;AI-generated content may be incorrect.">
            <a:extLst>
              <a:ext uri="{FF2B5EF4-FFF2-40B4-BE49-F238E27FC236}">
                <a16:creationId xmlns:a16="http://schemas.microsoft.com/office/drawing/2014/main" id="{A0D7FAF5-7BC9-D000-929C-9DF3E488C7C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491" t="29970" r="29588" b="28342"/>
          <a:stretch>
            <a:fillRect/>
          </a:stretch>
        </p:blipFill>
        <p:spPr>
          <a:xfrm>
            <a:off x="9129027" y="73929"/>
            <a:ext cx="635602" cy="680081"/>
          </a:xfrm>
          <a:prstGeom prst="rect">
            <a:avLst/>
          </a:prstGeom>
        </p:spPr>
      </p:pic>
      <p:pic>
        <p:nvPicPr>
          <p:cNvPr id="145" name="Picture 144" descr="A white circle with a black center&#10;&#10;AI-generated content may be incorrect.">
            <a:extLst>
              <a:ext uri="{FF2B5EF4-FFF2-40B4-BE49-F238E27FC236}">
                <a16:creationId xmlns:a16="http://schemas.microsoft.com/office/drawing/2014/main" id="{613DA507-8F36-3EB0-381B-E61B10BA72A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491" t="29970" r="29588" b="28342"/>
          <a:stretch>
            <a:fillRect/>
          </a:stretch>
        </p:blipFill>
        <p:spPr>
          <a:xfrm>
            <a:off x="11722895" y="90686"/>
            <a:ext cx="635602" cy="680081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4B98FF18-9D7F-0414-A149-C74FB691F6E7}"/>
              </a:ext>
            </a:extLst>
          </p:cNvPr>
          <p:cNvSpPr txBox="1"/>
          <p:nvPr/>
        </p:nvSpPr>
        <p:spPr>
          <a:xfrm>
            <a:off x="964237" y="-85849"/>
            <a:ext cx="29479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/>
              <a:t>a</a:t>
            </a:r>
          </a:p>
        </p:txBody>
      </p:sp>
      <p:pic>
        <p:nvPicPr>
          <p:cNvPr id="8" name="Picture 7" descr="A white blot of snow&#10;&#10;AI-generated content may be incorrect.">
            <a:extLst>
              <a:ext uri="{FF2B5EF4-FFF2-40B4-BE49-F238E27FC236}">
                <a16:creationId xmlns:a16="http://schemas.microsoft.com/office/drawing/2014/main" id="{3489ECCC-9FB0-1391-8814-A7920CFCBC6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105" t="24109" r="13094" b="15652"/>
          <a:stretch>
            <a:fillRect/>
          </a:stretch>
        </p:blipFill>
        <p:spPr>
          <a:xfrm>
            <a:off x="1202330" y="247474"/>
            <a:ext cx="597116" cy="577772"/>
          </a:xfrm>
          <a:prstGeom prst="rect">
            <a:avLst/>
          </a:prstGeom>
        </p:spPr>
      </p:pic>
      <p:pic>
        <p:nvPicPr>
          <p:cNvPr id="10" name="Picture 9" descr="A white blot of snow&#10;&#10;AI-generated content may be incorrect.">
            <a:extLst>
              <a:ext uri="{FF2B5EF4-FFF2-40B4-BE49-F238E27FC236}">
                <a16:creationId xmlns:a16="http://schemas.microsoft.com/office/drawing/2014/main" id="{B252672C-B19C-4235-9C19-BA0D1AAAD47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105" t="24109" r="13094" b="15652"/>
          <a:stretch>
            <a:fillRect/>
          </a:stretch>
        </p:blipFill>
        <p:spPr>
          <a:xfrm>
            <a:off x="2233930" y="990061"/>
            <a:ext cx="597116" cy="577772"/>
          </a:xfrm>
          <a:prstGeom prst="rect">
            <a:avLst/>
          </a:prstGeom>
        </p:spPr>
      </p:pic>
      <p:pic>
        <p:nvPicPr>
          <p:cNvPr id="31" name="Picture 30" descr="A white blot of snow&#10;&#10;AI-generated content may be incorrect.">
            <a:extLst>
              <a:ext uri="{FF2B5EF4-FFF2-40B4-BE49-F238E27FC236}">
                <a16:creationId xmlns:a16="http://schemas.microsoft.com/office/drawing/2014/main" id="{BE88D971-AE34-9FC9-B029-588477BC7F5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105" t="24109" r="13094" b="15652"/>
          <a:stretch>
            <a:fillRect/>
          </a:stretch>
        </p:blipFill>
        <p:spPr>
          <a:xfrm>
            <a:off x="4664933" y="1031926"/>
            <a:ext cx="597116" cy="577772"/>
          </a:xfrm>
          <a:prstGeom prst="rect">
            <a:avLst/>
          </a:prstGeom>
        </p:spPr>
      </p:pic>
      <p:pic>
        <p:nvPicPr>
          <p:cNvPr id="32" name="Picture 31" descr="A white blot of snow&#10;&#10;AI-generated content may be incorrect.">
            <a:extLst>
              <a:ext uri="{FF2B5EF4-FFF2-40B4-BE49-F238E27FC236}">
                <a16:creationId xmlns:a16="http://schemas.microsoft.com/office/drawing/2014/main" id="{386FAB2B-BB4D-B910-9E91-9E18FA4E88B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105" t="24109" r="13094" b="15652"/>
          <a:stretch>
            <a:fillRect/>
          </a:stretch>
        </p:blipFill>
        <p:spPr>
          <a:xfrm>
            <a:off x="3066127" y="446676"/>
            <a:ext cx="597116" cy="577772"/>
          </a:xfrm>
          <a:prstGeom prst="rect">
            <a:avLst/>
          </a:prstGeom>
        </p:spPr>
      </p:pic>
      <p:pic>
        <p:nvPicPr>
          <p:cNvPr id="33" name="Picture 32" descr="A white blot of snow&#10;&#10;AI-generated content may be incorrect.">
            <a:extLst>
              <a:ext uri="{FF2B5EF4-FFF2-40B4-BE49-F238E27FC236}">
                <a16:creationId xmlns:a16="http://schemas.microsoft.com/office/drawing/2014/main" id="{960585DE-2AC7-FA7D-610D-9D342DA090B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105" t="24109" r="13094" b="15652"/>
          <a:stretch>
            <a:fillRect/>
          </a:stretch>
        </p:blipFill>
        <p:spPr>
          <a:xfrm>
            <a:off x="4599426" y="231660"/>
            <a:ext cx="597116" cy="577772"/>
          </a:xfrm>
          <a:prstGeom prst="rect">
            <a:avLst/>
          </a:prstGeom>
        </p:spPr>
      </p:pic>
      <p:pic>
        <p:nvPicPr>
          <p:cNvPr id="34" name="Picture 33" descr="A white blot of snow&#10;&#10;AI-generated content may be incorrect.">
            <a:extLst>
              <a:ext uri="{FF2B5EF4-FFF2-40B4-BE49-F238E27FC236}">
                <a16:creationId xmlns:a16="http://schemas.microsoft.com/office/drawing/2014/main" id="{5690F93B-BC25-3869-99BB-E805661FF8E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105" t="24109" r="13094" b="15652"/>
          <a:stretch>
            <a:fillRect/>
          </a:stretch>
        </p:blipFill>
        <p:spPr>
          <a:xfrm>
            <a:off x="6103604" y="586000"/>
            <a:ext cx="597116" cy="577772"/>
          </a:xfrm>
          <a:prstGeom prst="rect">
            <a:avLst/>
          </a:prstGeom>
        </p:spPr>
      </p:pic>
      <p:pic>
        <p:nvPicPr>
          <p:cNvPr id="37" name="Picture 36" descr="A white blot of snow&#10;&#10;AI-generated content may be incorrect.">
            <a:extLst>
              <a:ext uri="{FF2B5EF4-FFF2-40B4-BE49-F238E27FC236}">
                <a16:creationId xmlns:a16="http://schemas.microsoft.com/office/drawing/2014/main" id="{3979D7C1-1374-C6E5-EA45-4CCFC0EBE2F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105" t="24109" r="13094" b="15652"/>
          <a:stretch>
            <a:fillRect/>
          </a:stretch>
        </p:blipFill>
        <p:spPr>
          <a:xfrm>
            <a:off x="3779019" y="1970825"/>
            <a:ext cx="597116" cy="577772"/>
          </a:xfrm>
          <a:prstGeom prst="rect">
            <a:avLst/>
          </a:prstGeom>
        </p:spPr>
      </p:pic>
      <p:pic>
        <p:nvPicPr>
          <p:cNvPr id="38" name="Picture 37" descr="A white blot of snow&#10;&#10;AI-generated content may be incorrect.">
            <a:extLst>
              <a:ext uri="{FF2B5EF4-FFF2-40B4-BE49-F238E27FC236}">
                <a16:creationId xmlns:a16="http://schemas.microsoft.com/office/drawing/2014/main" id="{25223AC1-3C53-AC72-DF9F-30EE3EE9FFD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105" t="24109" r="13094" b="15652"/>
          <a:stretch>
            <a:fillRect/>
          </a:stretch>
        </p:blipFill>
        <p:spPr>
          <a:xfrm>
            <a:off x="2391551" y="1689757"/>
            <a:ext cx="597116" cy="577772"/>
          </a:xfrm>
          <a:prstGeom prst="rect">
            <a:avLst/>
          </a:prstGeom>
        </p:spPr>
      </p:pic>
      <p:pic>
        <p:nvPicPr>
          <p:cNvPr id="39" name="Picture 38" descr="A white blot of snow&#10;&#10;AI-generated content may be incorrect.">
            <a:extLst>
              <a:ext uri="{FF2B5EF4-FFF2-40B4-BE49-F238E27FC236}">
                <a16:creationId xmlns:a16="http://schemas.microsoft.com/office/drawing/2014/main" id="{AD37DACD-C40B-E158-C9A9-53D6ED3F6EC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105" t="24109" r="13094" b="15652"/>
          <a:stretch>
            <a:fillRect/>
          </a:stretch>
        </p:blipFill>
        <p:spPr>
          <a:xfrm>
            <a:off x="5486297" y="2544645"/>
            <a:ext cx="597116" cy="577772"/>
          </a:xfrm>
          <a:prstGeom prst="rect">
            <a:avLst/>
          </a:prstGeom>
        </p:spPr>
      </p:pic>
      <p:pic>
        <p:nvPicPr>
          <p:cNvPr id="41" name="Picture 40" descr="A white blot of snow&#10;&#10;AI-generated content may be incorrect.">
            <a:extLst>
              <a:ext uri="{FF2B5EF4-FFF2-40B4-BE49-F238E27FC236}">
                <a16:creationId xmlns:a16="http://schemas.microsoft.com/office/drawing/2014/main" id="{090430FB-F900-40E5-E7EC-3CD5FF77452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105" t="24109" r="13094" b="15652"/>
          <a:stretch>
            <a:fillRect/>
          </a:stretch>
        </p:blipFill>
        <p:spPr>
          <a:xfrm>
            <a:off x="3483750" y="23738"/>
            <a:ext cx="597116" cy="577772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5227E5B1-7972-AEF8-4EBD-F07D9432024B}"/>
              </a:ext>
            </a:extLst>
          </p:cNvPr>
          <p:cNvSpPr txBox="1"/>
          <p:nvPr/>
        </p:nvSpPr>
        <p:spPr>
          <a:xfrm rot="5400000">
            <a:off x="-831067" y="4016190"/>
            <a:ext cx="25320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000" b="1" dirty="0">
                <a:solidFill>
                  <a:schemeClr val="bg1"/>
                </a:solidFill>
              </a:rPr>
              <a:t>    Bathy-    </a:t>
            </a:r>
            <a:r>
              <a:rPr lang="en-US" sz="2000" b="1" dirty="0" err="1">
                <a:solidFill>
                  <a:schemeClr val="bg1"/>
                </a:solidFill>
              </a:rPr>
              <a:t>Abysso</a:t>
            </a:r>
            <a:r>
              <a:rPr lang="en-US" sz="2000" b="1" dirty="0">
                <a:solidFill>
                  <a:schemeClr val="bg1"/>
                </a:solidFill>
              </a:rPr>
              <a:t>-</a:t>
            </a:r>
          </a:p>
        </p:txBody>
      </p:sp>
      <p:pic>
        <p:nvPicPr>
          <p:cNvPr id="43" name="Picture 42" descr="A white object on a black background&#10;&#10;AI-generated content may be incorrect.">
            <a:extLst>
              <a:ext uri="{FF2B5EF4-FFF2-40B4-BE49-F238E27FC236}">
                <a16:creationId xmlns:a16="http://schemas.microsoft.com/office/drawing/2014/main" id="{68198DDC-37DC-DA6E-4204-EE6CF64D8E1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305" t="29849" r="26290" b="9208"/>
          <a:stretch>
            <a:fillRect/>
          </a:stretch>
        </p:blipFill>
        <p:spPr>
          <a:xfrm flipV="1">
            <a:off x="9851112" y="1971501"/>
            <a:ext cx="97914" cy="142453"/>
          </a:xfrm>
          <a:prstGeom prst="rect">
            <a:avLst/>
          </a:prstGeom>
        </p:spPr>
      </p:pic>
      <p:pic>
        <p:nvPicPr>
          <p:cNvPr id="44" name="Picture 43" descr="A white object on a black background&#10;&#10;AI-generated content may be incorrect.">
            <a:extLst>
              <a:ext uri="{FF2B5EF4-FFF2-40B4-BE49-F238E27FC236}">
                <a16:creationId xmlns:a16="http://schemas.microsoft.com/office/drawing/2014/main" id="{A12B7EA3-DDE7-0F7A-4296-C5F35172844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305" t="29849" r="26290" b="9208"/>
          <a:stretch>
            <a:fillRect/>
          </a:stretch>
        </p:blipFill>
        <p:spPr>
          <a:xfrm flipV="1">
            <a:off x="11143341" y="2838264"/>
            <a:ext cx="97914" cy="142453"/>
          </a:xfrm>
          <a:prstGeom prst="rect">
            <a:avLst/>
          </a:prstGeom>
        </p:spPr>
      </p:pic>
      <p:pic>
        <p:nvPicPr>
          <p:cNvPr id="45" name="Picture 44" descr="A white object on a black background&#10;&#10;AI-generated content may be incorrect.">
            <a:extLst>
              <a:ext uri="{FF2B5EF4-FFF2-40B4-BE49-F238E27FC236}">
                <a16:creationId xmlns:a16="http://schemas.microsoft.com/office/drawing/2014/main" id="{A3230E46-7271-6C53-9800-095CAA01754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305" t="29849" r="26290" b="9208"/>
          <a:stretch>
            <a:fillRect/>
          </a:stretch>
        </p:blipFill>
        <p:spPr>
          <a:xfrm flipV="1">
            <a:off x="13327718" y="1728291"/>
            <a:ext cx="97914" cy="142453"/>
          </a:xfrm>
          <a:prstGeom prst="rect">
            <a:avLst/>
          </a:prstGeom>
        </p:spPr>
      </p:pic>
      <p:pic>
        <p:nvPicPr>
          <p:cNvPr id="46" name="Picture 45" descr="A white object on a black background&#10;&#10;AI-generated content may be incorrect.">
            <a:extLst>
              <a:ext uri="{FF2B5EF4-FFF2-40B4-BE49-F238E27FC236}">
                <a16:creationId xmlns:a16="http://schemas.microsoft.com/office/drawing/2014/main" id="{30800DDB-D4EF-B2C0-8846-5961D85DF8D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305" t="29849" r="26290" b="9208"/>
          <a:stretch>
            <a:fillRect/>
          </a:stretch>
        </p:blipFill>
        <p:spPr>
          <a:xfrm flipV="1">
            <a:off x="8927744" y="2625581"/>
            <a:ext cx="97914" cy="142453"/>
          </a:xfrm>
          <a:prstGeom prst="rect">
            <a:avLst/>
          </a:prstGeom>
        </p:spPr>
      </p:pic>
      <p:pic>
        <p:nvPicPr>
          <p:cNvPr id="47" name="Picture 46" descr="A white object on a black background&#10;&#10;AI-generated content may be incorrect.">
            <a:extLst>
              <a:ext uri="{FF2B5EF4-FFF2-40B4-BE49-F238E27FC236}">
                <a16:creationId xmlns:a16="http://schemas.microsoft.com/office/drawing/2014/main" id="{B50930B3-2713-9A84-26CC-A802F4DD94C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305" t="29849" r="26290" b="9208"/>
          <a:stretch>
            <a:fillRect/>
          </a:stretch>
        </p:blipFill>
        <p:spPr>
          <a:xfrm flipV="1">
            <a:off x="12301382" y="2958073"/>
            <a:ext cx="97914" cy="142453"/>
          </a:xfrm>
          <a:prstGeom prst="rect">
            <a:avLst/>
          </a:prstGeom>
        </p:spPr>
      </p:pic>
      <p:pic>
        <p:nvPicPr>
          <p:cNvPr id="49" name="Picture 48" descr="A white object in the dark&#10;&#10;AI-generated content may be incorrect.">
            <a:extLst>
              <a:ext uri="{FF2B5EF4-FFF2-40B4-BE49-F238E27FC236}">
                <a16:creationId xmlns:a16="http://schemas.microsoft.com/office/drawing/2014/main" id="{8AF00457-A17E-2530-934F-DD63F862793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3625" b="9001"/>
          <a:stretch>
            <a:fillRect/>
          </a:stretch>
        </p:blipFill>
        <p:spPr>
          <a:xfrm>
            <a:off x="9229876" y="2593396"/>
            <a:ext cx="577462" cy="728847"/>
          </a:xfrm>
          <a:prstGeom prst="rect">
            <a:avLst/>
          </a:prstGeom>
        </p:spPr>
      </p:pic>
      <p:pic>
        <p:nvPicPr>
          <p:cNvPr id="51" name="Picture 50" descr="A white object in the dark&#10;&#10;AI-generated content may be incorrect.">
            <a:extLst>
              <a:ext uri="{FF2B5EF4-FFF2-40B4-BE49-F238E27FC236}">
                <a16:creationId xmlns:a16="http://schemas.microsoft.com/office/drawing/2014/main" id="{80CDD9E2-6DF9-0AF4-98F7-E96A9060E85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3625" b="9001"/>
          <a:stretch>
            <a:fillRect/>
          </a:stretch>
        </p:blipFill>
        <p:spPr>
          <a:xfrm>
            <a:off x="8799918" y="3587459"/>
            <a:ext cx="577462" cy="728847"/>
          </a:xfrm>
          <a:prstGeom prst="rect">
            <a:avLst/>
          </a:prstGeom>
        </p:spPr>
      </p:pic>
      <p:pic>
        <p:nvPicPr>
          <p:cNvPr id="54" name="Picture 53" descr="A white object in the dark&#10;&#10;AI-generated content may be incorrect.">
            <a:extLst>
              <a:ext uri="{FF2B5EF4-FFF2-40B4-BE49-F238E27FC236}">
                <a16:creationId xmlns:a16="http://schemas.microsoft.com/office/drawing/2014/main" id="{3660C9E2-E6C3-400E-2B8C-26F4D132702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3625" b="9001"/>
          <a:stretch>
            <a:fillRect/>
          </a:stretch>
        </p:blipFill>
        <p:spPr>
          <a:xfrm>
            <a:off x="11081729" y="4394324"/>
            <a:ext cx="577462" cy="728847"/>
          </a:xfrm>
          <a:prstGeom prst="rect">
            <a:avLst/>
          </a:prstGeom>
        </p:spPr>
      </p:pic>
      <p:pic>
        <p:nvPicPr>
          <p:cNvPr id="55" name="Picture 54" descr="A white object in the dark&#10;&#10;AI-generated content may be incorrect.">
            <a:extLst>
              <a:ext uri="{FF2B5EF4-FFF2-40B4-BE49-F238E27FC236}">
                <a16:creationId xmlns:a16="http://schemas.microsoft.com/office/drawing/2014/main" id="{9682582A-66D4-6ECD-6A9F-472F42A2464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3625" b="9001"/>
          <a:stretch>
            <a:fillRect/>
          </a:stretch>
        </p:blipFill>
        <p:spPr>
          <a:xfrm>
            <a:off x="8772285" y="4425643"/>
            <a:ext cx="577462" cy="728847"/>
          </a:xfrm>
          <a:prstGeom prst="rect">
            <a:avLst/>
          </a:prstGeom>
        </p:spPr>
      </p:pic>
      <p:pic>
        <p:nvPicPr>
          <p:cNvPr id="57" name="Picture 56" descr="A black and white image of a comet in the sky&#10;&#10;AI-generated content may be incorrect.">
            <a:extLst>
              <a:ext uri="{FF2B5EF4-FFF2-40B4-BE49-F238E27FC236}">
                <a16:creationId xmlns:a16="http://schemas.microsoft.com/office/drawing/2014/main" id="{D9B30DB2-70A3-024B-3799-163AE66FD01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855" t="29191" r="25147" b="20283"/>
          <a:stretch>
            <a:fillRect/>
          </a:stretch>
        </p:blipFill>
        <p:spPr>
          <a:xfrm>
            <a:off x="11389370" y="4470483"/>
            <a:ext cx="616044" cy="529390"/>
          </a:xfrm>
          <a:prstGeom prst="rect">
            <a:avLst/>
          </a:prstGeom>
        </p:spPr>
      </p:pic>
      <p:pic>
        <p:nvPicPr>
          <p:cNvPr id="59" name="Picture 58" descr="A black and white image of a sea creature&#10;&#10;AI-generated content may be incorrect.">
            <a:extLst>
              <a:ext uri="{FF2B5EF4-FFF2-40B4-BE49-F238E27FC236}">
                <a16:creationId xmlns:a16="http://schemas.microsoft.com/office/drawing/2014/main" id="{8A372066-DB63-C841-407B-D8989616423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755" t="38662" r="37378" b="31491"/>
          <a:stretch>
            <a:fillRect/>
          </a:stretch>
        </p:blipFill>
        <p:spPr>
          <a:xfrm rot="7146351">
            <a:off x="8375809" y="1572610"/>
            <a:ext cx="723161" cy="707886"/>
          </a:xfrm>
          <a:prstGeom prst="rect">
            <a:avLst/>
          </a:prstGeom>
        </p:spPr>
      </p:pic>
      <p:pic>
        <p:nvPicPr>
          <p:cNvPr id="60" name="Picture 59" descr="A white circle with a black center&#10;&#10;AI-generated content may be incorrect.">
            <a:extLst>
              <a:ext uri="{FF2B5EF4-FFF2-40B4-BE49-F238E27FC236}">
                <a16:creationId xmlns:a16="http://schemas.microsoft.com/office/drawing/2014/main" id="{FED9C748-D31F-1E21-2CE8-C83F00E94FF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491" t="29970" r="29588" b="28342"/>
          <a:stretch>
            <a:fillRect/>
          </a:stretch>
        </p:blipFill>
        <p:spPr>
          <a:xfrm>
            <a:off x="7659727" y="1620084"/>
            <a:ext cx="635602" cy="680081"/>
          </a:xfrm>
          <a:prstGeom prst="rect">
            <a:avLst/>
          </a:prstGeom>
        </p:spPr>
      </p:pic>
      <p:pic>
        <p:nvPicPr>
          <p:cNvPr id="61" name="Picture 60" descr="A white object on a black background&#10;&#10;AI-generated content may be incorrect.">
            <a:extLst>
              <a:ext uri="{FF2B5EF4-FFF2-40B4-BE49-F238E27FC236}">
                <a16:creationId xmlns:a16="http://schemas.microsoft.com/office/drawing/2014/main" id="{3CA8F2DF-AA78-0E7A-A6AE-BE7816A348D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305" t="29849" r="26290" b="9208"/>
          <a:stretch>
            <a:fillRect/>
          </a:stretch>
        </p:blipFill>
        <p:spPr>
          <a:xfrm flipV="1">
            <a:off x="13439478" y="2155011"/>
            <a:ext cx="97914" cy="142453"/>
          </a:xfrm>
          <a:prstGeom prst="rect">
            <a:avLst/>
          </a:prstGeom>
        </p:spPr>
      </p:pic>
      <p:pic>
        <p:nvPicPr>
          <p:cNvPr id="62" name="Picture 61" descr="A white object on a black background&#10;&#10;AI-generated content may be incorrect.">
            <a:extLst>
              <a:ext uri="{FF2B5EF4-FFF2-40B4-BE49-F238E27FC236}">
                <a16:creationId xmlns:a16="http://schemas.microsoft.com/office/drawing/2014/main" id="{89A58B79-37ED-C863-F123-2F05AE3FCB5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305" t="29849" r="26290" b="9208"/>
          <a:stretch>
            <a:fillRect/>
          </a:stretch>
        </p:blipFill>
        <p:spPr>
          <a:xfrm flipV="1">
            <a:off x="11681798" y="2571571"/>
            <a:ext cx="97914" cy="142453"/>
          </a:xfrm>
          <a:prstGeom prst="rect">
            <a:avLst/>
          </a:prstGeom>
        </p:spPr>
      </p:pic>
      <p:pic>
        <p:nvPicPr>
          <p:cNvPr id="63" name="Picture 62" descr="A white object on a black background&#10;&#10;AI-generated content may be incorrect.">
            <a:extLst>
              <a:ext uri="{FF2B5EF4-FFF2-40B4-BE49-F238E27FC236}">
                <a16:creationId xmlns:a16="http://schemas.microsoft.com/office/drawing/2014/main" id="{EFF4EED4-C65E-066C-63BF-C47718BFE9E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305" t="29849" r="26290" b="9208"/>
          <a:stretch>
            <a:fillRect/>
          </a:stretch>
        </p:blipFill>
        <p:spPr>
          <a:xfrm flipV="1">
            <a:off x="10848678" y="2439491"/>
            <a:ext cx="97914" cy="142453"/>
          </a:xfrm>
          <a:prstGeom prst="rect">
            <a:avLst/>
          </a:prstGeom>
        </p:spPr>
      </p:pic>
      <p:pic>
        <p:nvPicPr>
          <p:cNvPr id="64" name="Picture 63" descr="A white object on a black background&#10;&#10;AI-generated content may be incorrect.">
            <a:extLst>
              <a:ext uri="{FF2B5EF4-FFF2-40B4-BE49-F238E27FC236}">
                <a16:creationId xmlns:a16="http://schemas.microsoft.com/office/drawing/2014/main" id="{6A42944F-1AC7-9AE8-7107-720546716E9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305" t="29849" r="26290" b="9208"/>
          <a:stretch>
            <a:fillRect/>
          </a:stretch>
        </p:blipFill>
        <p:spPr>
          <a:xfrm flipV="1">
            <a:off x="9893638" y="2988131"/>
            <a:ext cx="97914" cy="142453"/>
          </a:xfrm>
          <a:prstGeom prst="rect">
            <a:avLst/>
          </a:prstGeom>
        </p:spPr>
      </p:pic>
      <p:pic>
        <p:nvPicPr>
          <p:cNvPr id="65" name="Picture 64" descr="A white object on a black background&#10;&#10;AI-generated content may be incorrect.">
            <a:extLst>
              <a:ext uri="{FF2B5EF4-FFF2-40B4-BE49-F238E27FC236}">
                <a16:creationId xmlns:a16="http://schemas.microsoft.com/office/drawing/2014/main" id="{C37D10B2-C174-68C7-8CF6-06D935BE22D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305" t="29849" r="26290" b="9208"/>
          <a:stretch>
            <a:fillRect/>
          </a:stretch>
        </p:blipFill>
        <p:spPr>
          <a:xfrm flipV="1">
            <a:off x="9191849" y="2366734"/>
            <a:ext cx="97914" cy="142453"/>
          </a:xfrm>
          <a:prstGeom prst="rect">
            <a:avLst/>
          </a:prstGeom>
        </p:spPr>
      </p:pic>
      <p:pic>
        <p:nvPicPr>
          <p:cNvPr id="67" name="Picture 66" descr="A white object on a black background&#10;&#10;AI-generated content may be incorrect.">
            <a:extLst>
              <a:ext uri="{FF2B5EF4-FFF2-40B4-BE49-F238E27FC236}">
                <a16:creationId xmlns:a16="http://schemas.microsoft.com/office/drawing/2014/main" id="{63845DB0-1703-DCF4-C9A8-D6419DE8C88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305" t="29849" r="26290" b="9208"/>
          <a:stretch>
            <a:fillRect/>
          </a:stretch>
        </p:blipFill>
        <p:spPr>
          <a:xfrm flipV="1">
            <a:off x="12342429" y="2542290"/>
            <a:ext cx="97914" cy="142453"/>
          </a:xfrm>
          <a:prstGeom prst="rect">
            <a:avLst/>
          </a:prstGeom>
        </p:spPr>
      </p:pic>
      <p:pic>
        <p:nvPicPr>
          <p:cNvPr id="68" name="Picture 67" descr="A white object on a black background&#10;&#10;AI-generated content may be incorrect.">
            <a:extLst>
              <a:ext uri="{FF2B5EF4-FFF2-40B4-BE49-F238E27FC236}">
                <a16:creationId xmlns:a16="http://schemas.microsoft.com/office/drawing/2014/main" id="{740C5230-A900-E79A-1E7D-7E0CA8F6DE1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305" t="29849" r="26290" b="9208"/>
          <a:stretch>
            <a:fillRect/>
          </a:stretch>
        </p:blipFill>
        <p:spPr>
          <a:xfrm flipV="1">
            <a:off x="11834198" y="2144851"/>
            <a:ext cx="97914" cy="142453"/>
          </a:xfrm>
          <a:prstGeom prst="rect">
            <a:avLst/>
          </a:prstGeom>
        </p:spPr>
      </p:pic>
      <p:pic>
        <p:nvPicPr>
          <p:cNvPr id="69" name="Picture 68" descr="A white object on a black background&#10;&#10;AI-generated content may be incorrect.">
            <a:extLst>
              <a:ext uri="{FF2B5EF4-FFF2-40B4-BE49-F238E27FC236}">
                <a16:creationId xmlns:a16="http://schemas.microsoft.com/office/drawing/2014/main" id="{BF86A891-C2B4-E26F-8EBC-F8288A5C11F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305" t="29849" r="26290" b="9208"/>
          <a:stretch>
            <a:fillRect/>
          </a:stretch>
        </p:blipFill>
        <p:spPr>
          <a:xfrm flipV="1">
            <a:off x="11234758" y="2043251"/>
            <a:ext cx="97914" cy="142453"/>
          </a:xfrm>
          <a:prstGeom prst="rect">
            <a:avLst/>
          </a:prstGeom>
        </p:spPr>
      </p:pic>
      <p:pic>
        <p:nvPicPr>
          <p:cNvPr id="70" name="Picture 69" descr="A white object on a black background&#10;&#10;AI-generated content may be incorrect.">
            <a:extLst>
              <a:ext uri="{FF2B5EF4-FFF2-40B4-BE49-F238E27FC236}">
                <a16:creationId xmlns:a16="http://schemas.microsoft.com/office/drawing/2014/main" id="{83C9AC7C-BA4B-A6E3-94DA-67C1639CA9D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305" t="29849" r="26290" b="9208"/>
          <a:stretch>
            <a:fillRect/>
          </a:stretch>
        </p:blipFill>
        <p:spPr>
          <a:xfrm flipV="1">
            <a:off x="12882585" y="2074340"/>
            <a:ext cx="97914" cy="142453"/>
          </a:xfrm>
          <a:prstGeom prst="rect">
            <a:avLst/>
          </a:prstGeom>
        </p:spPr>
      </p:pic>
      <p:sp>
        <p:nvSpPr>
          <p:cNvPr id="148" name="TextBox 147">
            <a:extLst>
              <a:ext uri="{FF2B5EF4-FFF2-40B4-BE49-F238E27FC236}">
                <a16:creationId xmlns:a16="http://schemas.microsoft.com/office/drawing/2014/main" id="{5FF417BE-D3D0-31A6-543F-537E54963C1E}"/>
              </a:ext>
            </a:extLst>
          </p:cNvPr>
          <p:cNvSpPr txBox="1"/>
          <p:nvPr/>
        </p:nvSpPr>
        <p:spPr>
          <a:xfrm>
            <a:off x="7930187" y="4938746"/>
            <a:ext cx="544057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chemeClr val="bg1"/>
                </a:solidFill>
              </a:rPr>
              <a:t>Large, fast-sinking fecal pellets and dense aggregates accumulate in the bathypelagic and abyssopelagic</a:t>
            </a:r>
          </a:p>
        </p:txBody>
      </p:sp>
      <p:pic>
        <p:nvPicPr>
          <p:cNvPr id="2" name="Picture 1" descr="A white blot of snow&#10;&#10;AI-generated content may be incorrect.">
            <a:extLst>
              <a:ext uri="{FF2B5EF4-FFF2-40B4-BE49-F238E27FC236}">
                <a16:creationId xmlns:a16="http://schemas.microsoft.com/office/drawing/2014/main" id="{FCA8EBE4-0827-3BD4-59DB-4B8C673E856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105" t="24109" r="13094" b="15652"/>
          <a:stretch>
            <a:fillRect/>
          </a:stretch>
        </p:blipFill>
        <p:spPr>
          <a:xfrm>
            <a:off x="1909116" y="2526353"/>
            <a:ext cx="597116" cy="577772"/>
          </a:xfrm>
          <a:prstGeom prst="rect">
            <a:avLst/>
          </a:prstGeom>
        </p:spPr>
      </p:pic>
      <p:pic>
        <p:nvPicPr>
          <p:cNvPr id="3" name="Picture 2" descr="A black and white image of a sea creature&#10;&#10;AI-generated content may be incorrect.">
            <a:extLst>
              <a:ext uri="{FF2B5EF4-FFF2-40B4-BE49-F238E27FC236}">
                <a16:creationId xmlns:a16="http://schemas.microsoft.com/office/drawing/2014/main" id="{3434D798-EB8B-E8FC-DDA6-BE50D76AAA5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755" t="38662" r="37378" b="31491"/>
          <a:stretch>
            <a:fillRect/>
          </a:stretch>
        </p:blipFill>
        <p:spPr>
          <a:xfrm rot="7146351">
            <a:off x="1004577" y="1581693"/>
            <a:ext cx="723161" cy="707886"/>
          </a:xfrm>
          <a:prstGeom prst="rect">
            <a:avLst/>
          </a:prstGeom>
        </p:spPr>
      </p:pic>
      <p:pic>
        <p:nvPicPr>
          <p:cNvPr id="71" name="Picture 70" descr="A black and white spider&#10;&#10;AI-generated content may be incorrect.">
            <a:extLst>
              <a:ext uri="{FF2B5EF4-FFF2-40B4-BE49-F238E27FC236}">
                <a16:creationId xmlns:a16="http://schemas.microsoft.com/office/drawing/2014/main" id="{F5CDD793-045B-E6F4-02A3-FDC13D9CE140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490" t="34761" r="25501" b="23956"/>
          <a:stretch>
            <a:fillRect/>
          </a:stretch>
        </p:blipFill>
        <p:spPr>
          <a:xfrm>
            <a:off x="4617346" y="2361781"/>
            <a:ext cx="667238" cy="795706"/>
          </a:xfrm>
          <a:prstGeom prst="rect">
            <a:avLst/>
          </a:prstGeom>
        </p:spPr>
      </p:pic>
      <p:pic>
        <p:nvPicPr>
          <p:cNvPr id="74" name="Picture 73" descr="A white blot of snow&#10;&#10;AI-generated content may be incorrect.">
            <a:extLst>
              <a:ext uri="{FF2B5EF4-FFF2-40B4-BE49-F238E27FC236}">
                <a16:creationId xmlns:a16="http://schemas.microsoft.com/office/drawing/2014/main" id="{E96F4975-91A9-3C3B-0261-937A1B9E79D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105" t="24109" r="13094" b="15652"/>
          <a:stretch>
            <a:fillRect/>
          </a:stretch>
        </p:blipFill>
        <p:spPr>
          <a:xfrm>
            <a:off x="1949474" y="3677343"/>
            <a:ext cx="597116" cy="577772"/>
          </a:xfrm>
          <a:prstGeom prst="rect">
            <a:avLst/>
          </a:prstGeom>
        </p:spPr>
      </p:pic>
      <p:pic>
        <p:nvPicPr>
          <p:cNvPr id="75" name="Picture 74" descr="A white blot of snow&#10;&#10;AI-generated content may be incorrect.">
            <a:extLst>
              <a:ext uri="{FF2B5EF4-FFF2-40B4-BE49-F238E27FC236}">
                <a16:creationId xmlns:a16="http://schemas.microsoft.com/office/drawing/2014/main" id="{D4375029-C47F-F82C-9377-F949E53C7A8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105" t="24109" r="13094" b="15652"/>
          <a:stretch>
            <a:fillRect/>
          </a:stretch>
        </p:blipFill>
        <p:spPr>
          <a:xfrm>
            <a:off x="3780852" y="4683392"/>
            <a:ext cx="597116" cy="577772"/>
          </a:xfrm>
          <a:prstGeom prst="rect">
            <a:avLst/>
          </a:prstGeom>
        </p:spPr>
      </p:pic>
      <p:pic>
        <p:nvPicPr>
          <p:cNvPr id="42" name="Picture 41" descr="A white blot of snow&#10;&#10;AI-generated content may be incorrect.">
            <a:extLst>
              <a:ext uri="{FF2B5EF4-FFF2-40B4-BE49-F238E27FC236}">
                <a16:creationId xmlns:a16="http://schemas.microsoft.com/office/drawing/2014/main" id="{3E265A83-DA8D-4AC1-E1FE-6BD84CDE13C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105" t="24109" r="13094" b="15652"/>
          <a:stretch>
            <a:fillRect/>
          </a:stretch>
        </p:blipFill>
        <p:spPr>
          <a:xfrm>
            <a:off x="3768534" y="2607722"/>
            <a:ext cx="597116" cy="577772"/>
          </a:xfrm>
          <a:prstGeom prst="rect">
            <a:avLst/>
          </a:prstGeom>
        </p:spPr>
      </p:pic>
      <p:pic>
        <p:nvPicPr>
          <p:cNvPr id="40" name="Picture 39" descr="A white blot of snow&#10;&#10;AI-generated content may be incorrect.">
            <a:extLst>
              <a:ext uri="{FF2B5EF4-FFF2-40B4-BE49-F238E27FC236}">
                <a16:creationId xmlns:a16="http://schemas.microsoft.com/office/drawing/2014/main" id="{D1275C07-BCCD-1869-EC65-77C89E6655E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105" t="24109" r="13094" b="15652"/>
          <a:stretch>
            <a:fillRect/>
          </a:stretch>
        </p:blipFill>
        <p:spPr>
          <a:xfrm>
            <a:off x="1569826" y="911095"/>
            <a:ext cx="597116" cy="577772"/>
          </a:xfrm>
          <a:prstGeom prst="rect">
            <a:avLst/>
          </a:prstGeom>
        </p:spPr>
      </p:pic>
      <p:sp>
        <p:nvSpPr>
          <p:cNvPr id="99" name="Arrow: Down 98">
            <a:extLst>
              <a:ext uri="{FF2B5EF4-FFF2-40B4-BE49-F238E27FC236}">
                <a16:creationId xmlns:a16="http://schemas.microsoft.com/office/drawing/2014/main" id="{ED903363-0E72-859B-ED15-CAAF618057A8}"/>
              </a:ext>
            </a:extLst>
          </p:cNvPr>
          <p:cNvSpPr/>
          <p:nvPr/>
        </p:nvSpPr>
        <p:spPr>
          <a:xfrm>
            <a:off x="1736472" y="1481532"/>
            <a:ext cx="216962" cy="461665"/>
          </a:xfrm>
          <a:prstGeom prst="downArrow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0" name="Arrow: Down 99">
            <a:extLst>
              <a:ext uri="{FF2B5EF4-FFF2-40B4-BE49-F238E27FC236}">
                <a16:creationId xmlns:a16="http://schemas.microsoft.com/office/drawing/2014/main" id="{A4873714-1337-2EE9-DD9D-A9ED777F495D}"/>
              </a:ext>
            </a:extLst>
          </p:cNvPr>
          <p:cNvSpPr/>
          <p:nvPr/>
        </p:nvSpPr>
        <p:spPr>
          <a:xfrm>
            <a:off x="3934356" y="1481532"/>
            <a:ext cx="216962" cy="461665"/>
          </a:xfrm>
          <a:prstGeom prst="downArrow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" name="Arrow: Down 103">
            <a:extLst>
              <a:ext uri="{FF2B5EF4-FFF2-40B4-BE49-F238E27FC236}">
                <a16:creationId xmlns:a16="http://schemas.microsoft.com/office/drawing/2014/main" id="{5AC21B1A-6863-048F-E052-C17AF9FB612A}"/>
              </a:ext>
            </a:extLst>
          </p:cNvPr>
          <p:cNvSpPr/>
          <p:nvPr/>
        </p:nvSpPr>
        <p:spPr>
          <a:xfrm>
            <a:off x="5977653" y="1481532"/>
            <a:ext cx="216962" cy="461665"/>
          </a:xfrm>
          <a:prstGeom prst="downArrow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" name="Arrow: Down 112">
            <a:extLst>
              <a:ext uri="{FF2B5EF4-FFF2-40B4-BE49-F238E27FC236}">
                <a16:creationId xmlns:a16="http://schemas.microsoft.com/office/drawing/2014/main" id="{5416A8ED-445C-7745-B3EF-A2955ADB31D2}"/>
              </a:ext>
            </a:extLst>
          </p:cNvPr>
          <p:cNvSpPr/>
          <p:nvPr/>
        </p:nvSpPr>
        <p:spPr>
          <a:xfrm>
            <a:off x="5652699" y="3170750"/>
            <a:ext cx="216962" cy="461665"/>
          </a:xfrm>
          <a:prstGeom prst="downArrow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4" name="Arrow: Down 113">
            <a:extLst>
              <a:ext uri="{FF2B5EF4-FFF2-40B4-BE49-F238E27FC236}">
                <a16:creationId xmlns:a16="http://schemas.microsoft.com/office/drawing/2014/main" id="{C03D469D-7E7E-730F-22C8-66C6AF358C14}"/>
              </a:ext>
            </a:extLst>
          </p:cNvPr>
          <p:cNvSpPr/>
          <p:nvPr/>
        </p:nvSpPr>
        <p:spPr>
          <a:xfrm>
            <a:off x="2090380" y="3170750"/>
            <a:ext cx="216962" cy="461665"/>
          </a:xfrm>
          <a:prstGeom prst="downArrow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0" name="Arrow: Down 119">
            <a:extLst>
              <a:ext uri="{FF2B5EF4-FFF2-40B4-BE49-F238E27FC236}">
                <a16:creationId xmlns:a16="http://schemas.microsoft.com/office/drawing/2014/main" id="{D21A424E-0BDD-F79E-8E7E-65EDCC709B7D}"/>
              </a:ext>
            </a:extLst>
          </p:cNvPr>
          <p:cNvSpPr/>
          <p:nvPr/>
        </p:nvSpPr>
        <p:spPr>
          <a:xfrm>
            <a:off x="3921685" y="4198256"/>
            <a:ext cx="216962" cy="461665"/>
          </a:xfrm>
          <a:prstGeom prst="downArrow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7DF2F9D-59B4-FD0A-70EC-8F607CA26F26}"/>
              </a:ext>
            </a:extLst>
          </p:cNvPr>
          <p:cNvSpPr txBox="1"/>
          <p:nvPr/>
        </p:nvSpPr>
        <p:spPr>
          <a:xfrm>
            <a:off x="982108" y="5174239"/>
            <a:ext cx="614209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chemeClr val="bg1"/>
                </a:solidFill>
              </a:rPr>
              <a:t>Fluffy aggregates sink into the meso-, bathy-, &amp; abyssopelagic</a:t>
            </a:r>
          </a:p>
        </p:txBody>
      </p:sp>
      <p:pic>
        <p:nvPicPr>
          <p:cNvPr id="73" name="Picture 72" descr="A white blot of snow&#10;&#10;AI-generated content may be incorrect.">
            <a:extLst>
              <a:ext uri="{FF2B5EF4-FFF2-40B4-BE49-F238E27FC236}">
                <a16:creationId xmlns:a16="http://schemas.microsoft.com/office/drawing/2014/main" id="{A3862CD8-8654-073F-07E1-A1D5D484F07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105" t="24109" r="13094" b="15652"/>
          <a:stretch>
            <a:fillRect/>
          </a:stretch>
        </p:blipFill>
        <p:spPr>
          <a:xfrm>
            <a:off x="2825985" y="3440940"/>
            <a:ext cx="597116" cy="577772"/>
          </a:xfrm>
          <a:prstGeom prst="rect">
            <a:avLst/>
          </a:prstGeom>
        </p:spPr>
      </p:pic>
      <p:pic>
        <p:nvPicPr>
          <p:cNvPr id="140" name="Picture 139" descr="A black and white image of a sea creature&#10;&#10;AI-generated content may be incorrect.">
            <a:extLst>
              <a:ext uri="{FF2B5EF4-FFF2-40B4-BE49-F238E27FC236}">
                <a16:creationId xmlns:a16="http://schemas.microsoft.com/office/drawing/2014/main" id="{647A1727-7FDD-2653-54E9-BB153E9F063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755" t="38662" r="37378" b="31491"/>
          <a:stretch>
            <a:fillRect/>
          </a:stretch>
        </p:blipFill>
        <p:spPr>
          <a:xfrm rot="7146351">
            <a:off x="9671589" y="507716"/>
            <a:ext cx="723161" cy="707886"/>
          </a:xfrm>
          <a:prstGeom prst="rect">
            <a:avLst/>
          </a:prstGeom>
        </p:spPr>
      </p:pic>
      <p:pic>
        <p:nvPicPr>
          <p:cNvPr id="146" name="Picture 145" descr="A black and white image of a sea creature&#10;&#10;AI-generated content may be incorrect.">
            <a:extLst>
              <a:ext uri="{FF2B5EF4-FFF2-40B4-BE49-F238E27FC236}">
                <a16:creationId xmlns:a16="http://schemas.microsoft.com/office/drawing/2014/main" id="{471570B7-184D-EEE0-9C5B-A21644BA947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755" t="38662" r="37378" b="31491"/>
          <a:stretch>
            <a:fillRect/>
          </a:stretch>
        </p:blipFill>
        <p:spPr>
          <a:xfrm rot="7146351">
            <a:off x="7849502" y="177101"/>
            <a:ext cx="723161" cy="707886"/>
          </a:xfrm>
          <a:prstGeom prst="rect">
            <a:avLst/>
          </a:prstGeom>
        </p:spPr>
      </p:pic>
      <p:sp>
        <p:nvSpPr>
          <p:cNvPr id="149" name="Arrow: Down 148">
            <a:extLst>
              <a:ext uri="{FF2B5EF4-FFF2-40B4-BE49-F238E27FC236}">
                <a16:creationId xmlns:a16="http://schemas.microsoft.com/office/drawing/2014/main" id="{7576442A-7491-1C32-E26C-ED3D988F1826}"/>
              </a:ext>
            </a:extLst>
          </p:cNvPr>
          <p:cNvSpPr/>
          <p:nvPr/>
        </p:nvSpPr>
        <p:spPr>
          <a:xfrm>
            <a:off x="11688186" y="3170750"/>
            <a:ext cx="216962" cy="461665"/>
          </a:xfrm>
          <a:prstGeom prst="downArrow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0" name="Arrow: Down 149">
            <a:extLst>
              <a:ext uri="{FF2B5EF4-FFF2-40B4-BE49-F238E27FC236}">
                <a16:creationId xmlns:a16="http://schemas.microsoft.com/office/drawing/2014/main" id="{846745DB-2E32-5F9E-C69F-9412A26BAC70}"/>
              </a:ext>
            </a:extLst>
          </p:cNvPr>
          <p:cNvSpPr/>
          <p:nvPr/>
        </p:nvSpPr>
        <p:spPr>
          <a:xfrm>
            <a:off x="9423205" y="3170750"/>
            <a:ext cx="216962" cy="461665"/>
          </a:xfrm>
          <a:prstGeom prst="downArrow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1" name="Picture 150" descr="A white blot of snow&#10;&#10;AI-generated content may be incorrect.">
            <a:extLst>
              <a:ext uri="{FF2B5EF4-FFF2-40B4-BE49-F238E27FC236}">
                <a16:creationId xmlns:a16="http://schemas.microsoft.com/office/drawing/2014/main" id="{2D893C43-DAD2-9C11-C3AA-98D0B54395F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105" t="24109" r="13094" b="15652"/>
          <a:stretch>
            <a:fillRect/>
          </a:stretch>
        </p:blipFill>
        <p:spPr>
          <a:xfrm>
            <a:off x="10561705" y="531201"/>
            <a:ext cx="597116" cy="577772"/>
          </a:xfrm>
          <a:prstGeom prst="rect">
            <a:avLst/>
          </a:prstGeom>
        </p:spPr>
      </p:pic>
      <p:pic>
        <p:nvPicPr>
          <p:cNvPr id="152" name="Picture 151" descr="A white blot of snow&#10;&#10;AI-generated content may be incorrect.">
            <a:extLst>
              <a:ext uri="{FF2B5EF4-FFF2-40B4-BE49-F238E27FC236}">
                <a16:creationId xmlns:a16="http://schemas.microsoft.com/office/drawing/2014/main" id="{5E17356A-DF89-015F-F883-6B1DFA200C1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105" t="24109" r="13094" b="15652"/>
          <a:stretch>
            <a:fillRect/>
          </a:stretch>
        </p:blipFill>
        <p:spPr>
          <a:xfrm>
            <a:off x="10259701" y="1918938"/>
            <a:ext cx="597116" cy="577772"/>
          </a:xfrm>
          <a:prstGeom prst="rect">
            <a:avLst/>
          </a:prstGeom>
        </p:spPr>
      </p:pic>
      <p:sp>
        <p:nvSpPr>
          <p:cNvPr id="147" name="TextBox 146">
            <a:extLst>
              <a:ext uri="{FF2B5EF4-FFF2-40B4-BE49-F238E27FC236}">
                <a16:creationId xmlns:a16="http://schemas.microsoft.com/office/drawing/2014/main" id="{3977867A-1271-3E83-B105-D8D8793C243E}"/>
              </a:ext>
            </a:extLst>
          </p:cNvPr>
          <p:cNvSpPr txBox="1"/>
          <p:nvPr/>
        </p:nvSpPr>
        <p:spPr>
          <a:xfrm>
            <a:off x="9403069" y="1107794"/>
            <a:ext cx="295167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/>
              <a:t>High abundance grazers and small particles from sloppy feeding in the mesopelagic</a:t>
            </a:r>
          </a:p>
        </p:txBody>
      </p:sp>
      <p:pic>
        <p:nvPicPr>
          <p:cNvPr id="153" name="Picture 152" descr="A white blot of snow&#10;&#10;AI-generated content may be incorrect.">
            <a:extLst>
              <a:ext uri="{FF2B5EF4-FFF2-40B4-BE49-F238E27FC236}">
                <a16:creationId xmlns:a16="http://schemas.microsoft.com/office/drawing/2014/main" id="{26CA3476-50AF-382F-75B0-A17D5021E2F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105" t="24109" r="13094" b="15652"/>
          <a:stretch>
            <a:fillRect/>
          </a:stretch>
        </p:blipFill>
        <p:spPr>
          <a:xfrm>
            <a:off x="9641186" y="3646561"/>
            <a:ext cx="597116" cy="577772"/>
          </a:xfrm>
          <a:prstGeom prst="rect">
            <a:avLst/>
          </a:prstGeom>
        </p:spPr>
      </p:pic>
      <p:pic>
        <p:nvPicPr>
          <p:cNvPr id="155" name="Picture 154" descr="A black and white image of a comet in the sky&#10;&#10;AI-generated content may be incorrect.">
            <a:extLst>
              <a:ext uri="{FF2B5EF4-FFF2-40B4-BE49-F238E27FC236}">
                <a16:creationId xmlns:a16="http://schemas.microsoft.com/office/drawing/2014/main" id="{48267AD3-2757-713B-2F23-5D52B3DF0B4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855" t="29191" r="25147" b="20283"/>
          <a:stretch>
            <a:fillRect/>
          </a:stretch>
        </p:blipFill>
        <p:spPr>
          <a:xfrm>
            <a:off x="8445140" y="546094"/>
            <a:ext cx="616044" cy="529390"/>
          </a:xfrm>
          <a:prstGeom prst="rect">
            <a:avLst/>
          </a:prstGeom>
        </p:spPr>
      </p:pic>
      <p:pic>
        <p:nvPicPr>
          <p:cNvPr id="156" name="Picture 155" descr="A white object in the dark&#10;&#10;AI-generated content may be incorrect.">
            <a:extLst>
              <a:ext uri="{FF2B5EF4-FFF2-40B4-BE49-F238E27FC236}">
                <a16:creationId xmlns:a16="http://schemas.microsoft.com/office/drawing/2014/main" id="{50A57655-AF54-9B35-C5E0-26DA06E5D34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3625" b="9001"/>
          <a:stretch>
            <a:fillRect/>
          </a:stretch>
        </p:blipFill>
        <p:spPr>
          <a:xfrm>
            <a:off x="10127492" y="238543"/>
            <a:ext cx="577462" cy="728847"/>
          </a:xfrm>
          <a:prstGeom prst="rect">
            <a:avLst/>
          </a:prstGeom>
        </p:spPr>
      </p:pic>
      <p:pic>
        <p:nvPicPr>
          <p:cNvPr id="157" name="Picture 156" descr="A black and white image of a comet in the sky&#10;&#10;AI-generated content may be incorrect.">
            <a:extLst>
              <a:ext uri="{FF2B5EF4-FFF2-40B4-BE49-F238E27FC236}">
                <a16:creationId xmlns:a16="http://schemas.microsoft.com/office/drawing/2014/main" id="{9DB16BF5-9ACB-0A5F-3F13-07B235B10BE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855" t="29191" r="25147" b="20283"/>
          <a:stretch>
            <a:fillRect/>
          </a:stretch>
        </p:blipFill>
        <p:spPr>
          <a:xfrm>
            <a:off x="12328787" y="985547"/>
            <a:ext cx="616044" cy="529390"/>
          </a:xfrm>
          <a:prstGeom prst="rect">
            <a:avLst/>
          </a:prstGeom>
        </p:spPr>
      </p:pic>
      <p:pic>
        <p:nvPicPr>
          <p:cNvPr id="158" name="Picture 157" descr="A white object in the dark&#10;&#10;AI-generated content may be incorrect.">
            <a:extLst>
              <a:ext uri="{FF2B5EF4-FFF2-40B4-BE49-F238E27FC236}">
                <a16:creationId xmlns:a16="http://schemas.microsoft.com/office/drawing/2014/main" id="{474E5FE1-AB0B-7FF4-782B-64D11DA05B4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3625" b="9001"/>
          <a:stretch>
            <a:fillRect/>
          </a:stretch>
        </p:blipFill>
        <p:spPr>
          <a:xfrm>
            <a:off x="13039311" y="854635"/>
            <a:ext cx="577462" cy="728847"/>
          </a:xfrm>
          <a:prstGeom prst="rect">
            <a:avLst/>
          </a:prstGeom>
        </p:spPr>
      </p:pic>
      <p:pic>
        <p:nvPicPr>
          <p:cNvPr id="159" name="Picture 158" descr="A white blot of snow&#10;&#10;AI-generated content may be incorrect.">
            <a:extLst>
              <a:ext uri="{FF2B5EF4-FFF2-40B4-BE49-F238E27FC236}">
                <a16:creationId xmlns:a16="http://schemas.microsoft.com/office/drawing/2014/main" id="{69FACA9C-062C-2E59-634D-D1FDED44F1E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105" t="24109" r="13094" b="15652"/>
          <a:stretch>
            <a:fillRect/>
          </a:stretch>
        </p:blipFill>
        <p:spPr>
          <a:xfrm>
            <a:off x="7747651" y="957489"/>
            <a:ext cx="597116" cy="577772"/>
          </a:xfrm>
          <a:prstGeom prst="rect">
            <a:avLst/>
          </a:prstGeom>
        </p:spPr>
      </p:pic>
      <p:pic>
        <p:nvPicPr>
          <p:cNvPr id="160" name="Picture 159" descr="A white blot of snow&#10;&#10;AI-generated content may be incorrect.">
            <a:extLst>
              <a:ext uri="{FF2B5EF4-FFF2-40B4-BE49-F238E27FC236}">
                <a16:creationId xmlns:a16="http://schemas.microsoft.com/office/drawing/2014/main" id="{96BA7B22-835F-5017-1C8C-518C8AC3E5D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105" t="24109" r="13094" b="15652"/>
          <a:stretch>
            <a:fillRect/>
          </a:stretch>
        </p:blipFill>
        <p:spPr>
          <a:xfrm>
            <a:off x="12431627" y="414107"/>
            <a:ext cx="597116" cy="577772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C8372CB9-64F1-2250-D758-89AFBF19564E}"/>
              </a:ext>
            </a:extLst>
          </p:cNvPr>
          <p:cNvSpPr txBox="1"/>
          <p:nvPr/>
        </p:nvSpPr>
        <p:spPr>
          <a:xfrm>
            <a:off x="7905963" y="0"/>
            <a:ext cx="575307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Zooplankton-Mediated Flux Event</a:t>
            </a:r>
          </a:p>
        </p:txBody>
      </p:sp>
      <p:sp>
        <p:nvSpPr>
          <p:cNvPr id="161" name="Arrow: Down 160">
            <a:extLst>
              <a:ext uri="{FF2B5EF4-FFF2-40B4-BE49-F238E27FC236}">
                <a16:creationId xmlns:a16="http://schemas.microsoft.com/office/drawing/2014/main" id="{F0956AC0-83AF-F2F8-DF1F-B43A2A8A6AE4}"/>
              </a:ext>
            </a:extLst>
          </p:cNvPr>
          <p:cNvSpPr/>
          <p:nvPr/>
        </p:nvSpPr>
        <p:spPr>
          <a:xfrm>
            <a:off x="8963722" y="4140499"/>
            <a:ext cx="216962" cy="461665"/>
          </a:xfrm>
          <a:prstGeom prst="downArrow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2" name="Arrow: Down 161">
            <a:extLst>
              <a:ext uri="{FF2B5EF4-FFF2-40B4-BE49-F238E27FC236}">
                <a16:creationId xmlns:a16="http://schemas.microsoft.com/office/drawing/2014/main" id="{02C517D7-3893-9DF5-25A4-B431827C12DB}"/>
              </a:ext>
            </a:extLst>
          </p:cNvPr>
          <p:cNvSpPr/>
          <p:nvPr/>
        </p:nvSpPr>
        <p:spPr>
          <a:xfrm>
            <a:off x="10438904" y="4156532"/>
            <a:ext cx="216962" cy="461665"/>
          </a:xfrm>
          <a:prstGeom prst="downArrow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4C4A2A48-723D-4BA1-9293-A23A0EAD2A8A}"/>
              </a:ext>
            </a:extLst>
          </p:cNvPr>
          <p:cNvCxnSpPr>
            <a:cxnSpLocks/>
          </p:cNvCxnSpPr>
          <p:nvPr/>
        </p:nvCxnSpPr>
        <p:spPr>
          <a:xfrm flipV="1">
            <a:off x="24063" y="1631132"/>
            <a:ext cx="13627833" cy="28891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11775356-31EF-108F-FF11-04C6C87FF880}"/>
              </a:ext>
            </a:extLst>
          </p:cNvPr>
          <p:cNvCxnSpPr>
            <a:cxnSpLocks/>
          </p:cNvCxnSpPr>
          <p:nvPr/>
        </p:nvCxnSpPr>
        <p:spPr>
          <a:xfrm flipV="1">
            <a:off x="24063" y="3358332"/>
            <a:ext cx="13627833" cy="28891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D38AE6BA-ED28-9CCC-ACA7-AC4F792F649E}"/>
              </a:ext>
            </a:extLst>
          </p:cNvPr>
          <p:cNvCxnSpPr>
            <a:cxnSpLocks/>
          </p:cNvCxnSpPr>
          <p:nvPr/>
        </p:nvCxnSpPr>
        <p:spPr>
          <a:xfrm flipV="1">
            <a:off x="3743" y="4354012"/>
            <a:ext cx="13627833" cy="28891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35" name="Picture 34" descr="A white blot of snow&#10;&#10;AI-generated content may be incorrect.">
            <a:extLst>
              <a:ext uri="{FF2B5EF4-FFF2-40B4-BE49-F238E27FC236}">
                <a16:creationId xmlns:a16="http://schemas.microsoft.com/office/drawing/2014/main" id="{17C72F74-E5FD-2F66-6A6D-DADF518939C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105" t="24109" r="13094" b="15652"/>
          <a:stretch>
            <a:fillRect/>
          </a:stretch>
        </p:blipFill>
        <p:spPr>
          <a:xfrm>
            <a:off x="5758483" y="1079589"/>
            <a:ext cx="597116" cy="577772"/>
          </a:xfrm>
          <a:prstGeom prst="rect">
            <a:avLst/>
          </a:prstGeom>
        </p:spPr>
      </p:pic>
      <p:pic>
        <p:nvPicPr>
          <p:cNvPr id="76" name="Picture 75" descr="A white blot of snow&#10;&#10;AI-generated content may be incorrect.">
            <a:extLst>
              <a:ext uri="{FF2B5EF4-FFF2-40B4-BE49-F238E27FC236}">
                <a16:creationId xmlns:a16="http://schemas.microsoft.com/office/drawing/2014/main" id="{76343ACB-ADDA-EEDD-720E-0F1A375EBD7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105" t="24109" r="13094" b="15652"/>
          <a:stretch>
            <a:fillRect/>
          </a:stretch>
        </p:blipFill>
        <p:spPr>
          <a:xfrm>
            <a:off x="4564026" y="4402937"/>
            <a:ext cx="597116" cy="577772"/>
          </a:xfrm>
          <a:prstGeom prst="rect">
            <a:avLst/>
          </a:prstGeom>
        </p:spPr>
      </p:pic>
      <p:pic>
        <p:nvPicPr>
          <p:cNvPr id="78" name="Picture 77" descr="A white blot of snow&#10;&#10;AI-generated content may be incorrect.">
            <a:extLst>
              <a:ext uri="{FF2B5EF4-FFF2-40B4-BE49-F238E27FC236}">
                <a16:creationId xmlns:a16="http://schemas.microsoft.com/office/drawing/2014/main" id="{03A70A4A-2C64-893E-56B9-826CFC58C24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105" t="24109" r="13094" b="15652"/>
          <a:stretch>
            <a:fillRect/>
          </a:stretch>
        </p:blipFill>
        <p:spPr>
          <a:xfrm>
            <a:off x="2975688" y="1031926"/>
            <a:ext cx="597116" cy="577772"/>
          </a:xfrm>
          <a:prstGeom prst="rect">
            <a:avLst/>
          </a:prstGeom>
        </p:spPr>
      </p:pic>
      <p:pic>
        <p:nvPicPr>
          <p:cNvPr id="79" name="Picture 78" descr="A white blot of snow&#10;&#10;AI-generated content may be incorrect.">
            <a:extLst>
              <a:ext uri="{FF2B5EF4-FFF2-40B4-BE49-F238E27FC236}">
                <a16:creationId xmlns:a16="http://schemas.microsoft.com/office/drawing/2014/main" id="{D439732E-D113-6D11-BC90-AFCAE91D22A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105" t="24109" r="13094" b="15652"/>
          <a:stretch>
            <a:fillRect/>
          </a:stretch>
        </p:blipFill>
        <p:spPr>
          <a:xfrm>
            <a:off x="5819419" y="1947337"/>
            <a:ext cx="597116" cy="577772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C1B7D202-EC9C-CD0B-A666-2700F8985512}"/>
              </a:ext>
            </a:extLst>
          </p:cNvPr>
          <p:cNvSpPr txBox="1"/>
          <p:nvPr/>
        </p:nvSpPr>
        <p:spPr>
          <a:xfrm>
            <a:off x="2340230" y="1777005"/>
            <a:ext cx="295167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/>
              <a:t>High abundance of large, fluffy aggregates and grazers at the surface</a:t>
            </a:r>
          </a:p>
        </p:txBody>
      </p:sp>
      <p:pic>
        <p:nvPicPr>
          <p:cNvPr id="87" name="Picture 86" descr="A white blot of snow&#10;&#10;AI-generated content may be incorrect.">
            <a:extLst>
              <a:ext uri="{FF2B5EF4-FFF2-40B4-BE49-F238E27FC236}">
                <a16:creationId xmlns:a16="http://schemas.microsoft.com/office/drawing/2014/main" id="{73215043-1F2C-D50E-4DED-BA4ED628E9F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105" t="24109" r="13094" b="15652"/>
          <a:stretch>
            <a:fillRect/>
          </a:stretch>
        </p:blipFill>
        <p:spPr>
          <a:xfrm>
            <a:off x="4600290" y="3484652"/>
            <a:ext cx="597116" cy="577772"/>
          </a:xfrm>
          <a:prstGeom prst="rect">
            <a:avLst/>
          </a:prstGeom>
        </p:spPr>
      </p:pic>
      <p:pic>
        <p:nvPicPr>
          <p:cNvPr id="30" name="Picture 29" descr="A white blot of snow&#10;&#10;AI-generated content may be incorrect.">
            <a:extLst>
              <a:ext uri="{FF2B5EF4-FFF2-40B4-BE49-F238E27FC236}">
                <a16:creationId xmlns:a16="http://schemas.microsoft.com/office/drawing/2014/main" id="{20980C7D-4FEB-B8B5-66E7-C8D3FECC4EE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105" t="24109" r="13094" b="15652"/>
          <a:stretch>
            <a:fillRect/>
          </a:stretch>
        </p:blipFill>
        <p:spPr>
          <a:xfrm>
            <a:off x="3761284" y="1044747"/>
            <a:ext cx="597116" cy="577772"/>
          </a:xfrm>
          <a:prstGeom prst="rect">
            <a:avLst/>
          </a:prstGeom>
        </p:spPr>
      </p:pic>
      <p:pic>
        <p:nvPicPr>
          <p:cNvPr id="88" name="Picture 87" descr="A white blot of snow&#10;&#10;AI-generated content may be incorrect.">
            <a:extLst>
              <a:ext uri="{FF2B5EF4-FFF2-40B4-BE49-F238E27FC236}">
                <a16:creationId xmlns:a16="http://schemas.microsoft.com/office/drawing/2014/main" id="{FF9F81EE-16AB-0398-A415-AEA6DA76CF6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105" t="24109" r="13094" b="15652"/>
          <a:stretch>
            <a:fillRect/>
          </a:stretch>
        </p:blipFill>
        <p:spPr>
          <a:xfrm>
            <a:off x="9099882" y="1712732"/>
            <a:ext cx="597116" cy="577772"/>
          </a:xfrm>
          <a:prstGeom prst="rect">
            <a:avLst/>
          </a:prstGeom>
        </p:spPr>
      </p:pic>
      <p:pic>
        <p:nvPicPr>
          <p:cNvPr id="89" name="Picture 88" descr="A white blot of snow&#10;&#10;AI-generated content may be incorrect.">
            <a:extLst>
              <a:ext uri="{FF2B5EF4-FFF2-40B4-BE49-F238E27FC236}">
                <a16:creationId xmlns:a16="http://schemas.microsoft.com/office/drawing/2014/main" id="{0B0203B0-572D-1D26-1B15-23585177DE0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105" t="24109" r="13094" b="15652"/>
          <a:stretch>
            <a:fillRect/>
          </a:stretch>
        </p:blipFill>
        <p:spPr>
          <a:xfrm>
            <a:off x="12378689" y="4411871"/>
            <a:ext cx="597116" cy="577772"/>
          </a:xfrm>
          <a:prstGeom prst="rect">
            <a:avLst/>
          </a:prstGeom>
        </p:spPr>
      </p:pic>
      <p:pic>
        <p:nvPicPr>
          <p:cNvPr id="90" name="Picture 89" descr="A white object in the dark&#10;&#10;AI-generated content may be incorrect.">
            <a:extLst>
              <a:ext uri="{FF2B5EF4-FFF2-40B4-BE49-F238E27FC236}">
                <a16:creationId xmlns:a16="http://schemas.microsoft.com/office/drawing/2014/main" id="{320BB288-37E6-AB20-CC1B-B738F196DE0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3625" b="9001"/>
          <a:stretch>
            <a:fillRect/>
          </a:stretch>
        </p:blipFill>
        <p:spPr>
          <a:xfrm>
            <a:off x="11918604" y="4497736"/>
            <a:ext cx="577462" cy="728847"/>
          </a:xfrm>
          <a:prstGeom prst="rect">
            <a:avLst/>
          </a:prstGeom>
        </p:spPr>
      </p:pic>
      <p:pic>
        <p:nvPicPr>
          <p:cNvPr id="117" name="Picture 116" descr="A white object on a black background&#10;&#10;AI-generated content may be incorrect.">
            <a:extLst>
              <a:ext uri="{FF2B5EF4-FFF2-40B4-BE49-F238E27FC236}">
                <a16:creationId xmlns:a16="http://schemas.microsoft.com/office/drawing/2014/main" id="{8D6E5570-0C75-081F-913A-8D0C04C215A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305" t="29849" r="26290" b="9208"/>
          <a:stretch>
            <a:fillRect/>
          </a:stretch>
        </p:blipFill>
        <p:spPr>
          <a:xfrm flipV="1">
            <a:off x="10491574" y="3641005"/>
            <a:ext cx="97914" cy="142453"/>
          </a:xfrm>
          <a:prstGeom prst="rect">
            <a:avLst/>
          </a:prstGeom>
        </p:spPr>
      </p:pic>
      <p:pic>
        <p:nvPicPr>
          <p:cNvPr id="127" name="Picture 126" descr="A white object on a black background&#10;&#10;AI-generated content may be incorrect.">
            <a:extLst>
              <a:ext uri="{FF2B5EF4-FFF2-40B4-BE49-F238E27FC236}">
                <a16:creationId xmlns:a16="http://schemas.microsoft.com/office/drawing/2014/main" id="{A6AC8472-1483-5489-F558-21D93F71CFA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305" t="29849" r="26290" b="9208"/>
          <a:stretch>
            <a:fillRect/>
          </a:stretch>
        </p:blipFill>
        <p:spPr>
          <a:xfrm flipV="1">
            <a:off x="12371762" y="3994373"/>
            <a:ext cx="97914" cy="142453"/>
          </a:xfrm>
          <a:prstGeom prst="rect">
            <a:avLst/>
          </a:prstGeom>
        </p:spPr>
      </p:pic>
      <p:pic>
        <p:nvPicPr>
          <p:cNvPr id="129" name="Picture 128" descr="A white object on a black background&#10;&#10;AI-generated content may be incorrect.">
            <a:extLst>
              <a:ext uri="{FF2B5EF4-FFF2-40B4-BE49-F238E27FC236}">
                <a16:creationId xmlns:a16="http://schemas.microsoft.com/office/drawing/2014/main" id="{AF610CC6-6836-6B41-B41B-89145D093F8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305" t="29849" r="26290" b="9208"/>
          <a:stretch>
            <a:fillRect/>
          </a:stretch>
        </p:blipFill>
        <p:spPr>
          <a:xfrm flipV="1">
            <a:off x="11387158" y="3719651"/>
            <a:ext cx="97914" cy="142453"/>
          </a:xfrm>
          <a:prstGeom prst="rect">
            <a:avLst/>
          </a:prstGeom>
        </p:spPr>
      </p:pic>
      <p:pic>
        <p:nvPicPr>
          <p:cNvPr id="163" name="Picture 162" descr="A white object on a black background&#10;&#10;AI-generated content may be incorrect.">
            <a:extLst>
              <a:ext uri="{FF2B5EF4-FFF2-40B4-BE49-F238E27FC236}">
                <a16:creationId xmlns:a16="http://schemas.microsoft.com/office/drawing/2014/main" id="{A2C7F67F-EE98-5153-B4EC-0EDD22F553A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305" t="29849" r="26290" b="9208"/>
          <a:stretch>
            <a:fillRect/>
          </a:stretch>
        </p:blipFill>
        <p:spPr>
          <a:xfrm flipV="1">
            <a:off x="9426278" y="4877891"/>
            <a:ext cx="97914" cy="142453"/>
          </a:xfrm>
          <a:prstGeom prst="rect">
            <a:avLst/>
          </a:prstGeom>
        </p:spPr>
      </p:pic>
      <p:pic>
        <p:nvPicPr>
          <p:cNvPr id="164" name="Picture 163" descr="A white object on a black background&#10;&#10;AI-generated content may be incorrect.">
            <a:extLst>
              <a:ext uri="{FF2B5EF4-FFF2-40B4-BE49-F238E27FC236}">
                <a16:creationId xmlns:a16="http://schemas.microsoft.com/office/drawing/2014/main" id="{2846B209-4DE4-BD40-97E4-A7792A781B4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305" t="29849" r="26290" b="9208"/>
          <a:stretch>
            <a:fillRect/>
          </a:stretch>
        </p:blipFill>
        <p:spPr>
          <a:xfrm flipV="1">
            <a:off x="8713947" y="4807007"/>
            <a:ext cx="97914" cy="142453"/>
          </a:xfrm>
          <a:prstGeom prst="rect">
            <a:avLst/>
          </a:prstGeom>
        </p:spPr>
      </p:pic>
      <p:pic>
        <p:nvPicPr>
          <p:cNvPr id="165" name="Picture 164" descr="A white object on a black background&#10;&#10;AI-generated content may be incorrect.">
            <a:extLst>
              <a:ext uri="{FF2B5EF4-FFF2-40B4-BE49-F238E27FC236}">
                <a16:creationId xmlns:a16="http://schemas.microsoft.com/office/drawing/2014/main" id="{47CA668C-722E-EDC7-002C-E4E6381F38B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305" t="29849" r="26290" b="9208"/>
          <a:stretch>
            <a:fillRect/>
          </a:stretch>
        </p:blipFill>
        <p:spPr>
          <a:xfrm flipV="1">
            <a:off x="9931023" y="4525261"/>
            <a:ext cx="97914" cy="142453"/>
          </a:xfrm>
          <a:prstGeom prst="rect">
            <a:avLst/>
          </a:prstGeom>
        </p:spPr>
      </p:pic>
      <p:sp>
        <p:nvSpPr>
          <p:cNvPr id="167" name="Arrow: Down 166">
            <a:extLst>
              <a:ext uri="{FF2B5EF4-FFF2-40B4-BE49-F238E27FC236}">
                <a16:creationId xmlns:a16="http://schemas.microsoft.com/office/drawing/2014/main" id="{7D36F3FD-6F08-982D-6E27-D22F28CB8B2B}"/>
              </a:ext>
            </a:extLst>
          </p:cNvPr>
          <p:cNvSpPr/>
          <p:nvPr/>
        </p:nvSpPr>
        <p:spPr>
          <a:xfrm>
            <a:off x="11679248" y="4180612"/>
            <a:ext cx="216962" cy="461665"/>
          </a:xfrm>
          <a:prstGeom prst="downArrow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8" name="Picture 167" descr="A white blot of snow&#10;&#10;AI-generated content may be incorrect.">
            <a:extLst>
              <a:ext uri="{FF2B5EF4-FFF2-40B4-BE49-F238E27FC236}">
                <a16:creationId xmlns:a16="http://schemas.microsoft.com/office/drawing/2014/main" id="{BA858946-7285-D6E9-1282-A2C2C2BC027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105" t="24109" r="13094" b="15652"/>
          <a:stretch>
            <a:fillRect/>
          </a:stretch>
        </p:blipFill>
        <p:spPr>
          <a:xfrm>
            <a:off x="2861997" y="4420688"/>
            <a:ext cx="597116" cy="577772"/>
          </a:xfrm>
          <a:prstGeom prst="rect">
            <a:avLst/>
          </a:prstGeom>
        </p:spPr>
      </p:pic>
      <p:pic>
        <p:nvPicPr>
          <p:cNvPr id="169" name="Picture 168" descr="A white blot of snow&#10;&#10;AI-generated content may be incorrect.">
            <a:extLst>
              <a:ext uri="{FF2B5EF4-FFF2-40B4-BE49-F238E27FC236}">
                <a16:creationId xmlns:a16="http://schemas.microsoft.com/office/drawing/2014/main" id="{401DA726-1F75-A5CD-C539-9BF3A575D89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105" t="24109" r="13094" b="15652"/>
          <a:stretch>
            <a:fillRect/>
          </a:stretch>
        </p:blipFill>
        <p:spPr>
          <a:xfrm>
            <a:off x="5527848" y="3763863"/>
            <a:ext cx="597116" cy="577772"/>
          </a:xfrm>
          <a:prstGeom prst="rect">
            <a:avLst/>
          </a:prstGeom>
        </p:spPr>
      </p:pic>
      <p:pic>
        <p:nvPicPr>
          <p:cNvPr id="170" name="Picture 169" descr="A white blot of snow&#10;&#10;AI-generated content may be incorrect.">
            <a:extLst>
              <a:ext uri="{FF2B5EF4-FFF2-40B4-BE49-F238E27FC236}">
                <a16:creationId xmlns:a16="http://schemas.microsoft.com/office/drawing/2014/main" id="{A2FD6486-98C7-65F7-74DF-F6E632315A3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105" t="24109" r="13094" b="15652"/>
          <a:stretch>
            <a:fillRect/>
          </a:stretch>
        </p:blipFill>
        <p:spPr>
          <a:xfrm>
            <a:off x="1597369" y="1985852"/>
            <a:ext cx="597116" cy="577772"/>
          </a:xfrm>
          <a:prstGeom prst="rect">
            <a:avLst/>
          </a:prstGeom>
        </p:spPr>
      </p:pic>
      <p:pic>
        <p:nvPicPr>
          <p:cNvPr id="171" name="Picture 170" descr="A white blot of snow&#10;&#10;AI-generated content may be incorrect.">
            <a:extLst>
              <a:ext uri="{FF2B5EF4-FFF2-40B4-BE49-F238E27FC236}">
                <a16:creationId xmlns:a16="http://schemas.microsoft.com/office/drawing/2014/main" id="{4C3FE6FA-F4EC-C539-B12D-1147D6F8AC1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105" t="24109" r="13094" b="15652"/>
          <a:stretch>
            <a:fillRect/>
          </a:stretch>
        </p:blipFill>
        <p:spPr>
          <a:xfrm>
            <a:off x="6128965" y="-4109"/>
            <a:ext cx="597116" cy="577772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E27C85BE-6E7A-1E79-D6C3-F09CEE5A3E2B}"/>
              </a:ext>
            </a:extLst>
          </p:cNvPr>
          <p:cNvSpPr txBox="1"/>
          <p:nvPr/>
        </p:nvSpPr>
        <p:spPr>
          <a:xfrm>
            <a:off x="1006191" y="0"/>
            <a:ext cx="61492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Fluffy Aggregate Flux Event</a:t>
            </a:r>
          </a:p>
        </p:txBody>
      </p:sp>
      <p:pic>
        <p:nvPicPr>
          <p:cNvPr id="72" name="Picture 71" descr="A white blot of snow&#10;&#10;AI-generated content may be incorrect.">
            <a:extLst>
              <a:ext uri="{FF2B5EF4-FFF2-40B4-BE49-F238E27FC236}">
                <a16:creationId xmlns:a16="http://schemas.microsoft.com/office/drawing/2014/main" id="{38DDCC6A-F195-4A4C-1E5A-BD1A5B17300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105" t="24109" r="13094" b="15652"/>
          <a:stretch>
            <a:fillRect/>
          </a:stretch>
        </p:blipFill>
        <p:spPr>
          <a:xfrm>
            <a:off x="3742065" y="3728611"/>
            <a:ext cx="597116" cy="5777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93166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6C426E-0D35-6C65-178E-60F0470714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9D053B6-B3A5-FE51-AB97-C4EB2B3B9D78}"/>
              </a:ext>
            </a:extLst>
          </p:cNvPr>
          <p:cNvSpPr/>
          <p:nvPr/>
        </p:nvSpPr>
        <p:spPr>
          <a:xfrm>
            <a:off x="0" y="0"/>
            <a:ext cx="15544800" cy="5486400"/>
          </a:xfrm>
          <a:prstGeom prst="rect">
            <a:avLst/>
          </a:prstGeom>
          <a:gradFill>
            <a:gsLst>
              <a:gs pos="0">
                <a:schemeClr val="accent4">
                  <a:lumMod val="40000"/>
                  <a:lumOff val="60000"/>
                </a:schemeClr>
              </a:gs>
              <a:gs pos="38000">
                <a:schemeClr val="accent1">
                  <a:lumMod val="45000"/>
                  <a:lumOff val="55000"/>
                </a:schemeClr>
              </a:gs>
              <a:gs pos="71000">
                <a:schemeClr val="accent4">
                  <a:lumMod val="75000"/>
                </a:schemeClr>
              </a:gs>
              <a:gs pos="100000">
                <a:schemeClr val="accent4">
                  <a:lumMod val="5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EA5E7AC-0093-4812-D019-2E503E5F2305}"/>
              </a:ext>
            </a:extLst>
          </p:cNvPr>
          <p:cNvSpPr/>
          <p:nvPr/>
        </p:nvSpPr>
        <p:spPr>
          <a:xfrm>
            <a:off x="13691937" y="0"/>
            <a:ext cx="1828800" cy="5486400"/>
          </a:xfrm>
          <a:prstGeom prst="rect">
            <a:avLst/>
          </a:prstGeom>
          <a:gradFill>
            <a:gsLst>
              <a:gs pos="0">
                <a:schemeClr val="accent4">
                  <a:lumMod val="42000"/>
                  <a:lumOff val="58000"/>
                </a:schemeClr>
              </a:gs>
              <a:gs pos="38000">
                <a:schemeClr val="accent1">
                  <a:lumMod val="45000"/>
                  <a:lumOff val="55000"/>
                </a:schemeClr>
              </a:gs>
              <a:gs pos="71000">
                <a:schemeClr val="accent4">
                  <a:lumMod val="75000"/>
                </a:schemeClr>
              </a:gs>
              <a:gs pos="100000">
                <a:schemeClr val="accent4">
                  <a:lumMod val="5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4F54D79-457C-40CD-9B3F-8AD55F6856DC}"/>
              </a:ext>
            </a:extLst>
          </p:cNvPr>
          <p:cNvSpPr/>
          <p:nvPr/>
        </p:nvSpPr>
        <p:spPr>
          <a:xfrm>
            <a:off x="13781590" y="237744"/>
            <a:ext cx="1652043" cy="5029200"/>
          </a:xfrm>
          <a:prstGeom prst="rect">
            <a:avLst/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1F94F6A-A297-96F2-B6C9-4739C949DE9C}"/>
              </a:ext>
            </a:extLst>
          </p:cNvPr>
          <p:cNvSpPr/>
          <p:nvPr/>
        </p:nvSpPr>
        <p:spPr>
          <a:xfrm>
            <a:off x="973662" y="-1"/>
            <a:ext cx="6182512" cy="5486399"/>
          </a:xfrm>
          <a:prstGeom prst="rect">
            <a:avLst/>
          </a:prstGeom>
          <a:gradFill>
            <a:gsLst>
              <a:gs pos="0">
                <a:srgbClr val="92D050"/>
              </a:gs>
              <a:gs pos="38000">
                <a:schemeClr val="accent1">
                  <a:lumMod val="45000"/>
                  <a:lumOff val="55000"/>
                </a:schemeClr>
              </a:gs>
              <a:gs pos="71000">
                <a:schemeClr val="accent4">
                  <a:lumMod val="75000"/>
                </a:schemeClr>
              </a:gs>
              <a:gs pos="100000">
                <a:schemeClr val="accent4">
                  <a:lumMod val="5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3BE9C7B-9D33-B621-0FCF-F104427CA1CB}"/>
              </a:ext>
            </a:extLst>
          </p:cNvPr>
          <p:cNvCxnSpPr>
            <a:cxnSpLocks/>
          </p:cNvCxnSpPr>
          <p:nvPr/>
        </p:nvCxnSpPr>
        <p:spPr>
          <a:xfrm>
            <a:off x="973662" y="0"/>
            <a:ext cx="0" cy="5486400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C2D9080-0CD7-4C10-59EB-1F75925FA791}"/>
              </a:ext>
            </a:extLst>
          </p:cNvPr>
          <p:cNvCxnSpPr>
            <a:cxnSpLocks/>
          </p:cNvCxnSpPr>
          <p:nvPr/>
        </p:nvCxnSpPr>
        <p:spPr>
          <a:xfrm>
            <a:off x="7155801" y="-4109"/>
            <a:ext cx="0" cy="5486400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96512800-911B-2FBD-74D1-32EC0E40C00E}"/>
              </a:ext>
            </a:extLst>
          </p:cNvPr>
          <p:cNvCxnSpPr>
            <a:cxnSpLocks/>
          </p:cNvCxnSpPr>
          <p:nvPr/>
        </p:nvCxnSpPr>
        <p:spPr>
          <a:xfrm>
            <a:off x="7586499" y="0"/>
            <a:ext cx="0" cy="5486400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4DA64E45-9B36-7D96-19A0-874CC8C3FEF2}"/>
              </a:ext>
            </a:extLst>
          </p:cNvPr>
          <p:cNvCxnSpPr>
            <a:cxnSpLocks/>
          </p:cNvCxnSpPr>
          <p:nvPr/>
        </p:nvCxnSpPr>
        <p:spPr>
          <a:xfrm>
            <a:off x="13659043" y="0"/>
            <a:ext cx="0" cy="5486400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FBC21C67-0911-8404-4ED7-1808A62E02E2}"/>
              </a:ext>
            </a:extLst>
          </p:cNvPr>
          <p:cNvSpPr txBox="1"/>
          <p:nvPr/>
        </p:nvSpPr>
        <p:spPr>
          <a:xfrm>
            <a:off x="14250295" y="293785"/>
            <a:ext cx="1319806" cy="50937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300" b="1" dirty="0">
                <a:solidFill>
                  <a:schemeClr val="bg1"/>
                </a:solidFill>
              </a:rPr>
              <a:t>Frontal boundary</a:t>
            </a:r>
          </a:p>
          <a:p>
            <a:pPr algn="ctr"/>
            <a:endParaRPr lang="en-US" sz="1300" b="1" dirty="0">
              <a:solidFill>
                <a:schemeClr val="bg1"/>
              </a:solidFill>
            </a:endParaRPr>
          </a:p>
          <a:p>
            <a:pPr algn="ctr"/>
            <a:r>
              <a:rPr lang="en-US" sz="1300" b="1" dirty="0">
                <a:solidFill>
                  <a:schemeClr val="bg1"/>
                </a:solidFill>
              </a:rPr>
              <a:t>Large, fluffy aggregate</a:t>
            </a:r>
          </a:p>
          <a:p>
            <a:pPr algn="ctr"/>
            <a:endParaRPr lang="en-US" sz="1300" b="1" dirty="0">
              <a:solidFill>
                <a:schemeClr val="bg1"/>
              </a:solidFill>
            </a:endParaRPr>
          </a:p>
          <a:p>
            <a:pPr algn="ctr"/>
            <a:r>
              <a:rPr lang="en-US" sz="1300" b="1" dirty="0">
                <a:solidFill>
                  <a:schemeClr val="bg1"/>
                </a:solidFill>
              </a:rPr>
              <a:t>Small aggregate</a:t>
            </a:r>
          </a:p>
          <a:p>
            <a:pPr algn="ctr"/>
            <a:endParaRPr lang="en-US" sz="1300" b="1" dirty="0">
              <a:solidFill>
                <a:schemeClr val="bg1"/>
              </a:solidFill>
            </a:endParaRPr>
          </a:p>
          <a:p>
            <a:pPr algn="ctr"/>
            <a:r>
              <a:rPr lang="en-US" sz="1300" b="1" dirty="0">
                <a:solidFill>
                  <a:schemeClr val="bg1"/>
                </a:solidFill>
              </a:rPr>
              <a:t>Dense aggregate</a:t>
            </a:r>
          </a:p>
          <a:p>
            <a:pPr algn="ctr"/>
            <a:endParaRPr lang="en-US" sz="1300" b="1" dirty="0">
              <a:solidFill>
                <a:schemeClr val="bg1"/>
              </a:solidFill>
            </a:endParaRPr>
          </a:p>
          <a:p>
            <a:pPr algn="ctr"/>
            <a:r>
              <a:rPr lang="en-US" sz="1300" b="1" dirty="0">
                <a:solidFill>
                  <a:schemeClr val="bg1"/>
                </a:solidFill>
              </a:rPr>
              <a:t>Fecal pellet</a:t>
            </a:r>
          </a:p>
          <a:p>
            <a:pPr algn="ctr"/>
            <a:endParaRPr lang="en-US" sz="1300" b="1" dirty="0">
              <a:solidFill>
                <a:schemeClr val="bg1"/>
              </a:solidFill>
            </a:endParaRPr>
          </a:p>
          <a:p>
            <a:pPr algn="ctr"/>
            <a:r>
              <a:rPr lang="en-US" sz="1300" b="1" dirty="0">
                <a:solidFill>
                  <a:schemeClr val="bg1"/>
                </a:solidFill>
              </a:rPr>
              <a:t>Crustacean zooplankton</a:t>
            </a:r>
          </a:p>
          <a:p>
            <a:pPr algn="ctr"/>
            <a:endParaRPr lang="en-US" sz="1300" b="1" dirty="0">
              <a:solidFill>
                <a:schemeClr val="bg1"/>
              </a:solidFill>
            </a:endParaRPr>
          </a:p>
          <a:p>
            <a:pPr algn="ctr"/>
            <a:r>
              <a:rPr lang="en-US" sz="1300" b="1" dirty="0">
                <a:solidFill>
                  <a:schemeClr val="bg1"/>
                </a:solidFill>
              </a:rPr>
              <a:t>Gelatinous zooplankton</a:t>
            </a:r>
          </a:p>
          <a:p>
            <a:pPr algn="ctr"/>
            <a:endParaRPr lang="en-US" sz="1300" b="1" dirty="0">
              <a:solidFill>
                <a:schemeClr val="bg1"/>
              </a:solidFill>
            </a:endParaRPr>
          </a:p>
          <a:p>
            <a:pPr algn="ctr"/>
            <a:r>
              <a:rPr lang="en-US" sz="1300" b="1" dirty="0">
                <a:solidFill>
                  <a:schemeClr val="bg1"/>
                </a:solidFill>
              </a:rPr>
              <a:t>Rhizarian protist</a:t>
            </a:r>
          </a:p>
          <a:p>
            <a:pPr algn="ctr"/>
            <a:endParaRPr lang="en-US" sz="1300" b="1" dirty="0">
              <a:solidFill>
                <a:schemeClr val="bg1"/>
              </a:solidFill>
            </a:endParaRPr>
          </a:p>
          <a:p>
            <a:pPr algn="ctr"/>
            <a:r>
              <a:rPr lang="en-US" sz="1300" b="1" dirty="0">
                <a:solidFill>
                  <a:schemeClr val="bg1"/>
                </a:solidFill>
              </a:rPr>
              <a:t>Sinking</a:t>
            </a:r>
          </a:p>
          <a:p>
            <a:pPr algn="r"/>
            <a:endParaRPr lang="en-US" sz="1300" b="1" dirty="0">
              <a:solidFill>
                <a:schemeClr val="bg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A7E72FF-91AC-52D9-53E6-E85DC34A52BE}"/>
              </a:ext>
            </a:extLst>
          </p:cNvPr>
          <p:cNvSpPr txBox="1"/>
          <p:nvPr/>
        </p:nvSpPr>
        <p:spPr>
          <a:xfrm rot="5400000">
            <a:off x="-2266722" y="2543146"/>
            <a:ext cx="548640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</a:rPr>
              <a:t>Surface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9D3D8E2-E8FF-96C6-3A54-E666D52D6B64}"/>
              </a:ext>
            </a:extLst>
          </p:cNvPr>
          <p:cNvSpPr txBox="1"/>
          <p:nvPr/>
        </p:nvSpPr>
        <p:spPr>
          <a:xfrm rot="5400000">
            <a:off x="-1360095" y="2380908"/>
            <a:ext cx="365433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bg1"/>
                </a:solidFill>
              </a:rPr>
              <a:t>Mesopelagic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20C9992-A367-BF64-7EA0-5E4FFE9872CD}"/>
              </a:ext>
            </a:extLst>
          </p:cNvPr>
          <p:cNvSpPr txBox="1"/>
          <p:nvPr/>
        </p:nvSpPr>
        <p:spPr>
          <a:xfrm>
            <a:off x="7614846" y="-65794"/>
            <a:ext cx="29479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/>
              <a:t>b</a:t>
            </a:r>
          </a:p>
        </p:txBody>
      </p:sp>
      <p:sp>
        <p:nvSpPr>
          <p:cNvPr id="22" name="Arrow: Down 21">
            <a:extLst>
              <a:ext uri="{FF2B5EF4-FFF2-40B4-BE49-F238E27FC236}">
                <a16:creationId xmlns:a16="http://schemas.microsoft.com/office/drawing/2014/main" id="{5DFC0612-8E6B-31E2-4C40-BAD6B8773B35}"/>
              </a:ext>
            </a:extLst>
          </p:cNvPr>
          <p:cNvSpPr/>
          <p:nvPr/>
        </p:nvSpPr>
        <p:spPr>
          <a:xfrm>
            <a:off x="2353412" y="1671003"/>
            <a:ext cx="418334" cy="696256"/>
          </a:xfrm>
          <a:prstGeom prst="downArrow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Arrow: Down 22">
            <a:extLst>
              <a:ext uri="{FF2B5EF4-FFF2-40B4-BE49-F238E27FC236}">
                <a16:creationId xmlns:a16="http://schemas.microsoft.com/office/drawing/2014/main" id="{C51AB040-0C70-21EF-CC24-D556890231B8}"/>
              </a:ext>
            </a:extLst>
          </p:cNvPr>
          <p:cNvSpPr/>
          <p:nvPr/>
        </p:nvSpPr>
        <p:spPr>
          <a:xfrm>
            <a:off x="4802310" y="1706078"/>
            <a:ext cx="418334" cy="696256"/>
          </a:xfrm>
          <a:prstGeom prst="downArrow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Arrow: Down 23">
            <a:extLst>
              <a:ext uri="{FF2B5EF4-FFF2-40B4-BE49-F238E27FC236}">
                <a16:creationId xmlns:a16="http://schemas.microsoft.com/office/drawing/2014/main" id="{2289E222-CE24-70B5-8EC6-8BF93D9B3F31}"/>
              </a:ext>
            </a:extLst>
          </p:cNvPr>
          <p:cNvSpPr/>
          <p:nvPr/>
        </p:nvSpPr>
        <p:spPr>
          <a:xfrm>
            <a:off x="9363314" y="3228679"/>
            <a:ext cx="401315" cy="886392"/>
          </a:xfrm>
          <a:prstGeom prst="downArrow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Arrow: Down 24">
            <a:extLst>
              <a:ext uri="{FF2B5EF4-FFF2-40B4-BE49-F238E27FC236}">
                <a16:creationId xmlns:a16="http://schemas.microsoft.com/office/drawing/2014/main" id="{FC8E2145-CB60-2801-FD7D-779CE6ED2750}"/>
              </a:ext>
            </a:extLst>
          </p:cNvPr>
          <p:cNvSpPr/>
          <p:nvPr/>
        </p:nvSpPr>
        <p:spPr>
          <a:xfrm>
            <a:off x="11606982" y="3228679"/>
            <a:ext cx="401315" cy="886392"/>
          </a:xfrm>
          <a:prstGeom prst="downArrow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Arrow: Down 25">
            <a:extLst>
              <a:ext uri="{FF2B5EF4-FFF2-40B4-BE49-F238E27FC236}">
                <a16:creationId xmlns:a16="http://schemas.microsoft.com/office/drawing/2014/main" id="{84C581C4-69C4-7263-C131-66C6FE754FCD}"/>
              </a:ext>
            </a:extLst>
          </p:cNvPr>
          <p:cNvSpPr/>
          <p:nvPr/>
        </p:nvSpPr>
        <p:spPr>
          <a:xfrm>
            <a:off x="14037577" y="4758811"/>
            <a:ext cx="216962" cy="461665"/>
          </a:xfrm>
          <a:prstGeom prst="downArrow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0A71E73D-7C89-7CEC-40EE-6218229857C2}"/>
              </a:ext>
            </a:extLst>
          </p:cNvPr>
          <p:cNvCxnSpPr>
            <a:cxnSpLocks/>
          </p:cNvCxnSpPr>
          <p:nvPr/>
        </p:nvCxnSpPr>
        <p:spPr>
          <a:xfrm>
            <a:off x="14127150" y="341864"/>
            <a:ext cx="0" cy="362712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36" name="Picture 35" descr="A white circle with a black center&#10;&#10;AI-generated content may be incorrect.">
            <a:extLst>
              <a:ext uri="{FF2B5EF4-FFF2-40B4-BE49-F238E27FC236}">
                <a16:creationId xmlns:a16="http://schemas.microsoft.com/office/drawing/2014/main" id="{D44C5469-3A58-F980-40AF-8FB9669E927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491" t="29970" r="29588" b="28342"/>
          <a:stretch>
            <a:fillRect/>
          </a:stretch>
        </p:blipFill>
        <p:spPr>
          <a:xfrm>
            <a:off x="7854498" y="2909643"/>
            <a:ext cx="635602" cy="680081"/>
          </a:xfrm>
          <a:prstGeom prst="rect">
            <a:avLst/>
          </a:prstGeom>
        </p:spPr>
      </p:pic>
      <p:pic>
        <p:nvPicPr>
          <p:cNvPr id="50" name="Picture 49" descr="A black and white image of a sea creature&#10;&#10;AI-generated content may be incorrect.">
            <a:extLst>
              <a:ext uri="{FF2B5EF4-FFF2-40B4-BE49-F238E27FC236}">
                <a16:creationId xmlns:a16="http://schemas.microsoft.com/office/drawing/2014/main" id="{4DEAC7E7-E2B7-D4DE-9A90-EEC2AEC79EB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755" t="38662" r="37378" b="31491"/>
          <a:stretch>
            <a:fillRect/>
          </a:stretch>
        </p:blipFill>
        <p:spPr>
          <a:xfrm rot="7146351">
            <a:off x="12042971" y="1756664"/>
            <a:ext cx="723161" cy="707886"/>
          </a:xfrm>
          <a:prstGeom prst="rect">
            <a:avLst/>
          </a:prstGeom>
        </p:spPr>
      </p:pic>
      <p:pic>
        <p:nvPicPr>
          <p:cNvPr id="66" name="Picture 65" descr="A black and white image of a comet in the sky&#10;&#10;AI-generated content may be incorrect.">
            <a:extLst>
              <a:ext uri="{FF2B5EF4-FFF2-40B4-BE49-F238E27FC236}">
                <a16:creationId xmlns:a16="http://schemas.microsoft.com/office/drawing/2014/main" id="{3EA7CE2E-E450-0B64-617E-74940501329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855" t="29191" r="25147" b="20283"/>
          <a:stretch>
            <a:fillRect/>
          </a:stretch>
        </p:blipFill>
        <p:spPr>
          <a:xfrm>
            <a:off x="7753711" y="4812321"/>
            <a:ext cx="616044" cy="529390"/>
          </a:xfrm>
          <a:prstGeom prst="rect">
            <a:avLst/>
          </a:prstGeom>
        </p:spPr>
      </p:pic>
      <p:pic>
        <p:nvPicPr>
          <p:cNvPr id="77" name="Picture 76" descr="A white object in the dark&#10;&#10;AI-generated content may be incorrect.">
            <a:extLst>
              <a:ext uri="{FF2B5EF4-FFF2-40B4-BE49-F238E27FC236}">
                <a16:creationId xmlns:a16="http://schemas.microsoft.com/office/drawing/2014/main" id="{D2B930B4-C91D-E282-0BF4-E33B648C141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29130" y="1937307"/>
            <a:ext cx="869994" cy="800947"/>
          </a:xfrm>
          <a:prstGeom prst="rect">
            <a:avLst/>
          </a:prstGeom>
        </p:spPr>
      </p:pic>
      <p:pic>
        <p:nvPicPr>
          <p:cNvPr id="80" name="Picture 79" descr="A white object on a black background&#10;&#10;AI-generated content may be incorrect.">
            <a:extLst>
              <a:ext uri="{FF2B5EF4-FFF2-40B4-BE49-F238E27FC236}">
                <a16:creationId xmlns:a16="http://schemas.microsoft.com/office/drawing/2014/main" id="{B95036C8-D598-FA53-C294-AF00B3FF59D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305" t="29849" r="26290" b="9208"/>
          <a:stretch>
            <a:fillRect/>
          </a:stretch>
        </p:blipFill>
        <p:spPr>
          <a:xfrm flipV="1">
            <a:off x="8349790" y="2237544"/>
            <a:ext cx="97914" cy="142453"/>
          </a:xfrm>
          <a:prstGeom prst="rect">
            <a:avLst/>
          </a:prstGeom>
        </p:spPr>
      </p:pic>
      <p:pic>
        <p:nvPicPr>
          <p:cNvPr id="81" name="Picture 80" descr="A white object on a black background&#10;&#10;AI-generated content may be incorrect.">
            <a:extLst>
              <a:ext uri="{FF2B5EF4-FFF2-40B4-BE49-F238E27FC236}">
                <a16:creationId xmlns:a16="http://schemas.microsoft.com/office/drawing/2014/main" id="{0F7DD4C0-FE2E-52FD-4343-FDFC9BEE535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305" t="29849" r="26290" b="9208"/>
          <a:stretch>
            <a:fillRect/>
          </a:stretch>
        </p:blipFill>
        <p:spPr>
          <a:xfrm flipV="1">
            <a:off x="14081882" y="1701888"/>
            <a:ext cx="84540" cy="122995"/>
          </a:xfrm>
          <a:prstGeom prst="rect">
            <a:avLst/>
          </a:prstGeom>
        </p:spPr>
      </p:pic>
      <p:pic>
        <p:nvPicPr>
          <p:cNvPr id="82" name="Picture 81" descr="A white blot of snow&#10;&#10;AI-generated content may be incorrect.">
            <a:extLst>
              <a:ext uri="{FF2B5EF4-FFF2-40B4-BE49-F238E27FC236}">
                <a16:creationId xmlns:a16="http://schemas.microsoft.com/office/drawing/2014/main" id="{0FA2ABB7-42EB-779E-2604-A5F6AA84139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105" t="24109" r="13094" b="15652"/>
          <a:stretch>
            <a:fillRect/>
          </a:stretch>
        </p:blipFill>
        <p:spPr>
          <a:xfrm>
            <a:off x="13839116" y="848959"/>
            <a:ext cx="597116" cy="577772"/>
          </a:xfrm>
          <a:prstGeom prst="rect">
            <a:avLst/>
          </a:prstGeom>
        </p:spPr>
      </p:pic>
      <p:pic>
        <p:nvPicPr>
          <p:cNvPr id="83" name="Picture 82" descr="A black and white image of a comet in the sky&#10;&#10;AI-generated content may be incorrect.">
            <a:extLst>
              <a:ext uri="{FF2B5EF4-FFF2-40B4-BE49-F238E27FC236}">
                <a16:creationId xmlns:a16="http://schemas.microsoft.com/office/drawing/2014/main" id="{413F97AA-0E25-AB6F-3210-EAA5747D0A0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855" t="29191" r="25147" b="20283"/>
          <a:stretch>
            <a:fillRect/>
          </a:stretch>
        </p:blipFill>
        <p:spPr>
          <a:xfrm>
            <a:off x="13900914" y="2587838"/>
            <a:ext cx="478604" cy="411283"/>
          </a:xfrm>
          <a:prstGeom prst="rect">
            <a:avLst/>
          </a:prstGeom>
        </p:spPr>
      </p:pic>
      <p:pic>
        <p:nvPicPr>
          <p:cNvPr id="84" name="Picture 83" descr="A white circle with a black center&#10;&#10;AI-generated content may be incorrect.">
            <a:extLst>
              <a:ext uri="{FF2B5EF4-FFF2-40B4-BE49-F238E27FC236}">
                <a16:creationId xmlns:a16="http://schemas.microsoft.com/office/drawing/2014/main" id="{81B90514-4F83-7FC6-E111-36DD3CD7073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491" t="29970" r="29588" b="28342"/>
          <a:stretch>
            <a:fillRect/>
          </a:stretch>
        </p:blipFill>
        <p:spPr>
          <a:xfrm>
            <a:off x="13925817" y="4234455"/>
            <a:ext cx="427455" cy="457368"/>
          </a:xfrm>
          <a:prstGeom prst="rect">
            <a:avLst/>
          </a:prstGeom>
        </p:spPr>
      </p:pic>
      <p:pic>
        <p:nvPicPr>
          <p:cNvPr id="85" name="Picture 84" descr="A black and white spider&#10;&#10;AI-generated content may be incorrect.">
            <a:extLst>
              <a:ext uri="{FF2B5EF4-FFF2-40B4-BE49-F238E27FC236}">
                <a16:creationId xmlns:a16="http://schemas.microsoft.com/office/drawing/2014/main" id="{677696B4-5C2F-E2FF-FF43-FF3F941BD3FD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490" t="34761" r="25501" b="23956"/>
          <a:stretch>
            <a:fillRect/>
          </a:stretch>
        </p:blipFill>
        <p:spPr>
          <a:xfrm>
            <a:off x="13922797" y="3626174"/>
            <a:ext cx="459439" cy="547898"/>
          </a:xfrm>
          <a:prstGeom prst="rect">
            <a:avLst/>
          </a:prstGeom>
        </p:spPr>
      </p:pic>
      <p:pic>
        <p:nvPicPr>
          <p:cNvPr id="86" name="Picture 85" descr="A black and white image of a sea creature&#10;&#10;AI-generated content may be incorrect.">
            <a:extLst>
              <a:ext uri="{FF2B5EF4-FFF2-40B4-BE49-F238E27FC236}">
                <a16:creationId xmlns:a16="http://schemas.microsoft.com/office/drawing/2014/main" id="{D50813D3-39FB-1F90-16B9-0E23EA24A5C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755" t="38662" r="37378" b="31491"/>
          <a:stretch>
            <a:fillRect/>
          </a:stretch>
        </p:blipFill>
        <p:spPr>
          <a:xfrm rot="7146351">
            <a:off x="13815512" y="2925018"/>
            <a:ext cx="587710" cy="575296"/>
          </a:xfrm>
          <a:prstGeom prst="rect">
            <a:avLst/>
          </a:prstGeom>
        </p:spPr>
      </p:pic>
      <p:pic>
        <p:nvPicPr>
          <p:cNvPr id="91" name="Picture 90" descr="A black and white image of a sea creature&#10;&#10;AI-generated content may be incorrect.">
            <a:extLst>
              <a:ext uri="{FF2B5EF4-FFF2-40B4-BE49-F238E27FC236}">
                <a16:creationId xmlns:a16="http://schemas.microsoft.com/office/drawing/2014/main" id="{C56CF0A2-A93B-AFAB-B256-4B16E940350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755" t="38662" r="37378" b="31491"/>
          <a:stretch>
            <a:fillRect/>
          </a:stretch>
        </p:blipFill>
        <p:spPr>
          <a:xfrm rot="7146351">
            <a:off x="6369188" y="1135514"/>
            <a:ext cx="723161" cy="707886"/>
          </a:xfrm>
          <a:prstGeom prst="rect">
            <a:avLst/>
          </a:prstGeom>
        </p:spPr>
      </p:pic>
      <p:pic>
        <p:nvPicPr>
          <p:cNvPr id="92" name="Picture 91" descr="A black and white image of a sea creature&#10;&#10;AI-generated content may be incorrect.">
            <a:extLst>
              <a:ext uri="{FF2B5EF4-FFF2-40B4-BE49-F238E27FC236}">
                <a16:creationId xmlns:a16="http://schemas.microsoft.com/office/drawing/2014/main" id="{44F14D51-D730-6C12-1D25-5E20E0BB02C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755" t="38662" r="37378" b="31491"/>
          <a:stretch>
            <a:fillRect/>
          </a:stretch>
        </p:blipFill>
        <p:spPr>
          <a:xfrm rot="7146351">
            <a:off x="3700349" y="422293"/>
            <a:ext cx="723161" cy="707886"/>
          </a:xfrm>
          <a:prstGeom prst="rect">
            <a:avLst/>
          </a:prstGeom>
        </p:spPr>
      </p:pic>
      <p:pic>
        <p:nvPicPr>
          <p:cNvPr id="93" name="Picture 92" descr="A black and white image of a sea creature&#10;&#10;AI-generated content may be incorrect.">
            <a:extLst>
              <a:ext uri="{FF2B5EF4-FFF2-40B4-BE49-F238E27FC236}">
                <a16:creationId xmlns:a16="http://schemas.microsoft.com/office/drawing/2014/main" id="{CD59CFFD-9C1E-AFAE-9E6F-2A50124B3C0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755" t="38662" r="37378" b="31491"/>
          <a:stretch>
            <a:fillRect/>
          </a:stretch>
        </p:blipFill>
        <p:spPr>
          <a:xfrm rot="7146351">
            <a:off x="2279140" y="182417"/>
            <a:ext cx="723161" cy="707886"/>
          </a:xfrm>
          <a:prstGeom prst="rect">
            <a:avLst/>
          </a:prstGeom>
        </p:spPr>
      </p:pic>
      <p:pic>
        <p:nvPicPr>
          <p:cNvPr id="94" name="Picture 93" descr="A black and white spider&#10;&#10;AI-generated content may be incorrect.">
            <a:extLst>
              <a:ext uri="{FF2B5EF4-FFF2-40B4-BE49-F238E27FC236}">
                <a16:creationId xmlns:a16="http://schemas.microsoft.com/office/drawing/2014/main" id="{CD5D84BF-9136-BB2C-0AC4-2132AF386175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490" t="34761" r="25501" b="23956"/>
          <a:stretch>
            <a:fillRect/>
          </a:stretch>
        </p:blipFill>
        <p:spPr>
          <a:xfrm>
            <a:off x="1611617" y="739992"/>
            <a:ext cx="667238" cy="795706"/>
          </a:xfrm>
          <a:prstGeom prst="rect">
            <a:avLst/>
          </a:prstGeom>
        </p:spPr>
      </p:pic>
      <p:pic>
        <p:nvPicPr>
          <p:cNvPr id="95" name="Picture 94" descr="A black and white spider&#10;&#10;AI-generated content may be incorrect.">
            <a:extLst>
              <a:ext uri="{FF2B5EF4-FFF2-40B4-BE49-F238E27FC236}">
                <a16:creationId xmlns:a16="http://schemas.microsoft.com/office/drawing/2014/main" id="{9E156626-D2CE-ABA6-7158-5EAB6B5BAA8D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490" t="34761" r="25501" b="23956"/>
          <a:stretch>
            <a:fillRect/>
          </a:stretch>
        </p:blipFill>
        <p:spPr>
          <a:xfrm>
            <a:off x="6431703" y="24429"/>
            <a:ext cx="667238" cy="795706"/>
          </a:xfrm>
          <a:prstGeom prst="rect">
            <a:avLst/>
          </a:prstGeom>
        </p:spPr>
      </p:pic>
      <p:pic>
        <p:nvPicPr>
          <p:cNvPr id="96" name="Picture 95" descr="A white circle with a black center&#10;&#10;AI-generated content may be incorrect.">
            <a:extLst>
              <a:ext uri="{FF2B5EF4-FFF2-40B4-BE49-F238E27FC236}">
                <a16:creationId xmlns:a16="http://schemas.microsoft.com/office/drawing/2014/main" id="{7D16CD11-2615-2076-C637-E27A3A2A654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491" t="29970" r="29588" b="28342"/>
          <a:stretch>
            <a:fillRect/>
          </a:stretch>
        </p:blipFill>
        <p:spPr>
          <a:xfrm>
            <a:off x="5168475" y="746979"/>
            <a:ext cx="635602" cy="680081"/>
          </a:xfrm>
          <a:prstGeom prst="rect">
            <a:avLst/>
          </a:prstGeom>
        </p:spPr>
      </p:pic>
      <p:pic>
        <p:nvPicPr>
          <p:cNvPr id="97" name="Picture 96" descr="A white circle with a black center&#10;&#10;AI-generated content may be incorrect.">
            <a:extLst>
              <a:ext uri="{FF2B5EF4-FFF2-40B4-BE49-F238E27FC236}">
                <a16:creationId xmlns:a16="http://schemas.microsoft.com/office/drawing/2014/main" id="{7A219AFC-2ECC-97E5-70D1-587B28E7CCD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491" t="29970" r="29588" b="28342"/>
          <a:stretch>
            <a:fillRect/>
          </a:stretch>
        </p:blipFill>
        <p:spPr>
          <a:xfrm>
            <a:off x="5262659" y="101542"/>
            <a:ext cx="635602" cy="680081"/>
          </a:xfrm>
          <a:prstGeom prst="rect">
            <a:avLst/>
          </a:prstGeom>
        </p:spPr>
      </p:pic>
      <p:pic>
        <p:nvPicPr>
          <p:cNvPr id="98" name="Picture 97" descr="A white circle with a black center&#10;&#10;AI-generated content may be incorrect.">
            <a:extLst>
              <a:ext uri="{FF2B5EF4-FFF2-40B4-BE49-F238E27FC236}">
                <a16:creationId xmlns:a16="http://schemas.microsoft.com/office/drawing/2014/main" id="{10BB2964-2E0D-4959-E1D9-D6926431085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491" t="29970" r="29588" b="28342"/>
          <a:stretch>
            <a:fillRect/>
          </a:stretch>
        </p:blipFill>
        <p:spPr>
          <a:xfrm>
            <a:off x="1738038" y="100657"/>
            <a:ext cx="635602" cy="680081"/>
          </a:xfrm>
          <a:prstGeom prst="rect">
            <a:avLst/>
          </a:prstGeom>
        </p:spPr>
      </p:pic>
      <p:pic>
        <p:nvPicPr>
          <p:cNvPr id="101" name="Picture 100" descr="A white circle with a black center&#10;&#10;AI-generated content may be incorrect.">
            <a:extLst>
              <a:ext uri="{FF2B5EF4-FFF2-40B4-BE49-F238E27FC236}">
                <a16:creationId xmlns:a16="http://schemas.microsoft.com/office/drawing/2014/main" id="{BF704BB2-6BF5-E889-788B-EDF90B56D3E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491" t="29970" r="29588" b="28342"/>
          <a:stretch>
            <a:fillRect/>
          </a:stretch>
        </p:blipFill>
        <p:spPr>
          <a:xfrm>
            <a:off x="5494568" y="2526759"/>
            <a:ext cx="635602" cy="680081"/>
          </a:xfrm>
          <a:prstGeom prst="rect">
            <a:avLst/>
          </a:prstGeom>
        </p:spPr>
      </p:pic>
      <p:pic>
        <p:nvPicPr>
          <p:cNvPr id="102" name="Picture 101" descr="A white circle with a black center&#10;&#10;AI-generated content may be incorrect.">
            <a:extLst>
              <a:ext uri="{FF2B5EF4-FFF2-40B4-BE49-F238E27FC236}">
                <a16:creationId xmlns:a16="http://schemas.microsoft.com/office/drawing/2014/main" id="{05B46C43-B895-2DFA-40E9-58D69D1EFC7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491" t="29970" r="29588" b="28342"/>
          <a:stretch>
            <a:fillRect/>
          </a:stretch>
        </p:blipFill>
        <p:spPr>
          <a:xfrm>
            <a:off x="2902814" y="2243717"/>
            <a:ext cx="635602" cy="680081"/>
          </a:xfrm>
          <a:prstGeom prst="rect">
            <a:avLst/>
          </a:prstGeom>
        </p:spPr>
      </p:pic>
      <p:pic>
        <p:nvPicPr>
          <p:cNvPr id="103" name="Picture 102" descr="A white circle with a black center&#10;&#10;AI-generated content may be incorrect.">
            <a:extLst>
              <a:ext uri="{FF2B5EF4-FFF2-40B4-BE49-F238E27FC236}">
                <a16:creationId xmlns:a16="http://schemas.microsoft.com/office/drawing/2014/main" id="{51F6F50F-A7C1-7BA7-1551-0AD1E2651C9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491" t="29970" r="29588" b="28342"/>
          <a:stretch>
            <a:fillRect/>
          </a:stretch>
        </p:blipFill>
        <p:spPr>
          <a:xfrm>
            <a:off x="1052522" y="2670816"/>
            <a:ext cx="635602" cy="680081"/>
          </a:xfrm>
          <a:prstGeom prst="rect">
            <a:avLst/>
          </a:prstGeom>
        </p:spPr>
      </p:pic>
      <p:pic>
        <p:nvPicPr>
          <p:cNvPr id="105" name="Picture 104" descr="A black and white image of a comet in the sky&#10;&#10;AI-generated content may be incorrect.">
            <a:extLst>
              <a:ext uri="{FF2B5EF4-FFF2-40B4-BE49-F238E27FC236}">
                <a16:creationId xmlns:a16="http://schemas.microsoft.com/office/drawing/2014/main" id="{9D9683C7-D595-92DE-60BE-DADA380F5FD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855" t="29191" r="25147" b="20283"/>
          <a:stretch>
            <a:fillRect/>
          </a:stretch>
        </p:blipFill>
        <p:spPr>
          <a:xfrm>
            <a:off x="8264923" y="4427128"/>
            <a:ext cx="616044" cy="529390"/>
          </a:xfrm>
          <a:prstGeom prst="rect">
            <a:avLst/>
          </a:prstGeom>
        </p:spPr>
      </p:pic>
      <p:pic>
        <p:nvPicPr>
          <p:cNvPr id="106" name="Picture 105" descr="A black and white image of a comet in the sky&#10;&#10;AI-generated content may be incorrect.">
            <a:extLst>
              <a:ext uri="{FF2B5EF4-FFF2-40B4-BE49-F238E27FC236}">
                <a16:creationId xmlns:a16="http://schemas.microsoft.com/office/drawing/2014/main" id="{B2B5D005-0BEF-9A45-B289-F8D13B16C77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855" t="29191" r="25147" b="20283"/>
          <a:stretch>
            <a:fillRect/>
          </a:stretch>
        </p:blipFill>
        <p:spPr>
          <a:xfrm>
            <a:off x="9238066" y="5001745"/>
            <a:ext cx="616044" cy="529390"/>
          </a:xfrm>
          <a:prstGeom prst="rect">
            <a:avLst/>
          </a:prstGeom>
        </p:spPr>
      </p:pic>
      <p:pic>
        <p:nvPicPr>
          <p:cNvPr id="107" name="Picture 106" descr="A black and white image of a comet in the sky&#10;&#10;AI-generated content may be incorrect.">
            <a:extLst>
              <a:ext uri="{FF2B5EF4-FFF2-40B4-BE49-F238E27FC236}">
                <a16:creationId xmlns:a16="http://schemas.microsoft.com/office/drawing/2014/main" id="{4FA90399-6CCC-1769-EDBB-1E6C4A32533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855" t="29191" r="25147" b="20283"/>
          <a:stretch>
            <a:fillRect/>
          </a:stretch>
        </p:blipFill>
        <p:spPr>
          <a:xfrm>
            <a:off x="10034829" y="4737050"/>
            <a:ext cx="616044" cy="529390"/>
          </a:xfrm>
          <a:prstGeom prst="rect">
            <a:avLst/>
          </a:prstGeom>
        </p:spPr>
      </p:pic>
      <p:pic>
        <p:nvPicPr>
          <p:cNvPr id="108" name="Picture 107" descr="A black and white image of a comet in the sky&#10;&#10;AI-generated content may be incorrect.">
            <a:extLst>
              <a:ext uri="{FF2B5EF4-FFF2-40B4-BE49-F238E27FC236}">
                <a16:creationId xmlns:a16="http://schemas.microsoft.com/office/drawing/2014/main" id="{D1ED31B5-EAD2-A018-F344-A6B6A682ED1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855" t="29191" r="25147" b="20283"/>
          <a:stretch>
            <a:fillRect/>
          </a:stretch>
        </p:blipFill>
        <p:spPr>
          <a:xfrm>
            <a:off x="11551336" y="4061097"/>
            <a:ext cx="616044" cy="529390"/>
          </a:xfrm>
          <a:prstGeom prst="rect">
            <a:avLst/>
          </a:prstGeom>
        </p:spPr>
      </p:pic>
      <p:pic>
        <p:nvPicPr>
          <p:cNvPr id="109" name="Picture 108" descr="A black and white image of a comet in the sky&#10;&#10;AI-generated content may be incorrect.">
            <a:extLst>
              <a:ext uri="{FF2B5EF4-FFF2-40B4-BE49-F238E27FC236}">
                <a16:creationId xmlns:a16="http://schemas.microsoft.com/office/drawing/2014/main" id="{8F8A5684-015C-F4EC-4EE6-08F415171D7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855" t="29191" r="25147" b="20283"/>
          <a:stretch>
            <a:fillRect/>
          </a:stretch>
        </p:blipFill>
        <p:spPr>
          <a:xfrm>
            <a:off x="12292838" y="4441328"/>
            <a:ext cx="616044" cy="529390"/>
          </a:xfrm>
          <a:prstGeom prst="rect">
            <a:avLst/>
          </a:prstGeom>
        </p:spPr>
      </p:pic>
      <p:pic>
        <p:nvPicPr>
          <p:cNvPr id="110" name="Picture 109" descr="A black and white image of a comet in the sky&#10;&#10;AI-generated content may be incorrect.">
            <a:extLst>
              <a:ext uri="{FF2B5EF4-FFF2-40B4-BE49-F238E27FC236}">
                <a16:creationId xmlns:a16="http://schemas.microsoft.com/office/drawing/2014/main" id="{994C77CA-8A14-1A1C-A5EB-66C2D1CD802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855" t="29191" r="25147" b="20283"/>
          <a:stretch>
            <a:fillRect/>
          </a:stretch>
        </p:blipFill>
        <p:spPr>
          <a:xfrm>
            <a:off x="8871574" y="4319884"/>
            <a:ext cx="616044" cy="529390"/>
          </a:xfrm>
          <a:prstGeom prst="rect">
            <a:avLst/>
          </a:prstGeom>
        </p:spPr>
      </p:pic>
      <p:pic>
        <p:nvPicPr>
          <p:cNvPr id="111" name="Picture 110" descr="A black and white image of a comet in the sky&#10;&#10;AI-generated content may be incorrect.">
            <a:extLst>
              <a:ext uri="{FF2B5EF4-FFF2-40B4-BE49-F238E27FC236}">
                <a16:creationId xmlns:a16="http://schemas.microsoft.com/office/drawing/2014/main" id="{8DF415EB-32BE-40AD-9686-8DF4F1BD23D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855" t="29191" r="25147" b="20283"/>
          <a:stretch>
            <a:fillRect/>
          </a:stretch>
        </p:blipFill>
        <p:spPr>
          <a:xfrm>
            <a:off x="11676794" y="4899689"/>
            <a:ext cx="616044" cy="529390"/>
          </a:xfrm>
          <a:prstGeom prst="rect">
            <a:avLst/>
          </a:prstGeom>
        </p:spPr>
      </p:pic>
      <p:pic>
        <p:nvPicPr>
          <p:cNvPr id="112" name="Picture 111" descr="A white object in the dark&#10;&#10;AI-generated content may be incorrect.">
            <a:extLst>
              <a:ext uri="{FF2B5EF4-FFF2-40B4-BE49-F238E27FC236}">
                <a16:creationId xmlns:a16="http://schemas.microsoft.com/office/drawing/2014/main" id="{5526603A-FEC2-6AEC-51B5-37B39DE7A0D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3625" b="9001"/>
          <a:stretch>
            <a:fillRect/>
          </a:stretch>
        </p:blipFill>
        <p:spPr>
          <a:xfrm>
            <a:off x="7775097" y="4329776"/>
            <a:ext cx="577462" cy="728847"/>
          </a:xfrm>
          <a:prstGeom prst="rect">
            <a:avLst/>
          </a:prstGeom>
        </p:spPr>
      </p:pic>
      <p:pic>
        <p:nvPicPr>
          <p:cNvPr id="115" name="Picture 114" descr="A white object in the dark&#10;&#10;AI-generated content may be incorrect.">
            <a:extLst>
              <a:ext uri="{FF2B5EF4-FFF2-40B4-BE49-F238E27FC236}">
                <a16:creationId xmlns:a16="http://schemas.microsoft.com/office/drawing/2014/main" id="{185DE3CD-B95D-8417-C9C9-15251931DDC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3625" b="9001"/>
          <a:stretch>
            <a:fillRect/>
          </a:stretch>
        </p:blipFill>
        <p:spPr>
          <a:xfrm>
            <a:off x="10270779" y="4205716"/>
            <a:ext cx="577462" cy="728847"/>
          </a:xfrm>
          <a:prstGeom prst="rect">
            <a:avLst/>
          </a:prstGeom>
        </p:spPr>
      </p:pic>
      <p:pic>
        <p:nvPicPr>
          <p:cNvPr id="116" name="Picture 115" descr="A white object in the dark&#10;&#10;AI-generated content may be incorrect.">
            <a:extLst>
              <a:ext uri="{FF2B5EF4-FFF2-40B4-BE49-F238E27FC236}">
                <a16:creationId xmlns:a16="http://schemas.microsoft.com/office/drawing/2014/main" id="{4B41CE68-843F-2F2F-238B-71D991997FD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3625" b="9001"/>
          <a:stretch>
            <a:fillRect/>
          </a:stretch>
        </p:blipFill>
        <p:spPr>
          <a:xfrm>
            <a:off x="10917724" y="4309602"/>
            <a:ext cx="577462" cy="728847"/>
          </a:xfrm>
          <a:prstGeom prst="rect">
            <a:avLst/>
          </a:prstGeom>
        </p:spPr>
      </p:pic>
      <p:pic>
        <p:nvPicPr>
          <p:cNvPr id="118" name="Picture 117" descr="A white object in the dark&#10;&#10;AI-generated content may be incorrect.">
            <a:extLst>
              <a:ext uri="{FF2B5EF4-FFF2-40B4-BE49-F238E27FC236}">
                <a16:creationId xmlns:a16="http://schemas.microsoft.com/office/drawing/2014/main" id="{8BBDCFDE-A90D-6514-A64C-77231A69774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3625" b="9001"/>
          <a:stretch>
            <a:fillRect/>
          </a:stretch>
        </p:blipFill>
        <p:spPr>
          <a:xfrm>
            <a:off x="12950541" y="4139412"/>
            <a:ext cx="577462" cy="728847"/>
          </a:xfrm>
          <a:prstGeom prst="rect">
            <a:avLst/>
          </a:prstGeom>
        </p:spPr>
      </p:pic>
      <p:pic>
        <p:nvPicPr>
          <p:cNvPr id="119" name="Picture 118" descr="A white object on a black background&#10;&#10;AI-generated content may be incorrect.">
            <a:extLst>
              <a:ext uri="{FF2B5EF4-FFF2-40B4-BE49-F238E27FC236}">
                <a16:creationId xmlns:a16="http://schemas.microsoft.com/office/drawing/2014/main" id="{815D2367-3A09-1980-7289-FDE4A33BB81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305" t="29849" r="26290" b="9208"/>
          <a:stretch>
            <a:fillRect/>
          </a:stretch>
        </p:blipFill>
        <p:spPr>
          <a:xfrm flipV="1">
            <a:off x="9979645" y="2293808"/>
            <a:ext cx="97914" cy="142453"/>
          </a:xfrm>
          <a:prstGeom prst="rect">
            <a:avLst/>
          </a:prstGeom>
        </p:spPr>
      </p:pic>
      <p:pic>
        <p:nvPicPr>
          <p:cNvPr id="121" name="Picture 120" descr="A white object on a black background&#10;&#10;AI-generated content may be incorrect.">
            <a:extLst>
              <a:ext uri="{FF2B5EF4-FFF2-40B4-BE49-F238E27FC236}">
                <a16:creationId xmlns:a16="http://schemas.microsoft.com/office/drawing/2014/main" id="{258B6351-5369-CDFE-3225-189B4E161F5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305" t="29849" r="26290" b="9208"/>
          <a:stretch>
            <a:fillRect/>
          </a:stretch>
        </p:blipFill>
        <p:spPr>
          <a:xfrm flipV="1">
            <a:off x="12730185" y="2348660"/>
            <a:ext cx="97914" cy="142453"/>
          </a:xfrm>
          <a:prstGeom prst="rect">
            <a:avLst/>
          </a:prstGeom>
        </p:spPr>
      </p:pic>
      <p:pic>
        <p:nvPicPr>
          <p:cNvPr id="122" name="Picture 121" descr="A white object on a black background&#10;&#10;AI-generated content may be incorrect.">
            <a:extLst>
              <a:ext uri="{FF2B5EF4-FFF2-40B4-BE49-F238E27FC236}">
                <a16:creationId xmlns:a16="http://schemas.microsoft.com/office/drawing/2014/main" id="{9D9C2923-E68E-3CA7-E340-786CB9920EA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305" t="29849" r="26290" b="9208"/>
          <a:stretch>
            <a:fillRect/>
          </a:stretch>
        </p:blipFill>
        <p:spPr>
          <a:xfrm flipV="1">
            <a:off x="8659557" y="3020036"/>
            <a:ext cx="97914" cy="142453"/>
          </a:xfrm>
          <a:prstGeom prst="rect">
            <a:avLst/>
          </a:prstGeom>
        </p:spPr>
      </p:pic>
      <p:pic>
        <p:nvPicPr>
          <p:cNvPr id="123" name="Picture 122" descr="A white object on a black background&#10;&#10;AI-generated content may be incorrect.">
            <a:extLst>
              <a:ext uri="{FF2B5EF4-FFF2-40B4-BE49-F238E27FC236}">
                <a16:creationId xmlns:a16="http://schemas.microsoft.com/office/drawing/2014/main" id="{DF97DA30-AA78-ED09-E449-84C2DD76EAC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305" t="29849" r="26290" b="9208"/>
          <a:stretch>
            <a:fillRect/>
          </a:stretch>
        </p:blipFill>
        <p:spPr>
          <a:xfrm flipV="1">
            <a:off x="12908882" y="2950199"/>
            <a:ext cx="97914" cy="142453"/>
          </a:xfrm>
          <a:prstGeom prst="rect">
            <a:avLst/>
          </a:prstGeom>
        </p:spPr>
      </p:pic>
      <p:pic>
        <p:nvPicPr>
          <p:cNvPr id="125" name="Picture 124" descr="A white object in the dark&#10;&#10;AI-generated content may be incorrect.">
            <a:extLst>
              <a:ext uri="{FF2B5EF4-FFF2-40B4-BE49-F238E27FC236}">
                <a16:creationId xmlns:a16="http://schemas.microsoft.com/office/drawing/2014/main" id="{58D95492-1971-53EE-EB47-4FA7A377138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3625" b="9001"/>
          <a:stretch>
            <a:fillRect/>
          </a:stretch>
        </p:blipFill>
        <p:spPr>
          <a:xfrm>
            <a:off x="9006243" y="2402334"/>
            <a:ext cx="577462" cy="728847"/>
          </a:xfrm>
          <a:prstGeom prst="rect">
            <a:avLst/>
          </a:prstGeom>
        </p:spPr>
      </p:pic>
      <p:pic>
        <p:nvPicPr>
          <p:cNvPr id="126" name="Picture 125" descr="A white object in the dark&#10;&#10;AI-generated content may be incorrect.">
            <a:extLst>
              <a:ext uri="{FF2B5EF4-FFF2-40B4-BE49-F238E27FC236}">
                <a16:creationId xmlns:a16="http://schemas.microsoft.com/office/drawing/2014/main" id="{19E5B47B-0B55-CCE1-126E-1757241E6CC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3625" b="9001"/>
          <a:stretch>
            <a:fillRect/>
          </a:stretch>
        </p:blipFill>
        <p:spPr>
          <a:xfrm>
            <a:off x="10755626" y="2770659"/>
            <a:ext cx="577462" cy="728847"/>
          </a:xfrm>
          <a:prstGeom prst="rect">
            <a:avLst/>
          </a:prstGeom>
        </p:spPr>
      </p:pic>
      <p:pic>
        <p:nvPicPr>
          <p:cNvPr id="127" name="Picture 126" descr="A white object in the dark&#10;&#10;AI-generated content may be incorrect.">
            <a:extLst>
              <a:ext uri="{FF2B5EF4-FFF2-40B4-BE49-F238E27FC236}">
                <a16:creationId xmlns:a16="http://schemas.microsoft.com/office/drawing/2014/main" id="{D705DB20-D635-F36E-1973-6F509F15948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3625" b="9001"/>
          <a:stretch>
            <a:fillRect/>
          </a:stretch>
        </p:blipFill>
        <p:spPr>
          <a:xfrm>
            <a:off x="10206811" y="1988585"/>
            <a:ext cx="577462" cy="728847"/>
          </a:xfrm>
          <a:prstGeom prst="rect">
            <a:avLst/>
          </a:prstGeom>
        </p:spPr>
      </p:pic>
      <p:pic>
        <p:nvPicPr>
          <p:cNvPr id="128" name="Picture 127" descr="A white object in the dark&#10;&#10;AI-generated content may be incorrect.">
            <a:extLst>
              <a:ext uri="{FF2B5EF4-FFF2-40B4-BE49-F238E27FC236}">
                <a16:creationId xmlns:a16="http://schemas.microsoft.com/office/drawing/2014/main" id="{CBC5CE91-9261-B516-8468-617D3C4F41B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3625" b="9001"/>
          <a:stretch>
            <a:fillRect/>
          </a:stretch>
        </p:blipFill>
        <p:spPr>
          <a:xfrm>
            <a:off x="11810956" y="2162335"/>
            <a:ext cx="577462" cy="728847"/>
          </a:xfrm>
          <a:prstGeom prst="rect">
            <a:avLst/>
          </a:prstGeom>
        </p:spPr>
      </p:pic>
      <p:pic>
        <p:nvPicPr>
          <p:cNvPr id="129" name="Picture 128" descr="A white object in the dark&#10;&#10;AI-generated content may be incorrect.">
            <a:extLst>
              <a:ext uri="{FF2B5EF4-FFF2-40B4-BE49-F238E27FC236}">
                <a16:creationId xmlns:a16="http://schemas.microsoft.com/office/drawing/2014/main" id="{A42B5624-F9BF-F36A-88EE-23B864DCC44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3625" b="9001"/>
          <a:stretch>
            <a:fillRect/>
          </a:stretch>
        </p:blipFill>
        <p:spPr>
          <a:xfrm>
            <a:off x="12921056" y="2833072"/>
            <a:ext cx="577462" cy="728847"/>
          </a:xfrm>
          <a:prstGeom prst="rect">
            <a:avLst/>
          </a:prstGeom>
        </p:spPr>
      </p:pic>
      <p:pic>
        <p:nvPicPr>
          <p:cNvPr id="130" name="Picture 129" descr="A white object in the dark&#10;&#10;AI-generated content may be incorrect.">
            <a:extLst>
              <a:ext uri="{FF2B5EF4-FFF2-40B4-BE49-F238E27FC236}">
                <a16:creationId xmlns:a16="http://schemas.microsoft.com/office/drawing/2014/main" id="{79FE4E02-DC75-495F-DCB3-6EFDEC34FB1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3625" b="9001"/>
          <a:stretch>
            <a:fillRect/>
          </a:stretch>
        </p:blipFill>
        <p:spPr>
          <a:xfrm>
            <a:off x="12886573" y="1922281"/>
            <a:ext cx="577462" cy="728847"/>
          </a:xfrm>
          <a:prstGeom prst="rect">
            <a:avLst/>
          </a:prstGeom>
        </p:spPr>
      </p:pic>
      <p:pic>
        <p:nvPicPr>
          <p:cNvPr id="131" name="Picture 130" descr="A white circle with a black center&#10;&#10;AI-generated content may be incorrect.">
            <a:extLst>
              <a:ext uri="{FF2B5EF4-FFF2-40B4-BE49-F238E27FC236}">
                <a16:creationId xmlns:a16="http://schemas.microsoft.com/office/drawing/2014/main" id="{6B8AB9A6-0B9E-33C6-2DD9-BC47DD2D9CE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491" t="29970" r="29588" b="28342"/>
          <a:stretch>
            <a:fillRect/>
          </a:stretch>
        </p:blipFill>
        <p:spPr>
          <a:xfrm>
            <a:off x="10182355" y="2680166"/>
            <a:ext cx="635602" cy="680081"/>
          </a:xfrm>
          <a:prstGeom prst="rect">
            <a:avLst/>
          </a:prstGeom>
        </p:spPr>
      </p:pic>
      <p:pic>
        <p:nvPicPr>
          <p:cNvPr id="132" name="Picture 131" descr="A white circle with a black center&#10;&#10;AI-generated content may be incorrect.">
            <a:extLst>
              <a:ext uri="{FF2B5EF4-FFF2-40B4-BE49-F238E27FC236}">
                <a16:creationId xmlns:a16="http://schemas.microsoft.com/office/drawing/2014/main" id="{4DD5AB17-3F4F-9890-1C38-3C391B1908A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491" t="29970" r="29588" b="28342"/>
          <a:stretch>
            <a:fillRect/>
          </a:stretch>
        </p:blipFill>
        <p:spPr>
          <a:xfrm>
            <a:off x="12990422" y="2232894"/>
            <a:ext cx="635602" cy="680081"/>
          </a:xfrm>
          <a:prstGeom prst="rect">
            <a:avLst/>
          </a:prstGeom>
        </p:spPr>
      </p:pic>
      <p:pic>
        <p:nvPicPr>
          <p:cNvPr id="133" name="Picture 132" descr="A black and white image of a sea creature&#10;&#10;AI-generated content may be incorrect.">
            <a:extLst>
              <a:ext uri="{FF2B5EF4-FFF2-40B4-BE49-F238E27FC236}">
                <a16:creationId xmlns:a16="http://schemas.microsoft.com/office/drawing/2014/main" id="{561E47FB-386E-14D3-3EF1-01F1E923FA5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755" t="38662" r="37378" b="31491"/>
          <a:stretch>
            <a:fillRect/>
          </a:stretch>
        </p:blipFill>
        <p:spPr>
          <a:xfrm rot="7146351">
            <a:off x="11043553" y="2057152"/>
            <a:ext cx="723161" cy="707886"/>
          </a:xfrm>
          <a:prstGeom prst="rect">
            <a:avLst/>
          </a:prstGeom>
        </p:spPr>
      </p:pic>
      <p:pic>
        <p:nvPicPr>
          <p:cNvPr id="134" name="Picture 133" descr="A black and white image of a sea creature&#10;&#10;AI-generated content may be incorrect.">
            <a:extLst>
              <a:ext uri="{FF2B5EF4-FFF2-40B4-BE49-F238E27FC236}">
                <a16:creationId xmlns:a16="http://schemas.microsoft.com/office/drawing/2014/main" id="{C94DED3E-39B7-6671-A98A-8EBBD782623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755" t="38662" r="37378" b="31491"/>
          <a:stretch>
            <a:fillRect/>
          </a:stretch>
        </p:blipFill>
        <p:spPr>
          <a:xfrm rot="7146351">
            <a:off x="9383833" y="2194654"/>
            <a:ext cx="723161" cy="707886"/>
          </a:xfrm>
          <a:prstGeom prst="rect">
            <a:avLst/>
          </a:prstGeom>
        </p:spPr>
      </p:pic>
      <p:pic>
        <p:nvPicPr>
          <p:cNvPr id="135" name="Picture 134" descr="A black and white image of a sea creature&#10;&#10;AI-generated content may be incorrect.">
            <a:extLst>
              <a:ext uri="{FF2B5EF4-FFF2-40B4-BE49-F238E27FC236}">
                <a16:creationId xmlns:a16="http://schemas.microsoft.com/office/drawing/2014/main" id="{B6D24009-96CC-43DD-C271-3733E1C1A76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755" t="38662" r="37378" b="31491"/>
          <a:stretch>
            <a:fillRect/>
          </a:stretch>
        </p:blipFill>
        <p:spPr>
          <a:xfrm rot="7146351">
            <a:off x="7649482" y="2172410"/>
            <a:ext cx="723161" cy="707886"/>
          </a:xfrm>
          <a:prstGeom prst="rect">
            <a:avLst/>
          </a:prstGeom>
        </p:spPr>
      </p:pic>
      <p:pic>
        <p:nvPicPr>
          <p:cNvPr id="136" name="Picture 135" descr="A black and white image of a comet in the sky&#10;&#10;AI-generated content may be incorrect.">
            <a:extLst>
              <a:ext uri="{FF2B5EF4-FFF2-40B4-BE49-F238E27FC236}">
                <a16:creationId xmlns:a16="http://schemas.microsoft.com/office/drawing/2014/main" id="{C6AD96EB-74BA-EA83-DDE8-E4AF1C4499B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855" t="29191" r="25147" b="20283"/>
          <a:stretch>
            <a:fillRect/>
          </a:stretch>
        </p:blipFill>
        <p:spPr>
          <a:xfrm>
            <a:off x="8662199" y="2777039"/>
            <a:ext cx="616044" cy="529390"/>
          </a:xfrm>
          <a:prstGeom prst="rect">
            <a:avLst/>
          </a:prstGeom>
        </p:spPr>
      </p:pic>
      <p:pic>
        <p:nvPicPr>
          <p:cNvPr id="137" name="Picture 136" descr="A black and white image of a comet in the sky&#10;&#10;AI-generated content may be incorrect.">
            <a:extLst>
              <a:ext uri="{FF2B5EF4-FFF2-40B4-BE49-F238E27FC236}">
                <a16:creationId xmlns:a16="http://schemas.microsoft.com/office/drawing/2014/main" id="{925EA2E8-BC59-701C-1DD9-3D74D8196D8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855" t="29191" r="25147" b="20283"/>
          <a:stretch>
            <a:fillRect/>
          </a:stretch>
        </p:blipFill>
        <p:spPr>
          <a:xfrm>
            <a:off x="11521669" y="2788954"/>
            <a:ext cx="616044" cy="529390"/>
          </a:xfrm>
          <a:prstGeom prst="rect">
            <a:avLst/>
          </a:prstGeom>
        </p:spPr>
      </p:pic>
      <p:pic>
        <p:nvPicPr>
          <p:cNvPr id="138" name="Picture 137" descr="A black and white image of a comet in the sky&#10;&#10;AI-generated content may be incorrect.">
            <a:extLst>
              <a:ext uri="{FF2B5EF4-FFF2-40B4-BE49-F238E27FC236}">
                <a16:creationId xmlns:a16="http://schemas.microsoft.com/office/drawing/2014/main" id="{6936CC26-56E9-97AE-F247-65E37EEF58C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855" t="29191" r="25147" b="20283"/>
          <a:stretch>
            <a:fillRect/>
          </a:stretch>
        </p:blipFill>
        <p:spPr>
          <a:xfrm>
            <a:off x="7860457" y="3897329"/>
            <a:ext cx="616044" cy="529390"/>
          </a:xfrm>
          <a:prstGeom prst="rect">
            <a:avLst/>
          </a:prstGeom>
        </p:spPr>
      </p:pic>
      <p:pic>
        <p:nvPicPr>
          <p:cNvPr id="139" name="Picture 138" descr="A black and white image of a comet in the sky&#10;&#10;AI-generated content may be incorrect.">
            <a:extLst>
              <a:ext uri="{FF2B5EF4-FFF2-40B4-BE49-F238E27FC236}">
                <a16:creationId xmlns:a16="http://schemas.microsoft.com/office/drawing/2014/main" id="{C81EB685-394D-4FF6-36E2-1F2C64979FF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855" t="29191" r="25147" b="20283"/>
          <a:stretch>
            <a:fillRect/>
          </a:stretch>
        </p:blipFill>
        <p:spPr>
          <a:xfrm>
            <a:off x="12419476" y="3815405"/>
            <a:ext cx="616044" cy="529390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9C256278-06EB-E9EF-6A14-DF011B0B8E4C}"/>
              </a:ext>
            </a:extLst>
          </p:cNvPr>
          <p:cNvSpPr txBox="1"/>
          <p:nvPr/>
        </p:nvSpPr>
        <p:spPr>
          <a:xfrm>
            <a:off x="2469492" y="3461868"/>
            <a:ext cx="295167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chemeClr val="bg1"/>
                </a:solidFill>
              </a:rPr>
              <a:t>Large, fluffy aggregates are sinking into the mesopelagic</a:t>
            </a:r>
          </a:p>
        </p:txBody>
      </p:sp>
      <p:pic>
        <p:nvPicPr>
          <p:cNvPr id="141" name="Picture 140" descr="A black and white image of a sea creature&#10;&#10;AI-generated content may be incorrect.">
            <a:extLst>
              <a:ext uri="{FF2B5EF4-FFF2-40B4-BE49-F238E27FC236}">
                <a16:creationId xmlns:a16="http://schemas.microsoft.com/office/drawing/2014/main" id="{A12BBFD3-CAA8-5868-4F42-622C79FFBEA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755" t="38662" r="37378" b="31491"/>
          <a:stretch>
            <a:fillRect/>
          </a:stretch>
        </p:blipFill>
        <p:spPr>
          <a:xfrm rot="7146351">
            <a:off x="7972519" y="180797"/>
            <a:ext cx="723161" cy="707886"/>
          </a:xfrm>
          <a:prstGeom prst="rect">
            <a:avLst/>
          </a:prstGeom>
        </p:spPr>
      </p:pic>
      <p:pic>
        <p:nvPicPr>
          <p:cNvPr id="142" name="Picture 141" descr="A black and white image of a sea creature&#10;&#10;AI-generated content may be incorrect.">
            <a:extLst>
              <a:ext uri="{FF2B5EF4-FFF2-40B4-BE49-F238E27FC236}">
                <a16:creationId xmlns:a16="http://schemas.microsoft.com/office/drawing/2014/main" id="{97710390-6838-067C-CDBC-08A9201A371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755" t="38662" r="37378" b="31491"/>
          <a:stretch>
            <a:fillRect/>
          </a:stretch>
        </p:blipFill>
        <p:spPr>
          <a:xfrm rot="7146351">
            <a:off x="10307500" y="399668"/>
            <a:ext cx="723161" cy="707886"/>
          </a:xfrm>
          <a:prstGeom prst="rect">
            <a:avLst/>
          </a:prstGeom>
        </p:spPr>
      </p:pic>
      <p:pic>
        <p:nvPicPr>
          <p:cNvPr id="143" name="Picture 142" descr="A black and white image of a sea creature&#10;&#10;AI-generated content may be incorrect.">
            <a:extLst>
              <a:ext uri="{FF2B5EF4-FFF2-40B4-BE49-F238E27FC236}">
                <a16:creationId xmlns:a16="http://schemas.microsoft.com/office/drawing/2014/main" id="{5CBD26AE-6117-9CF5-5484-F999F18A1DE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755" t="38662" r="37378" b="31491"/>
          <a:stretch>
            <a:fillRect/>
          </a:stretch>
        </p:blipFill>
        <p:spPr>
          <a:xfrm rot="7146351">
            <a:off x="12805185" y="-22061"/>
            <a:ext cx="723161" cy="707886"/>
          </a:xfrm>
          <a:prstGeom prst="rect">
            <a:avLst/>
          </a:prstGeom>
        </p:spPr>
      </p:pic>
      <p:pic>
        <p:nvPicPr>
          <p:cNvPr id="144" name="Picture 143" descr="A white circle with a black center&#10;&#10;AI-generated content may be incorrect.">
            <a:extLst>
              <a:ext uri="{FF2B5EF4-FFF2-40B4-BE49-F238E27FC236}">
                <a16:creationId xmlns:a16="http://schemas.microsoft.com/office/drawing/2014/main" id="{B3975F02-3747-2996-787F-80E1753C2C7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491" t="29970" r="29588" b="28342"/>
          <a:stretch>
            <a:fillRect/>
          </a:stretch>
        </p:blipFill>
        <p:spPr>
          <a:xfrm>
            <a:off x="9129027" y="73929"/>
            <a:ext cx="635602" cy="680081"/>
          </a:xfrm>
          <a:prstGeom prst="rect">
            <a:avLst/>
          </a:prstGeom>
        </p:spPr>
      </p:pic>
      <p:pic>
        <p:nvPicPr>
          <p:cNvPr id="145" name="Picture 144" descr="A white circle with a black center&#10;&#10;AI-generated content may be incorrect.">
            <a:extLst>
              <a:ext uri="{FF2B5EF4-FFF2-40B4-BE49-F238E27FC236}">
                <a16:creationId xmlns:a16="http://schemas.microsoft.com/office/drawing/2014/main" id="{2F4AD257-AE47-AA9D-8372-32C14368B83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491" t="29970" r="29588" b="28342"/>
          <a:stretch>
            <a:fillRect/>
          </a:stretch>
        </p:blipFill>
        <p:spPr>
          <a:xfrm>
            <a:off x="11894067" y="305551"/>
            <a:ext cx="635602" cy="680081"/>
          </a:xfrm>
          <a:prstGeom prst="rect">
            <a:avLst/>
          </a:prstGeom>
        </p:spPr>
      </p:pic>
      <p:sp>
        <p:nvSpPr>
          <p:cNvPr id="147" name="TextBox 146">
            <a:extLst>
              <a:ext uri="{FF2B5EF4-FFF2-40B4-BE49-F238E27FC236}">
                <a16:creationId xmlns:a16="http://schemas.microsoft.com/office/drawing/2014/main" id="{F67A2130-B16D-C773-6FDF-91FE867BD205}"/>
              </a:ext>
            </a:extLst>
          </p:cNvPr>
          <p:cNvSpPr txBox="1"/>
          <p:nvPr/>
        </p:nvSpPr>
        <p:spPr>
          <a:xfrm>
            <a:off x="9403069" y="1229714"/>
            <a:ext cx="295167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/>
              <a:t>High abundance grazers and small particles from sloppy feeding in the mesopelagic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2698A87-B2AF-51FC-B492-0608F10070B3}"/>
              </a:ext>
            </a:extLst>
          </p:cNvPr>
          <p:cNvSpPr txBox="1"/>
          <p:nvPr/>
        </p:nvSpPr>
        <p:spPr>
          <a:xfrm>
            <a:off x="964237" y="-85849"/>
            <a:ext cx="29479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/>
              <a:t>a</a:t>
            </a:r>
          </a:p>
        </p:txBody>
      </p:sp>
      <p:pic>
        <p:nvPicPr>
          <p:cNvPr id="8" name="Picture 7" descr="A white blot of snow&#10;&#10;AI-generated content may be incorrect.">
            <a:extLst>
              <a:ext uri="{FF2B5EF4-FFF2-40B4-BE49-F238E27FC236}">
                <a16:creationId xmlns:a16="http://schemas.microsoft.com/office/drawing/2014/main" id="{6DF1CA98-6388-551E-553C-F90DA740C4D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105" t="24109" r="13094" b="15652"/>
          <a:stretch>
            <a:fillRect/>
          </a:stretch>
        </p:blipFill>
        <p:spPr>
          <a:xfrm>
            <a:off x="1202330" y="247474"/>
            <a:ext cx="597116" cy="577772"/>
          </a:xfrm>
          <a:prstGeom prst="rect">
            <a:avLst/>
          </a:prstGeom>
        </p:spPr>
      </p:pic>
      <p:pic>
        <p:nvPicPr>
          <p:cNvPr id="10" name="Picture 9" descr="A white blot of snow&#10;&#10;AI-generated content may be incorrect.">
            <a:extLst>
              <a:ext uri="{FF2B5EF4-FFF2-40B4-BE49-F238E27FC236}">
                <a16:creationId xmlns:a16="http://schemas.microsoft.com/office/drawing/2014/main" id="{E9616807-6E19-F476-AB5B-60613D344E0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105" t="24109" r="13094" b="15652"/>
          <a:stretch>
            <a:fillRect/>
          </a:stretch>
        </p:blipFill>
        <p:spPr>
          <a:xfrm>
            <a:off x="2233930" y="990061"/>
            <a:ext cx="597116" cy="577772"/>
          </a:xfrm>
          <a:prstGeom prst="rect">
            <a:avLst/>
          </a:prstGeom>
        </p:spPr>
      </p:pic>
      <p:pic>
        <p:nvPicPr>
          <p:cNvPr id="30" name="Picture 29" descr="A white blot of snow&#10;&#10;AI-generated content may be incorrect.">
            <a:extLst>
              <a:ext uri="{FF2B5EF4-FFF2-40B4-BE49-F238E27FC236}">
                <a16:creationId xmlns:a16="http://schemas.microsoft.com/office/drawing/2014/main" id="{F30765A8-EE3B-EB5F-7DAD-F92823D7AC5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105" t="24109" r="13094" b="15652"/>
          <a:stretch>
            <a:fillRect/>
          </a:stretch>
        </p:blipFill>
        <p:spPr>
          <a:xfrm>
            <a:off x="3230614" y="1303062"/>
            <a:ext cx="597116" cy="577772"/>
          </a:xfrm>
          <a:prstGeom prst="rect">
            <a:avLst/>
          </a:prstGeom>
        </p:spPr>
      </p:pic>
      <p:pic>
        <p:nvPicPr>
          <p:cNvPr id="31" name="Picture 30" descr="A white blot of snow&#10;&#10;AI-generated content may be incorrect.">
            <a:extLst>
              <a:ext uri="{FF2B5EF4-FFF2-40B4-BE49-F238E27FC236}">
                <a16:creationId xmlns:a16="http://schemas.microsoft.com/office/drawing/2014/main" id="{1E656564-A0E1-3FC8-6EB0-02F107E2AE3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105" t="24109" r="13094" b="15652"/>
          <a:stretch>
            <a:fillRect/>
          </a:stretch>
        </p:blipFill>
        <p:spPr>
          <a:xfrm>
            <a:off x="4561599" y="1259171"/>
            <a:ext cx="597116" cy="577772"/>
          </a:xfrm>
          <a:prstGeom prst="rect">
            <a:avLst/>
          </a:prstGeom>
        </p:spPr>
      </p:pic>
      <p:pic>
        <p:nvPicPr>
          <p:cNvPr id="32" name="Picture 31" descr="A white blot of snow&#10;&#10;AI-generated content may be incorrect.">
            <a:extLst>
              <a:ext uri="{FF2B5EF4-FFF2-40B4-BE49-F238E27FC236}">
                <a16:creationId xmlns:a16="http://schemas.microsoft.com/office/drawing/2014/main" id="{392D89E9-DAEE-5BA2-E380-F7EC10832F8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105" t="24109" r="13094" b="15652"/>
          <a:stretch>
            <a:fillRect/>
          </a:stretch>
        </p:blipFill>
        <p:spPr>
          <a:xfrm>
            <a:off x="3066127" y="446676"/>
            <a:ext cx="597116" cy="577772"/>
          </a:xfrm>
          <a:prstGeom prst="rect">
            <a:avLst/>
          </a:prstGeom>
        </p:spPr>
      </p:pic>
      <p:pic>
        <p:nvPicPr>
          <p:cNvPr id="33" name="Picture 32" descr="A white blot of snow&#10;&#10;AI-generated content may be incorrect.">
            <a:extLst>
              <a:ext uri="{FF2B5EF4-FFF2-40B4-BE49-F238E27FC236}">
                <a16:creationId xmlns:a16="http://schemas.microsoft.com/office/drawing/2014/main" id="{995A5F9E-86FC-8AFF-5762-DE8AD3BB265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105" t="24109" r="13094" b="15652"/>
          <a:stretch>
            <a:fillRect/>
          </a:stretch>
        </p:blipFill>
        <p:spPr>
          <a:xfrm>
            <a:off x="4538466" y="231660"/>
            <a:ext cx="597116" cy="577772"/>
          </a:xfrm>
          <a:prstGeom prst="rect">
            <a:avLst/>
          </a:prstGeom>
        </p:spPr>
      </p:pic>
      <p:pic>
        <p:nvPicPr>
          <p:cNvPr id="34" name="Picture 33" descr="A white blot of snow&#10;&#10;AI-generated content may be incorrect.">
            <a:extLst>
              <a:ext uri="{FF2B5EF4-FFF2-40B4-BE49-F238E27FC236}">
                <a16:creationId xmlns:a16="http://schemas.microsoft.com/office/drawing/2014/main" id="{89603AA4-14C8-F1CC-FF00-9206D931A8C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105" t="24109" r="13094" b="15652"/>
          <a:stretch>
            <a:fillRect/>
          </a:stretch>
        </p:blipFill>
        <p:spPr>
          <a:xfrm>
            <a:off x="6103604" y="586000"/>
            <a:ext cx="597116" cy="577772"/>
          </a:xfrm>
          <a:prstGeom prst="rect">
            <a:avLst/>
          </a:prstGeom>
        </p:spPr>
      </p:pic>
      <p:pic>
        <p:nvPicPr>
          <p:cNvPr id="35" name="Picture 34" descr="A white blot of snow&#10;&#10;AI-generated content may be incorrect.">
            <a:extLst>
              <a:ext uri="{FF2B5EF4-FFF2-40B4-BE49-F238E27FC236}">
                <a16:creationId xmlns:a16="http://schemas.microsoft.com/office/drawing/2014/main" id="{65BF7DC9-9CFC-E194-47FF-3FD5AEC965F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105" t="24109" r="13094" b="15652"/>
          <a:stretch>
            <a:fillRect/>
          </a:stretch>
        </p:blipFill>
        <p:spPr>
          <a:xfrm>
            <a:off x="5758483" y="1140549"/>
            <a:ext cx="597116" cy="577772"/>
          </a:xfrm>
          <a:prstGeom prst="rect">
            <a:avLst/>
          </a:prstGeom>
        </p:spPr>
      </p:pic>
      <p:pic>
        <p:nvPicPr>
          <p:cNvPr id="37" name="Picture 36" descr="A white blot of snow&#10;&#10;AI-generated content may be incorrect.">
            <a:extLst>
              <a:ext uri="{FF2B5EF4-FFF2-40B4-BE49-F238E27FC236}">
                <a16:creationId xmlns:a16="http://schemas.microsoft.com/office/drawing/2014/main" id="{B378ED51-2C60-71BC-AFB6-D8C431D6AC2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105" t="24109" r="13094" b="15652"/>
          <a:stretch>
            <a:fillRect/>
          </a:stretch>
        </p:blipFill>
        <p:spPr>
          <a:xfrm>
            <a:off x="2235884" y="2472537"/>
            <a:ext cx="597116" cy="577772"/>
          </a:xfrm>
          <a:prstGeom prst="rect">
            <a:avLst/>
          </a:prstGeom>
        </p:spPr>
      </p:pic>
      <p:pic>
        <p:nvPicPr>
          <p:cNvPr id="38" name="Picture 37" descr="A white blot of snow&#10;&#10;AI-generated content may be incorrect.">
            <a:extLst>
              <a:ext uri="{FF2B5EF4-FFF2-40B4-BE49-F238E27FC236}">
                <a16:creationId xmlns:a16="http://schemas.microsoft.com/office/drawing/2014/main" id="{60964A5A-2F50-3448-F296-17142F52473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105" t="24109" r="13094" b="15652"/>
          <a:stretch>
            <a:fillRect/>
          </a:stretch>
        </p:blipFill>
        <p:spPr>
          <a:xfrm>
            <a:off x="4746767" y="2431749"/>
            <a:ext cx="597116" cy="577772"/>
          </a:xfrm>
          <a:prstGeom prst="rect">
            <a:avLst/>
          </a:prstGeom>
        </p:spPr>
      </p:pic>
      <p:pic>
        <p:nvPicPr>
          <p:cNvPr id="39" name="Picture 38" descr="A white blot of snow&#10;&#10;AI-generated content may be incorrect.">
            <a:extLst>
              <a:ext uri="{FF2B5EF4-FFF2-40B4-BE49-F238E27FC236}">
                <a16:creationId xmlns:a16="http://schemas.microsoft.com/office/drawing/2014/main" id="{FAADA1E0-3E8D-D96D-1970-E2ABAB1DF917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105" t="24109" r="13094" b="15652"/>
          <a:stretch>
            <a:fillRect/>
          </a:stretch>
        </p:blipFill>
        <p:spPr>
          <a:xfrm>
            <a:off x="6319449" y="2797896"/>
            <a:ext cx="597116" cy="577772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70E60B07-FFAC-985D-C22F-C487449B77CB}"/>
              </a:ext>
            </a:extLst>
          </p:cNvPr>
          <p:cNvSpPr txBox="1"/>
          <p:nvPr/>
        </p:nvSpPr>
        <p:spPr>
          <a:xfrm>
            <a:off x="2524871" y="1065805"/>
            <a:ext cx="295167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/>
              <a:t>High abundance of large, fluffy aggregates and grazers at the surface</a:t>
            </a:r>
          </a:p>
        </p:txBody>
      </p:sp>
      <p:pic>
        <p:nvPicPr>
          <p:cNvPr id="40" name="Picture 39" descr="A white blot of snow&#10;&#10;AI-generated content may be incorrect.">
            <a:extLst>
              <a:ext uri="{FF2B5EF4-FFF2-40B4-BE49-F238E27FC236}">
                <a16:creationId xmlns:a16="http://schemas.microsoft.com/office/drawing/2014/main" id="{4C0F2F94-1B9F-2EAF-49D8-B8421A838BC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105" t="24109" r="13094" b="15652"/>
          <a:stretch>
            <a:fillRect/>
          </a:stretch>
        </p:blipFill>
        <p:spPr>
          <a:xfrm>
            <a:off x="1042561" y="980294"/>
            <a:ext cx="597116" cy="577772"/>
          </a:xfrm>
          <a:prstGeom prst="rect">
            <a:avLst/>
          </a:prstGeom>
        </p:spPr>
      </p:pic>
      <p:pic>
        <p:nvPicPr>
          <p:cNvPr id="41" name="Picture 40" descr="A white blot of snow&#10;&#10;AI-generated content may be incorrect.">
            <a:extLst>
              <a:ext uri="{FF2B5EF4-FFF2-40B4-BE49-F238E27FC236}">
                <a16:creationId xmlns:a16="http://schemas.microsoft.com/office/drawing/2014/main" id="{F483C071-17ED-F332-245A-E5DFAE1CB16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105" t="24109" r="13094" b="15652"/>
          <a:stretch>
            <a:fillRect/>
          </a:stretch>
        </p:blipFill>
        <p:spPr>
          <a:xfrm>
            <a:off x="3483750" y="23738"/>
            <a:ext cx="597116" cy="577772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7A6CC9C8-BAE1-B647-8A19-2B6BDC658BD6}"/>
              </a:ext>
            </a:extLst>
          </p:cNvPr>
          <p:cNvSpPr txBox="1"/>
          <p:nvPr/>
        </p:nvSpPr>
        <p:spPr>
          <a:xfrm>
            <a:off x="1006191" y="0"/>
            <a:ext cx="61492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Active Phytoplankton Bloom</a:t>
            </a:r>
          </a:p>
        </p:txBody>
      </p:sp>
      <p:pic>
        <p:nvPicPr>
          <p:cNvPr id="42" name="Picture 41" descr="A white blot of snow&#10;&#10;AI-generated content may be incorrect.">
            <a:extLst>
              <a:ext uri="{FF2B5EF4-FFF2-40B4-BE49-F238E27FC236}">
                <a16:creationId xmlns:a16="http://schemas.microsoft.com/office/drawing/2014/main" id="{FF1823DE-2BC8-919F-8CA1-6BF091E9664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105" t="24109" r="13094" b="15652"/>
          <a:stretch>
            <a:fillRect/>
          </a:stretch>
        </p:blipFill>
        <p:spPr>
          <a:xfrm>
            <a:off x="3768534" y="2882042"/>
            <a:ext cx="597116" cy="577772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41EFDE17-B039-9D13-965D-4DAB523C2882}"/>
              </a:ext>
            </a:extLst>
          </p:cNvPr>
          <p:cNvSpPr txBox="1"/>
          <p:nvPr/>
        </p:nvSpPr>
        <p:spPr>
          <a:xfrm rot="5400000">
            <a:off x="-724922" y="4122335"/>
            <a:ext cx="231980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000" b="1" dirty="0">
                <a:solidFill>
                  <a:schemeClr val="bg1"/>
                </a:solidFill>
              </a:rPr>
              <a:t>Abyssopelagic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616EE36-352C-3BCE-3636-3AC8810F3A00}"/>
              </a:ext>
            </a:extLst>
          </p:cNvPr>
          <p:cNvSpPr txBox="1"/>
          <p:nvPr/>
        </p:nvSpPr>
        <p:spPr>
          <a:xfrm>
            <a:off x="7581435" y="0"/>
            <a:ext cx="607760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Post Phytoplankton Bloom</a:t>
            </a:r>
          </a:p>
        </p:txBody>
      </p:sp>
      <p:pic>
        <p:nvPicPr>
          <p:cNvPr id="43" name="Picture 42" descr="A white object on a black background&#10;&#10;AI-generated content may be incorrect.">
            <a:extLst>
              <a:ext uri="{FF2B5EF4-FFF2-40B4-BE49-F238E27FC236}">
                <a16:creationId xmlns:a16="http://schemas.microsoft.com/office/drawing/2014/main" id="{3844E85E-29F2-FB66-20B0-0F790224C8C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305" t="29849" r="26290" b="9208"/>
          <a:stretch>
            <a:fillRect/>
          </a:stretch>
        </p:blipFill>
        <p:spPr>
          <a:xfrm flipV="1">
            <a:off x="9243514" y="2127233"/>
            <a:ext cx="97914" cy="142453"/>
          </a:xfrm>
          <a:prstGeom prst="rect">
            <a:avLst/>
          </a:prstGeom>
        </p:spPr>
      </p:pic>
      <p:pic>
        <p:nvPicPr>
          <p:cNvPr id="44" name="Picture 43" descr="A white object on a black background&#10;&#10;AI-generated content may be incorrect.">
            <a:extLst>
              <a:ext uri="{FF2B5EF4-FFF2-40B4-BE49-F238E27FC236}">
                <a16:creationId xmlns:a16="http://schemas.microsoft.com/office/drawing/2014/main" id="{D5AEE8B9-B94F-CF51-8679-7DDD619FC16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305" t="29849" r="26290" b="9208"/>
          <a:stretch>
            <a:fillRect/>
          </a:stretch>
        </p:blipFill>
        <p:spPr>
          <a:xfrm flipV="1">
            <a:off x="11143341" y="2838264"/>
            <a:ext cx="97914" cy="142453"/>
          </a:xfrm>
          <a:prstGeom prst="rect">
            <a:avLst/>
          </a:prstGeom>
        </p:spPr>
      </p:pic>
      <p:pic>
        <p:nvPicPr>
          <p:cNvPr id="45" name="Picture 44" descr="A white object on a black background&#10;&#10;AI-generated content may be incorrect.">
            <a:extLst>
              <a:ext uri="{FF2B5EF4-FFF2-40B4-BE49-F238E27FC236}">
                <a16:creationId xmlns:a16="http://schemas.microsoft.com/office/drawing/2014/main" id="{115402A2-B139-2B28-756F-B122968566B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305" t="29849" r="26290" b="9208"/>
          <a:stretch>
            <a:fillRect/>
          </a:stretch>
        </p:blipFill>
        <p:spPr>
          <a:xfrm flipV="1">
            <a:off x="13327718" y="1728291"/>
            <a:ext cx="97914" cy="142453"/>
          </a:xfrm>
          <a:prstGeom prst="rect">
            <a:avLst/>
          </a:prstGeom>
        </p:spPr>
      </p:pic>
      <p:pic>
        <p:nvPicPr>
          <p:cNvPr id="46" name="Picture 45" descr="A white object on a black background&#10;&#10;AI-generated content may be incorrect.">
            <a:extLst>
              <a:ext uri="{FF2B5EF4-FFF2-40B4-BE49-F238E27FC236}">
                <a16:creationId xmlns:a16="http://schemas.microsoft.com/office/drawing/2014/main" id="{7BF744D5-C238-1FE4-B4A0-AB2B33D1C22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305" t="29849" r="26290" b="9208"/>
          <a:stretch>
            <a:fillRect/>
          </a:stretch>
        </p:blipFill>
        <p:spPr>
          <a:xfrm flipV="1">
            <a:off x="8927744" y="2625581"/>
            <a:ext cx="97914" cy="142453"/>
          </a:xfrm>
          <a:prstGeom prst="rect">
            <a:avLst/>
          </a:prstGeom>
        </p:spPr>
      </p:pic>
      <p:pic>
        <p:nvPicPr>
          <p:cNvPr id="47" name="Picture 46" descr="A white object on a black background&#10;&#10;AI-generated content may be incorrect.">
            <a:extLst>
              <a:ext uri="{FF2B5EF4-FFF2-40B4-BE49-F238E27FC236}">
                <a16:creationId xmlns:a16="http://schemas.microsoft.com/office/drawing/2014/main" id="{75C51D7C-D6A1-CE83-A837-ACCD666B89A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305" t="29849" r="26290" b="9208"/>
          <a:stretch>
            <a:fillRect/>
          </a:stretch>
        </p:blipFill>
        <p:spPr>
          <a:xfrm flipV="1">
            <a:off x="12301382" y="2958073"/>
            <a:ext cx="97914" cy="142453"/>
          </a:xfrm>
          <a:prstGeom prst="rect">
            <a:avLst/>
          </a:prstGeom>
        </p:spPr>
      </p:pic>
      <p:pic>
        <p:nvPicPr>
          <p:cNvPr id="48" name="Picture 47" descr="A white object in the dark&#10;&#10;AI-generated content may be incorrect.">
            <a:extLst>
              <a:ext uri="{FF2B5EF4-FFF2-40B4-BE49-F238E27FC236}">
                <a16:creationId xmlns:a16="http://schemas.microsoft.com/office/drawing/2014/main" id="{17172276-D5B8-6D0C-4DF0-ABC4D0352C3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3625" b="9001"/>
          <a:stretch>
            <a:fillRect/>
          </a:stretch>
        </p:blipFill>
        <p:spPr>
          <a:xfrm>
            <a:off x="8355287" y="2245336"/>
            <a:ext cx="577462" cy="728847"/>
          </a:xfrm>
          <a:prstGeom prst="rect">
            <a:avLst/>
          </a:prstGeom>
        </p:spPr>
      </p:pic>
      <p:pic>
        <p:nvPicPr>
          <p:cNvPr id="49" name="Picture 48" descr="A white object in the dark&#10;&#10;AI-generated content may be incorrect.">
            <a:extLst>
              <a:ext uri="{FF2B5EF4-FFF2-40B4-BE49-F238E27FC236}">
                <a16:creationId xmlns:a16="http://schemas.microsoft.com/office/drawing/2014/main" id="{1FBEDA68-7C6C-A8DE-882A-0E9EEF093AA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3625" b="9001"/>
          <a:stretch>
            <a:fillRect/>
          </a:stretch>
        </p:blipFill>
        <p:spPr>
          <a:xfrm>
            <a:off x="9280885" y="2693325"/>
            <a:ext cx="577462" cy="728847"/>
          </a:xfrm>
          <a:prstGeom prst="rect">
            <a:avLst/>
          </a:prstGeom>
        </p:spPr>
      </p:pic>
      <p:pic>
        <p:nvPicPr>
          <p:cNvPr id="51" name="Picture 50" descr="A white object in the dark&#10;&#10;AI-generated content may be incorrect.">
            <a:extLst>
              <a:ext uri="{FF2B5EF4-FFF2-40B4-BE49-F238E27FC236}">
                <a16:creationId xmlns:a16="http://schemas.microsoft.com/office/drawing/2014/main" id="{93116DAB-CE70-CF00-BBD8-77D257DADB9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3625" b="9001"/>
          <a:stretch>
            <a:fillRect/>
          </a:stretch>
        </p:blipFill>
        <p:spPr>
          <a:xfrm>
            <a:off x="9309117" y="4098715"/>
            <a:ext cx="577462" cy="728847"/>
          </a:xfrm>
          <a:prstGeom prst="rect">
            <a:avLst/>
          </a:prstGeom>
        </p:spPr>
      </p:pic>
      <p:pic>
        <p:nvPicPr>
          <p:cNvPr id="52" name="Picture 51" descr="A white object in the dark&#10;&#10;AI-generated content may be incorrect.">
            <a:extLst>
              <a:ext uri="{FF2B5EF4-FFF2-40B4-BE49-F238E27FC236}">
                <a16:creationId xmlns:a16="http://schemas.microsoft.com/office/drawing/2014/main" id="{6AF336E4-1282-F62B-35BF-CE3B320F55E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3625" b="9001"/>
          <a:stretch>
            <a:fillRect/>
          </a:stretch>
        </p:blipFill>
        <p:spPr>
          <a:xfrm>
            <a:off x="10751691" y="4784166"/>
            <a:ext cx="577462" cy="728847"/>
          </a:xfrm>
          <a:prstGeom prst="rect">
            <a:avLst/>
          </a:prstGeom>
        </p:spPr>
      </p:pic>
      <p:pic>
        <p:nvPicPr>
          <p:cNvPr id="53" name="Picture 52" descr="A white object in the dark&#10;&#10;AI-generated content may be incorrect.">
            <a:extLst>
              <a:ext uri="{FF2B5EF4-FFF2-40B4-BE49-F238E27FC236}">
                <a16:creationId xmlns:a16="http://schemas.microsoft.com/office/drawing/2014/main" id="{55670C8C-FEDC-E794-1FC7-EEDEAB00638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3625" b="9001"/>
          <a:stretch>
            <a:fillRect/>
          </a:stretch>
        </p:blipFill>
        <p:spPr>
          <a:xfrm>
            <a:off x="12763808" y="4868259"/>
            <a:ext cx="577462" cy="728847"/>
          </a:xfrm>
          <a:prstGeom prst="rect">
            <a:avLst/>
          </a:prstGeom>
        </p:spPr>
      </p:pic>
      <p:pic>
        <p:nvPicPr>
          <p:cNvPr id="54" name="Picture 53" descr="A white object in the dark&#10;&#10;AI-generated content may be incorrect.">
            <a:extLst>
              <a:ext uri="{FF2B5EF4-FFF2-40B4-BE49-F238E27FC236}">
                <a16:creationId xmlns:a16="http://schemas.microsoft.com/office/drawing/2014/main" id="{E0B10159-1442-3D27-009A-0C41D33BBC9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3625" b="9001"/>
          <a:stretch>
            <a:fillRect/>
          </a:stretch>
        </p:blipFill>
        <p:spPr>
          <a:xfrm>
            <a:off x="11727408" y="4351655"/>
            <a:ext cx="577462" cy="728847"/>
          </a:xfrm>
          <a:prstGeom prst="rect">
            <a:avLst/>
          </a:prstGeom>
        </p:spPr>
      </p:pic>
      <p:pic>
        <p:nvPicPr>
          <p:cNvPr id="55" name="Picture 54" descr="A white object in the dark&#10;&#10;AI-generated content may be incorrect.">
            <a:extLst>
              <a:ext uri="{FF2B5EF4-FFF2-40B4-BE49-F238E27FC236}">
                <a16:creationId xmlns:a16="http://schemas.microsoft.com/office/drawing/2014/main" id="{7F68B660-9FA0-24A5-DA44-38627C0D934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3625" b="9001"/>
          <a:stretch>
            <a:fillRect/>
          </a:stretch>
        </p:blipFill>
        <p:spPr>
          <a:xfrm>
            <a:off x="9512245" y="4623835"/>
            <a:ext cx="577462" cy="728847"/>
          </a:xfrm>
          <a:prstGeom prst="rect">
            <a:avLst/>
          </a:prstGeom>
        </p:spPr>
      </p:pic>
      <p:pic>
        <p:nvPicPr>
          <p:cNvPr id="56" name="Picture 55" descr="A white object in the dark&#10;&#10;AI-generated content may be incorrect.">
            <a:extLst>
              <a:ext uri="{FF2B5EF4-FFF2-40B4-BE49-F238E27FC236}">
                <a16:creationId xmlns:a16="http://schemas.microsoft.com/office/drawing/2014/main" id="{865E4123-674D-D925-333A-9B9D727A83C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3625" b="9001"/>
          <a:stretch>
            <a:fillRect/>
          </a:stretch>
        </p:blipFill>
        <p:spPr>
          <a:xfrm>
            <a:off x="8456069" y="4775461"/>
            <a:ext cx="577462" cy="728847"/>
          </a:xfrm>
          <a:prstGeom prst="rect">
            <a:avLst/>
          </a:prstGeom>
        </p:spPr>
      </p:pic>
      <p:pic>
        <p:nvPicPr>
          <p:cNvPr id="57" name="Picture 56" descr="A black and white image of a comet in the sky&#10;&#10;AI-generated content may be incorrect.">
            <a:extLst>
              <a:ext uri="{FF2B5EF4-FFF2-40B4-BE49-F238E27FC236}">
                <a16:creationId xmlns:a16="http://schemas.microsoft.com/office/drawing/2014/main" id="{ECE08724-BF89-D2A1-5C54-B813C388A72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855" t="29191" r="25147" b="20283"/>
          <a:stretch>
            <a:fillRect/>
          </a:stretch>
        </p:blipFill>
        <p:spPr>
          <a:xfrm>
            <a:off x="10493153" y="4010801"/>
            <a:ext cx="616044" cy="529390"/>
          </a:xfrm>
          <a:prstGeom prst="rect">
            <a:avLst/>
          </a:prstGeom>
        </p:spPr>
      </p:pic>
      <p:pic>
        <p:nvPicPr>
          <p:cNvPr id="58" name="Picture 57" descr="A black and white image of a sea creature&#10;&#10;AI-generated content may be incorrect.">
            <a:extLst>
              <a:ext uri="{FF2B5EF4-FFF2-40B4-BE49-F238E27FC236}">
                <a16:creationId xmlns:a16="http://schemas.microsoft.com/office/drawing/2014/main" id="{A3C6FC19-61DE-2574-1E6B-FBEED528979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755" t="38662" r="37378" b="31491"/>
          <a:stretch>
            <a:fillRect/>
          </a:stretch>
        </p:blipFill>
        <p:spPr>
          <a:xfrm rot="7146351">
            <a:off x="12235879" y="2507514"/>
            <a:ext cx="723161" cy="707886"/>
          </a:xfrm>
          <a:prstGeom prst="rect">
            <a:avLst/>
          </a:prstGeom>
        </p:spPr>
      </p:pic>
      <p:pic>
        <p:nvPicPr>
          <p:cNvPr id="59" name="Picture 58" descr="A black and white image of a sea creature&#10;&#10;AI-generated content may be incorrect.">
            <a:extLst>
              <a:ext uri="{FF2B5EF4-FFF2-40B4-BE49-F238E27FC236}">
                <a16:creationId xmlns:a16="http://schemas.microsoft.com/office/drawing/2014/main" id="{F62B40FF-6243-DA87-1C83-39B32F0ABF9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755" t="38662" r="37378" b="31491"/>
          <a:stretch>
            <a:fillRect/>
          </a:stretch>
        </p:blipFill>
        <p:spPr>
          <a:xfrm rot="7146351">
            <a:off x="8436075" y="1805147"/>
            <a:ext cx="723161" cy="707886"/>
          </a:xfrm>
          <a:prstGeom prst="rect">
            <a:avLst/>
          </a:prstGeom>
        </p:spPr>
      </p:pic>
      <p:pic>
        <p:nvPicPr>
          <p:cNvPr id="60" name="Picture 59" descr="A white circle with a black center&#10;&#10;AI-generated content may be incorrect.">
            <a:extLst>
              <a:ext uri="{FF2B5EF4-FFF2-40B4-BE49-F238E27FC236}">
                <a16:creationId xmlns:a16="http://schemas.microsoft.com/office/drawing/2014/main" id="{784B6267-FC18-5529-AD47-B519B303E15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491" t="29970" r="29588" b="28342"/>
          <a:stretch>
            <a:fillRect/>
          </a:stretch>
        </p:blipFill>
        <p:spPr>
          <a:xfrm>
            <a:off x="7801508" y="1558120"/>
            <a:ext cx="635602" cy="680081"/>
          </a:xfrm>
          <a:prstGeom prst="rect">
            <a:avLst/>
          </a:prstGeom>
        </p:spPr>
      </p:pic>
      <p:pic>
        <p:nvPicPr>
          <p:cNvPr id="61" name="Picture 60" descr="A white object on a black background&#10;&#10;AI-generated content may be incorrect.">
            <a:extLst>
              <a:ext uri="{FF2B5EF4-FFF2-40B4-BE49-F238E27FC236}">
                <a16:creationId xmlns:a16="http://schemas.microsoft.com/office/drawing/2014/main" id="{C248E793-999F-3691-5AC4-8125805907D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305" t="29849" r="26290" b="9208"/>
          <a:stretch>
            <a:fillRect/>
          </a:stretch>
        </p:blipFill>
        <p:spPr>
          <a:xfrm flipV="1">
            <a:off x="13439478" y="2155011"/>
            <a:ext cx="97914" cy="142453"/>
          </a:xfrm>
          <a:prstGeom prst="rect">
            <a:avLst/>
          </a:prstGeom>
        </p:spPr>
      </p:pic>
      <p:pic>
        <p:nvPicPr>
          <p:cNvPr id="62" name="Picture 61" descr="A white object on a black background&#10;&#10;AI-generated content may be incorrect.">
            <a:extLst>
              <a:ext uri="{FF2B5EF4-FFF2-40B4-BE49-F238E27FC236}">
                <a16:creationId xmlns:a16="http://schemas.microsoft.com/office/drawing/2014/main" id="{729B08C8-BCE0-E88C-C9BB-6A993FE879D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305" t="29849" r="26290" b="9208"/>
          <a:stretch>
            <a:fillRect/>
          </a:stretch>
        </p:blipFill>
        <p:spPr>
          <a:xfrm flipV="1">
            <a:off x="11681798" y="2571571"/>
            <a:ext cx="97914" cy="142453"/>
          </a:xfrm>
          <a:prstGeom prst="rect">
            <a:avLst/>
          </a:prstGeom>
        </p:spPr>
      </p:pic>
      <p:pic>
        <p:nvPicPr>
          <p:cNvPr id="63" name="Picture 62" descr="A white object on a black background&#10;&#10;AI-generated content may be incorrect.">
            <a:extLst>
              <a:ext uri="{FF2B5EF4-FFF2-40B4-BE49-F238E27FC236}">
                <a16:creationId xmlns:a16="http://schemas.microsoft.com/office/drawing/2014/main" id="{AB6460CC-31F5-3DB0-C58D-158E0F1E085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305" t="29849" r="26290" b="9208"/>
          <a:stretch>
            <a:fillRect/>
          </a:stretch>
        </p:blipFill>
        <p:spPr>
          <a:xfrm flipV="1">
            <a:off x="10848678" y="2439491"/>
            <a:ext cx="97914" cy="142453"/>
          </a:xfrm>
          <a:prstGeom prst="rect">
            <a:avLst/>
          </a:prstGeom>
        </p:spPr>
      </p:pic>
      <p:pic>
        <p:nvPicPr>
          <p:cNvPr id="64" name="Picture 63" descr="A white object on a black background&#10;&#10;AI-generated content may be incorrect.">
            <a:extLst>
              <a:ext uri="{FF2B5EF4-FFF2-40B4-BE49-F238E27FC236}">
                <a16:creationId xmlns:a16="http://schemas.microsoft.com/office/drawing/2014/main" id="{CCDBA46E-89CF-D89D-DDD3-1D6A6DDD99E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305" t="29849" r="26290" b="9208"/>
          <a:stretch>
            <a:fillRect/>
          </a:stretch>
        </p:blipFill>
        <p:spPr>
          <a:xfrm flipV="1">
            <a:off x="9893638" y="2988131"/>
            <a:ext cx="97914" cy="142453"/>
          </a:xfrm>
          <a:prstGeom prst="rect">
            <a:avLst/>
          </a:prstGeom>
        </p:spPr>
      </p:pic>
      <p:pic>
        <p:nvPicPr>
          <p:cNvPr id="65" name="Picture 64" descr="A white object on a black background&#10;&#10;AI-generated content may be incorrect.">
            <a:extLst>
              <a:ext uri="{FF2B5EF4-FFF2-40B4-BE49-F238E27FC236}">
                <a16:creationId xmlns:a16="http://schemas.microsoft.com/office/drawing/2014/main" id="{69AE0E27-A357-5571-EACA-1B2709C360A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305" t="29849" r="26290" b="9208"/>
          <a:stretch>
            <a:fillRect/>
          </a:stretch>
        </p:blipFill>
        <p:spPr>
          <a:xfrm flipV="1">
            <a:off x="9487238" y="2276931"/>
            <a:ext cx="97914" cy="142453"/>
          </a:xfrm>
          <a:prstGeom prst="rect">
            <a:avLst/>
          </a:prstGeom>
        </p:spPr>
      </p:pic>
      <p:pic>
        <p:nvPicPr>
          <p:cNvPr id="67" name="Picture 66" descr="A white object on a black background&#10;&#10;AI-generated content may be incorrect.">
            <a:extLst>
              <a:ext uri="{FF2B5EF4-FFF2-40B4-BE49-F238E27FC236}">
                <a16:creationId xmlns:a16="http://schemas.microsoft.com/office/drawing/2014/main" id="{AED4EB00-605D-521B-4474-B21495F78EB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305" t="29849" r="26290" b="9208"/>
          <a:stretch>
            <a:fillRect/>
          </a:stretch>
        </p:blipFill>
        <p:spPr>
          <a:xfrm flipV="1">
            <a:off x="9466918" y="2754451"/>
            <a:ext cx="97914" cy="142453"/>
          </a:xfrm>
          <a:prstGeom prst="rect">
            <a:avLst/>
          </a:prstGeom>
        </p:spPr>
      </p:pic>
      <p:pic>
        <p:nvPicPr>
          <p:cNvPr id="68" name="Picture 67" descr="A white object on a black background&#10;&#10;AI-generated content may be incorrect.">
            <a:extLst>
              <a:ext uri="{FF2B5EF4-FFF2-40B4-BE49-F238E27FC236}">
                <a16:creationId xmlns:a16="http://schemas.microsoft.com/office/drawing/2014/main" id="{E80784C4-B791-6AB0-A61E-79EEE9257EE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305" t="29849" r="26290" b="9208"/>
          <a:stretch>
            <a:fillRect/>
          </a:stretch>
        </p:blipFill>
        <p:spPr>
          <a:xfrm flipV="1">
            <a:off x="11834198" y="2144851"/>
            <a:ext cx="97914" cy="142453"/>
          </a:xfrm>
          <a:prstGeom prst="rect">
            <a:avLst/>
          </a:prstGeom>
        </p:spPr>
      </p:pic>
      <p:pic>
        <p:nvPicPr>
          <p:cNvPr id="69" name="Picture 68" descr="A white object on a black background&#10;&#10;AI-generated content may be incorrect.">
            <a:extLst>
              <a:ext uri="{FF2B5EF4-FFF2-40B4-BE49-F238E27FC236}">
                <a16:creationId xmlns:a16="http://schemas.microsoft.com/office/drawing/2014/main" id="{16133D80-661B-667D-174D-2DDF6F518EF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305" t="29849" r="26290" b="9208"/>
          <a:stretch>
            <a:fillRect/>
          </a:stretch>
        </p:blipFill>
        <p:spPr>
          <a:xfrm flipV="1">
            <a:off x="11234758" y="2043251"/>
            <a:ext cx="97914" cy="142453"/>
          </a:xfrm>
          <a:prstGeom prst="rect">
            <a:avLst/>
          </a:prstGeom>
        </p:spPr>
      </p:pic>
      <p:pic>
        <p:nvPicPr>
          <p:cNvPr id="70" name="Picture 69" descr="A white object on a black background&#10;&#10;AI-generated content may be incorrect.">
            <a:extLst>
              <a:ext uri="{FF2B5EF4-FFF2-40B4-BE49-F238E27FC236}">
                <a16:creationId xmlns:a16="http://schemas.microsoft.com/office/drawing/2014/main" id="{8237042E-42B8-763F-1BC7-27293507882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305" t="29849" r="26290" b="9208"/>
          <a:stretch>
            <a:fillRect/>
          </a:stretch>
        </p:blipFill>
        <p:spPr>
          <a:xfrm flipV="1">
            <a:off x="12882585" y="2074340"/>
            <a:ext cx="97914" cy="142453"/>
          </a:xfrm>
          <a:prstGeom prst="rect">
            <a:avLst/>
          </a:prstGeom>
        </p:spPr>
      </p:pic>
      <p:sp>
        <p:nvSpPr>
          <p:cNvPr id="148" name="TextBox 147">
            <a:extLst>
              <a:ext uri="{FF2B5EF4-FFF2-40B4-BE49-F238E27FC236}">
                <a16:creationId xmlns:a16="http://schemas.microsoft.com/office/drawing/2014/main" id="{F76B1D8B-067D-EBE6-69EA-7EC55F9B6807}"/>
              </a:ext>
            </a:extLst>
          </p:cNvPr>
          <p:cNvSpPr txBox="1"/>
          <p:nvPr/>
        </p:nvSpPr>
        <p:spPr>
          <a:xfrm>
            <a:off x="7897368" y="4869355"/>
            <a:ext cx="544057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chemeClr val="bg1"/>
                </a:solidFill>
              </a:rPr>
              <a:t>Large, fast-sinking fecal pellets and dense aggregates accumulate in the abyssopelagic</a:t>
            </a:r>
          </a:p>
        </p:txBody>
      </p:sp>
    </p:spTree>
    <p:extLst>
      <p:ext uri="{BB962C8B-B14F-4D97-AF65-F5344CB8AC3E}">
        <p14:creationId xmlns:p14="http://schemas.microsoft.com/office/powerpoint/2010/main" val="38311729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37EDF5-C4BB-A486-EBD2-7AD98941DB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F7A347A-A19F-7C08-0095-48A6C3FD1C6C}"/>
              </a:ext>
            </a:extLst>
          </p:cNvPr>
          <p:cNvSpPr/>
          <p:nvPr/>
        </p:nvSpPr>
        <p:spPr>
          <a:xfrm>
            <a:off x="0" y="0"/>
            <a:ext cx="15544800" cy="5486400"/>
          </a:xfrm>
          <a:prstGeom prst="rect">
            <a:avLst/>
          </a:prstGeom>
          <a:gradFill>
            <a:gsLst>
              <a:gs pos="0">
                <a:schemeClr val="accent4">
                  <a:lumMod val="40000"/>
                  <a:lumOff val="60000"/>
                </a:schemeClr>
              </a:gs>
              <a:gs pos="38000">
                <a:schemeClr val="accent1">
                  <a:lumMod val="45000"/>
                  <a:lumOff val="55000"/>
                </a:schemeClr>
              </a:gs>
              <a:gs pos="71000">
                <a:schemeClr val="accent4">
                  <a:lumMod val="75000"/>
                </a:schemeClr>
              </a:gs>
              <a:gs pos="100000">
                <a:schemeClr val="accent4">
                  <a:lumMod val="5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94BCE33-68D8-B871-C18B-4685BB687539}"/>
              </a:ext>
            </a:extLst>
          </p:cNvPr>
          <p:cNvSpPr/>
          <p:nvPr/>
        </p:nvSpPr>
        <p:spPr>
          <a:xfrm>
            <a:off x="13691937" y="0"/>
            <a:ext cx="1828800" cy="5486400"/>
          </a:xfrm>
          <a:prstGeom prst="rect">
            <a:avLst/>
          </a:prstGeom>
          <a:gradFill>
            <a:gsLst>
              <a:gs pos="0">
                <a:schemeClr val="accent4">
                  <a:lumMod val="42000"/>
                  <a:lumOff val="58000"/>
                </a:schemeClr>
              </a:gs>
              <a:gs pos="38000">
                <a:schemeClr val="accent1">
                  <a:lumMod val="45000"/>
                  <a:lumOff val="55000"/>
                </a:schemeClr>
              </a:gs>
              <a:gs pos="71000">
                <a:schemeClr val="accent4">
                  <a:lumMod val="75000"/>
                </a:schemeClr>
              </a:gs>
              <a:gs pos="100000">
                <a:schemeClr val="accent4">
                  <a:lumMod val="5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0B1F7CA-B8A9-B71B-AC55-83F202E1CAE4}"/>
              </a:ext>
            </a:extLst>
          </p:cNvPr>
          <p:cNvSpPr/>
          <p:nvPr/>
        </p:nvSpPr>
        <p:spPr>
          <a:xfrm>
            <a:off x="13781590" y="237744"/>
            <a:ext cx="1652043" cy="5029200"/>
          </a:xfrm>
          <a:prstGeom prst="rect">
            <a:avLst/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93498A8-7A78-1D68-C0BB-FB1EDFE4FB33}"/>
              </a:ext>
            </a:extLst>
          </p:cNvPr>
          <p:cNvSpPr/>
          <p:nvPr/>
        </p:nvSpPr>
        <p:spPr>
          <a:xfrm>
            <a:off x="973662" y="-1"/>
            <a:ext cx="6182512" cy="5486399"/>
          </a:xfrm>
          <a:prstGeom prst="rect">
            <a:avLst/>
          </a:prstGeom>
          <a:gradFill>
            <a:gsLst>
              <a:gs pos="0">
                <a:srgbClr val="92D050"/>
              </a:gs>
              <a:gs pos="38000">
                <a:schemeClr val="accent1">
                  <a:lumMod val="45000"/>
                  <a:lumOff val="55000"/>
                </a:schemeClr>
              </a:gs>
              <a:gs pos="71000">
                <a:schemeClr val="accent4">
                  <a:lumMod val="75000"/>
                </a:schemeClr>
              </a:gs>
              <a:gs pos="100000">
                <a:schemeClr val="accent4">
                  <a:lumMod val="5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A1DB4440-00E3-5FDA-5962-6F71E04378CC}"/>
              </a:ext>
            </a:extLst>
          </p:cNvPr>
          <p:cNvCxnSpPr>
            <a:cxnSpLocks/>
          </p:cNvCxnSpPr>
          <p:nvPr/>
        </p:nvCxnSpPr>
        <p:spPr>
          <a:xfrm>
            <a:off x="973662" y="0"/>
            <a:ext cx="0" cy="5486400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F9CE6A1-7899-65A7-161B-C16A23F39D35}"/>
              </a:ext>
            </a:extLst>
          </p:cNvPr>
          <p:cNvCxnSpPr>
            <a:cxnSpLocks/>
          </p:cNvCxnSpPr>
          <p:nvPr/>
        </p:nvCxnSpPr>
        <p:spPr>
          <a:xfrm>
            <a:off x="7155801" y="-4109"/>
            <a:ext cx="0" cy="5486400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66E4583F-2DA5-8E6B-D867-AF4A9AE16CA9}"/>
              </a:ext>
            </a:extLst>
          </p:cNvPr>
          <p:cNvCxnSpPr>
            <a:cxnSpLocks/>
          </p:cNvCxnSpPr>
          <p:nvPr/>
        </p:nvCxnSpPr>
        <p:spPr>
          <a:xfrm>
            <a:off x="7586499" y="0"/>
            <a:ext cx="0" cy="5486400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D948D2D-FE6C-DA46-171A-0D028217F9A7}"/>
              </a:ext>
            </a:extLst>
          </p:cNvPr>
          <p:cNvCxnSpPr>
            <a:cxnSpLocks/>
          </p:cNvCxnSpPr>
          <p:nvPr/>
        </p:nvCxnSpPr>
        <p:spPr>
          <a:xfrm>
            <a:off x="13659043" y="0"/>
            <a:ext cx="0" cy="5486400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3C5D7F8F-64BA-F673-0EE7-AA0CCB667E03}"/>
              </a:ext>
            </a:extLst>
          </p:cNvPr>
          <p:cNvSpPr txBox="1"/>
          <p:nvPr/>
        </p:nvSpPr>
        <p:spPr>
          <a:xfrm>
            <a:off x="14250295" y="293785"/>
            <a:ext cx="1319806" cy="50937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300" b="1" dirty="0">
                <a:solidFill>
                  <a:schemeClr val="bg1"/>
                </a:solidFill>
              </a:rPr>
              <a:t>Frontal boundary</a:t>
            </a:r>
          </a:p>
          <a:p>
            <a:pPr algn="ctr"/>
            <a:endParaRPr lang="en-US" sz="1300" b="1" dirty="0">
              <a:solidFill>
                <a:schemeClr val="bg1"/>
              </a:solidFill>
            </a:endParaRPr>
          </a:p>
          <a:p>
            <a:pPr algn="ctr"/>
            <a:r>
              <a:rPr lang="en-US" sz="1300" b="1" dirty="0">
                <a:solidFill>
                  <a:schemeClr val="bg1"/>
                </a:solidFill>
              </a:rPr>
              <a:t>Large fluffy aggregate</a:t>
            </a:r>
          </a:p>
          <a:p>
            <a:pPr algn="ctr"/>
            <a:endParaRPr lang="en-US" sz="1300" b="1" dirty="0">
              <a:solidFill>
                <a:schemeClr val="bg1"/>
              </a:solidFill>
            </a:endParaRPr>
          </a:p>
          <a:p>
            <a:pPr algn="ctr"/>
            <a:r>
              <a:rPr lang="en-US" sz="1300" b="1" dirty="0">
                <a:solidFill>
                  <a:schemeClr val="bg1"/>
                </a:solidFill>
              </a:rPr>
              <a:t>Small aggregate</a:t>
            </a:r>
          </a:p>
          <a:p>
            <a:pPr algn="ctr"/>
            <a:endParaRPr lang="en-US" sz="1300" b="1" dirty="0">
              <a:solidFill>
                <a:schemeClr val="bg1"/>
              </a:solidFill>
            </a:endParaRPr>
          </a:p>
          <a:p>
            <a:pPr algn="ctr"/>
            <a:r>
              <a:rPr lang="en-US" sz="1300" b="1" dirty="0">
                <a:solidFill>
                  <a:schemeClr val="bg1"/>
                </a:solidFill>
              </a:rPr>
              <a:t>Dense aggregate</a:t>
            </a:r>
          </a:p>
          <a:p>
            <a:pPr algn="ctr"/>
            <a:endParaRPr lang="en-US" sz="1300" b="1" dirty="0">
              <a:solidFill>
                <a:schemeClr val="bg1"/>
              </a:solidFill>
            </a:endParaRPr>
          </a:p>
          <a:p>
            <a:pPr algn="ctr"/>
            <a:r>
              <a:rPr lang="en-US" sz="1300" b="1" dirty="0">
                <a:solidFill>
                  <a:schemeClr val="bg1"/>
                </a:solidFill>
              </a:rPr>
              <a:t>Fecal pellet</a:t>
            </a:r>
          </a:p>
          <a:p>
            <a:pPr algn="ctr"/>
            <a:endParaRPr lang="en-US" sz="1300" b="1" dirty="0">
              <a:solidFill>
                <a:schemeClr val="bg1"/>
              </a:solidFill>
            </a:endParaRPr>
          </a:p>
          <a:p>
            <a:pPr algn="ctr"/>
            <a:r>
              <a:rPr lang="en-US" sz="1300" b="1" dirty="0">
                <a:solidFill>
                  <a:schemeClr val="bg1"/>
                </a:solidFill>
              </a:rPr>
              <a:t>Crustacean zooplankton</a:t>
            </a:r>
          </a:p>
          <a:p>
            <a:pPr algn="ctr"/>
            <a:endParaRPr lang="en-US" sz="1300" b="1" dirty="0">
              <a:solidFill>
                <a:schemeClr val="bg1"/>
              </a:solidFill>
            </a:endParaRPr>
          </a:p>
          <a:p>
            <a:pPr algn="ctr"/>
            <a:r>
              <a:rPr lang="en-US" sz="1300" b="1" dirty="0">
                <a:solidFill>
                  <a:schemeClr val="bg1"/>
                </a:solidFill>
              </a:rPr>
              <a:t>Gelatinous zooplankton</a:t>
            </a:r>
          </a:p>
          <a:p>
            <a:pPr algn="ctr"/>
            <a:endParaRPr lang="en-US" sz="1300" b="1" dirty="0">
              <a:solidFill>
                <a:schemeClr val="bg1"/>
              </a:solidFill>
            </a:endParaRPr>
          </a:p>
          <a:p>
            <a:pPr algn="ctr"/>
            <a:r>
              <a:rPr lang="en-US" sz="1300" b="1" dirty="0">
                <a:solidFill>
                  <a:schemeClr val="bg1"/>
                </a:solidFill>
              </a:rPr>
              <a:t>Rhizarian protist</a:t>
            </a:r>
          </a:p>
          <a:p>
            <a:pPr algn="ctr"/>
            <a:endParaRPr lang="en-US" sz="1300" b="1" dirty="0">
              <a:solidFill>
                <a:schemeClr val="bg1"/>
              </a:solidFill>
            </a:endParaRPr>
          </a:p>
          <a:p>
            <a:pPr algn="ctr"/>
            <a:r>
              <a:rPr lang="en-US" sz="1300" b="1" dirty="0">
                <a:solidFill>
                  <a:schemeClr val="bg1"/>
                </a:solidFill>
              </a:rPr>
              <a:t>Sinking</a:t>
            </a:r>
          </a:p>
          <a:p>
            <a:pPr algn="r"/>
            <a:endParaRPr lang="en-US" sz="1300" b="1" dirty="0">
              <a:solidFill>
                <a:schemeClr val="bg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8EEDF3E-996E-AE3F-6648-7ACB2D996A51}"/>
              </a:ext>
            </a:extLst>
          </p:cNvPr>
          <p:cNvSpPr txBox="1"/>
          <p:nvPr/>
        </p:nvSpPr>
        <p:spPr>
          <a:xfrm rot="5400000">
            <a:off x="-2266722" y="2527758"/>
            <a:ext cx="548640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>
                <a:solidFill>
                  <a:schemeClr val="bg1"/>
                </a:solidFill>
              </a:rPr>
              <a:t>Surface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3C9F719-C2EA-6D40-2727-43BB4DBE77AA}"/>
              </a:ext>
            </a:extLst>
          </p:cNvPr>
          <p:cNvSpPr txBox="1"/>
          <p:nvPr/>
        </p:nvSpPr>
        <p:spPr>
          <a:xfrm rot="5400000">
            <a:off x="-1360095" y="2446800"/>
            <a:ext cx="365433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b="1" dirty="0">
                <a:solidFill>
                  <a:schemeClr val="bg1"/>
                </a:solidFill>
              </a:rPr>
              <a:t>Mesopelagic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F4BCC18-B6EA-0883-7DEB-CA5624105544}"/>
              </a:ext>
            </a:extLst>
          </p:cNvPr>
          <p:cNvSpPr txBox="1"/>
          <p:nvPr/>
        </p:nvSpPr>
        <p:spPr>
          <a:xfrm rot="5400000">
            <a:off x="-2312327" y="2527756"/>
            <a:ext cx="549461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200" b="1" dirty="0">
                <a:solidFill>
                  <a:schemeClr val="bg1"/>
                </a:solidFill>
              </a:rPr>
              <a:t>Bathypelagic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67886CC-0E7F-4142-99EE-99F6AB2AD794}"/>
              </a:ext>
            </a:extLst>
          </p:cNvPr>
          <p:cNvSpPr txBox="1"/>
          <p:nvPr/>
        </p:nvSpPr>
        <p:spPr>
          <a:xfrm>
            <a:off x="7581435" y="0"/>
            <a:ext cx="607760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Post Phytoplankton Bloom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FA16731-3069-4B0E-E7C1-6A4A61604668}"/>
              </a:ext>
            </a:extLst>
          </p:cNvPr>
          <p:cNvSpPr txBox="1"/>
          <p:nvPr/>
        </p:nvSpPr>
        <p:spPr>
          <a:xfrm>
            <a:off x="7614846" y="-65794"/>
            <a:ext cx="29479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/>
              <a:t>b</a:t>
            </a:r>
          </a:p>
        </p:txBody>
      </p:sp>
      <p:sp>
        <p:nvSpPr>
          <p:cNvPr id="22" name="Arrow: Down 21">
            <a:extLst>
              <a:ext uri="{FF2B5EF4-FFF2-40B4-BE49-F238E27FC236}">
                <a16:creationId xmlns:a16="http://schemas.microsoft.com/office/drawing/2014/main" id="{EB554689-E9F2-4B94-3126-72AC92806A76}"/>
              </a:ext>
            </a:extLst>
          </p:cNvPr>
          <p:cNvSpPr/>
          <p:nvPr/>
        </p:nvSpPr>
        <p:spPr>
          <a:xfrm>
            <a:off x="2370430" y="2006283"/>
            <a:ext cx="401315" cy="886392"/>
          </a:xfrm>
          <a:prstGeom prst="downArrow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Arrow: Down 22">
            <a:extLst>
              <a:ext uri="{FF2B5EF4-FFF2-40B4-BE49-F238E27FC236}">
                <a16:creationId xmlns:a16="http://schemas.microsoft.com/office/drawing/2014/main" id="{36CE6F02-8023-F50D-3264-0409228E7CD8}"/>
              </a:ext>
            </a:extLst>
          </p:cNvPr>
          <p:cNvSpPr/>
          <p:nvPr/>
        </p:nvSpPr>
        <p:spPr>
          <a:xfrm>
            <a:off x="4819328" y="2041358"/>
            <a:ext cx="401315" cy="886392"/>
          </a:xfrm>
          <a:prstGeom prst="downArrow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Arrow: Down 23">
            <a:extLst>
              <a:ext uri="{FF2B5EF4-FFF2-40B4-BE49-F238E27FC236}">
                <a16:creationId xmlns:a16="http://schemas.microsoft.com/office/drawing/2014/main" id="{FEF147B8-914D-6240-621E-CC31A702CC9A}"/>
              </a:ext>
            </a:extLst>
          </p:cNvPr>
          <p:cNvSpPr/>
          <p:nvPr/>
        </p:nvSpPr>
        <p:spPr>
          <a:xfrm>
            <a:off x="9363314" y="3228679"/>
            <a:ext cx="401315" cy="886392"/>
          </a:xfrm>
          <a:prstGeom prst="downArrow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Arrow: Down 24">
            <a:extLst>
              <a:ext uri="{FF2B5EF4-FFF2-40B4-BE49-F238E27FC236}">
                <a16:creationId xmlns:a16="http://schemas.microsoft.com/office/drawing/2014/main" id="{70A9A4E8-4390-2154-B5E1-55E363B889FC}"/>
              </a:ext>
            </a:extLst>
          </p:cNvPr>
          <p:cNvSpPr/>
          <p:nvPr/>
        </p:nvSpPr>
        <p:spPr>
          <a:xfrm>
            <a:off x="11606982" y="3228679"/>
            <a:ext cx="401315" cy="886392"/>
          </a:xfrm>
          <a:prstGeom prst="downArrow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Arrow: Down 25">
            <a:extLst>
              <a:ext uri="{FF2B5EF4-FFF2-40B4-BE49-F238E27FC236}">
                <a16:creationId xmlns:a16="http://schemas.microsoft.com/office/drawing/2014/main" id="{19145DE0-5B00-B01A-3361-93F568C6B989}"/>
              </a:ext>
            </a:extLst>
          </p:cNvPr>
          <p:cNvSpPr/>
          <p:nvPr/>
        </p:nvSpPr>
        <p:spPr>
          <a:xfrm>
            <a:off x="14037577" y="4758811"/>
            <a:ext cx="216962" cy="461665"/>
          </a:xfrm>
          <a:prstGeom prst="downArrow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F9F9AFEF-C9CB-5980-5573-335300AFADEC}"/>
              </a:ext>
            </a:extLst>
          </p:cNvPr>
          <p:cNvCxnSpPr>
            <a:cxnSpLocks/>
          </p:cNvCxnSpPr>
          <p:nvPr/>
        </p:nvCxnSpPr>
        <p:spPr>
          <a:xfrm>
            <a:off x="14127150" y="341864"/>
            <a:ext cx="0" cy="362712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36" name="Picture 35" descr="A white circle with a black center&#10;&#10;AI-generated content may be incorrect.">
            <a:extLst>
              <a:ext uri="{FF2B5EF4-FFF2-40B4-BE49-F238E27FC236}">
                <a16:creationId xmlns:a16="http://schemas.microsoft.com/office/drawing/2014/main" id="{560036B4-256D-B06A-7C16-AD204BBB966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491" t="29970" r="29588" b="28342"/>
          <a:stretch>
            <a:fillRect/>
          </a:stretch>
        </p:blipFill>
        <p:spPr>
          <a:xfrm>
            <a:off x="7854498" y="2909643"/>
            <a:ext cx="635602" cy="680081"/>
          </a:xfrm>
          <a:prstGeom prst="rect">
            <a:avLst/>
          </a:prstGeom>
        </p:spPr>
      </p:pic>
      <p:pic>
        <p:nvPicPr>
          <p:cNvPr id="50" name="Picture 49" descr="A black and white image of a sea creature&#10;&#10;AI-generated content may be incorrect.">
            <a:extLst>
              <a:ext uri="{FF2B5EF4-FFF2-40B4-BE49-F238E27FC236}">
                <a16:creationId xmlns:a16="http://schemas.microsoft.com/office/drawing/2014/main" id="{BCD8069A-6479-8237-6E97-413BFADABB3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755" t="38662" r="37378" b="31491"/>
          <a:stretch>
            <a:fillRect/>
          </a:stretch>
        </p:blipFill>
        <p:spPr>
          <a:xfrm rot="7146351">
            <a:off x="12042971" y="1756664"/>
            <a:ext cx="723161" cy="707886"/>
          </a:xfrm>
          <a:prstGeom prst="rect">
            <a:avLst/>
          </a:prstGeom>
        </p:spPr>
      </p:pic>
      <p:pic>
        <p:nvPicPr>
          <p:cNvPr id="66" name="Picture 65" descr="A black and white image of a comet in the sky&#10;&#10;AI-generated content may be incorrect.">
            <a:extLst>
              <a:ext uri="{FF2B5EF4-FFF2-40B4-BE49-F238E27FC236}">
                <a16:creationId xmlns:a16="http://schemas.microsoft.com/office/drawing/2014/main" id="{0A9ECCC6-39D4-9AE4-5309-4B9313217AB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855" t="29191" r="25147" b="20283"/>
          <a:stretch>
            <a:fillRect/>
          </a:stretch>
        </p:blipFill>
        <p:spPr>
          <a:xfrm>
            <a:off x="7753711" y="4812321"/>
            <a:ext cx="616044" cy="529390"/>
          </a:xfrm>
          <a:prstGeom prst="rect">
            <a:avLst/>
          </a:prstGeom>
        </p:spPr>
      </p:pic>
      <p:pic>
        <p:nvPicPr>
          <p:cNvPr id="74" name="Picture 73" descr="A white blot of snow&#10;&#10;AI-generated content may be incorrect.">
            <a:extLst>
              <a:ext uri="{FF2B5EF4-FFF2-40B4-BE49-F238E27FC236}">
                <a16:creationId xmlns:a16="http://schemas.microsoft.com/office/drawing/2014/main" id="{622E3B4D-66C8-F962-0328-BA6E75EFCA4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105" t="24109" r="13094" b="15652"/>
          <a:stretch>
            <a:fillRect/>
          </a:stretch>
        </p:blipFill>
        <p:spPr>
          <a:xfrm>
            <a:off x="5803036" y="407368"/>
            <a:ext cx="1042302" cy="1008537"/>
          </a:xfrm>
          <a:prstGeom prst="rect">
            <a:avLst/>
          </a:prstGeom>
        </p:spPr>
      </p:pic>
      <p:pic>
        <p:nvPicPr>
          <p:cNvPr id="77" name="Picture 76" descr="A white object in the dark&#10;&#10;AI-generated content may be incorrect.">
            <a:extLst>
              <a:ext uri="{FF2B5EF4-FFF2-40B4-BE49-F238E27FC236}">
                <a16:creationId xmlns:a16="http://schemas.microsoft.com/office/drawing/2014/main" id="{4E4933A0-6FD4-8B4C-EA1E-B9F1B2ED1BB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71491" y="2088561"/>
            <a:ext cx="600075" cy="552450"/>
          </a:xfrm>
          <a:prstGeom prst="rect">
            <a:avLst/>
          </a:prstGeom>
        </p:spPr>
      </p:pic>
      <p:pic>
        <p:nvPicPr>
          <p:cNvPr id="80" name="Picture 79" descr="A white object on a black background&#10;&#10;AI-generated content may be incorrect.">
            <a:extLst>
              <a:ext uri="{FF2B5EF4-FFF2-40B4-BE49-F238E27FC236}">
                <a16:creationId xmlns:a16="http://schemas.microsoft.com/office/drawing/2014/main" id="{3F23BEA3-464A-2ED1-8EED-20787872B34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305" t="29849" r="26290" b="9208"/>
          <a:stretch>
            <a:fillRect/>
          </a:stretch>
        </p:blipFill>
        <p:spPr>
          <a:xfrm>
            <a:off x="8349790" y="2379997"/>
            <a:ext cx="260868" cy="379530"/>
          </a:xfrm>
          <a:prstGeom prst="rect">
            <a:avLst/>
          </a:prstGeom>
        </p:spPr>
      </p:pic>
      <p:pic>
        <p:nvPicPr>
          <p:cNvPr id="81" name="Picture 80" descr="A white object on a black background&#10;&#10;AI-generated content may be incorrect.">
            <a:extLst>
              <a:ext uri="{FF2B5EF4-FFF2-40B4-BE49-F238E27FC236}">
                <a16:creationId xmlns:a16="http://schemas.microsoft.com/office/drawing/2014/main" id="{C287D589-2215-9723-314D-5C003F1A3657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305" t="29849" r="26290" b="9208"/>
          <a:stretch>
            <a:fillRect/>
          </a:stretch>
        </p:blipFill>
        <p:spPr>
          <a:xfrm>
            <a:off x="14010762" y="1601363"/>
            <a:ext cx="225236" cy="327690"/>
          </a:xfrm>
          <a:prstGeom prst="rect">
            <a:avLst/>
          </a:prstGeom>
        </p:spPr>
      </p:pic>
      <p:pic>
        <p:nvPicPr>
          <p:cNvPr id="82" name="Picture 81" descr="A white blot of snow&#10;&#10;AI-generated content may be incorrect.">
            <a:extLst>
              <a:ext uri="{FF2B5EF4-FFF2-40B4-BE49-F238E27FC236}">
                <a16:creationId xmlns:a16="http://schemas.microsoft.com/office/drawing/2014/main" id="{B2372395-6077-9F29-161E-E1B4AD717FD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105" t="24109" r="13094" b="15652"/>
          <a:stretch>
            <a:fillRect/>
          </a:stretch>
        </p:blipFill>
        <p:spPr>
          <a:xfrm>
            <a:off x="13839116" y="848959"/>
            <a:ext cx="597116" cy="577772"/>
          </a:xfrm>
          <a:prstGeom prst="rect">
            <a:avLst/>
          </a:prstGeom>
        </p:spPr>
      </p:pic>
      <p:pic>
        <p:nvPicPr>
          <p:cNvPr id="83" name="Picture 82" descr="A black and white image of a comet in the sky&#10;&#10;AI-generated content may be incorrect.">
            <a:extLst>
              <a:ext uri="{FF2B5EF4-FFF2-40B4-BE49-F238E27FC236}">
                <a16:creationId xmlns:a16="http://schemas.microsoft.com/office/drawing/2014/main" id="{6B8C35C1-5D1A-19EA-6A40-5D8C47515F8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855" t="29191" r="25147" b="20283"/>
          <a:stretch>
            <a:fillRect/>
          </a:stretch>
        </p:blipFill>
        <p:spPr>
          <a:xfrm>
            <a:off x="13853635" y="2529237"/>
            <a:ext cx="616044" cy="529390"/>
          </a:xfrm>
          <a:prstGeom prst="rect">
            <a:avLst/>
          </a:prstGeom>
        </p:spPr>
      </p:pic>
      <p:pic>
        <p:nvPicPr>
          <p:cNvPr id="84" name="Picture 83" descr="A white circle with a black center&#10;&#10;AI-generated content may be incorrect.">
            <a:extLst>
              <a:ext uri="{FF2B5EF4-FFF2-40B4-BE49-F238E27FC236}">
                <a16:creationId xmlns:a16="http://schemas.microsoft.com/office/drawing/2014/main" id="{3DE1C12B-2FD1-B5E2-FD30-2FBEFA6F464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491" t="29970" r="29588" b="28342"/>
          <a:stretch>
            <a:fillRect/>
          </a:stretch>
        </p:blipFill>
        <p:spPr>
          <a:xfrm>
            <a:off x="13925817" y="4234455"/>
            <a:ext cx="427455" cy="457368"/>
          </a:xfrm>
          <a:prstGeom prst="rect">
            <a:avLst/>
          </a:prstGeom>
        </p:spPr>
      </p:pic>
      <p:pic>
        <p:nvPicPr>
          <p:cNvPr id="85" name="Picture 84" descr="A black and white spider&#10;&#10;AI-generated content may be incorrect.">
            <a:extLst>
              <a:ext uri="{FF2B5EF4-FFF2-40B4-BE49-F238E27FC236}">
                <a16:creationId xmlns:a16="http://schemas.microsoft.com/office/drawing/2014/main" id="{54FF3663-D6DB-F290-2201-969152C835FD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490" t="34761" r="25501" b="23956"/>
          <a:stretch>
            <a:fillRect/>
          </a:stretch>
        </p:blipFill>
        <p:spPr>
          <a:xfrm>
            <a:off x="13922797" y="3626174"/>
            <a:ext cx="459439" cy="547898"/>
          </a:xfrm>
          <a:prstGeom prst="rect">
            <a:avLst/>
          </a:prstGeom>
        </p:spPr>
      </p:pic>
      <p:pic>
        <p:nvPicPr>
          <p:cNvPr id="86" name="Picture 85" descr="A black and white image of a sea creature&#10;&#10;AI-generated content may be incorrect.">
            <a:extLst>
              <a:ext uri="{FF2B5EF4-FFF2-40B4-BE49-F238E27FC236}">
                <a16:creationId xmlns:a16="http://schemas.microsoft.com/office/drawing/2014/main" id="{FFD739B5-D635-2B99-827B-FDD1861FB24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755" t="38662" r="37378" b="31491"/>
          <a:stretch>
            <a:fillRect/>
          </a:stretch>
        </p:blipFill>
        <p:spPr>
          <a:xfrm rot="7146351">
            <a:off x="13876695" y="2957772"/>
            <a:ext cx="490420" cy="480061"/>
          </a:xfrm>
          <a:prstGeom prst="rect">
            <a:avLst/>
          </a:prstGeom>
        </p:spPr>
      </p:pic>
      <p:pic>
        <p:nvPicPr>
          <p:cNvPr id="87" name="Picture 86" descr="A white blot of snow&#10;&#10;AI-generated content may be incorrect.">
            <a:extLst>
              <a:ext uri="{FF2B5EF4-FFF2-40B4-BE49-F238E27FC236}">
                <a16:creationId xmlns:a16="http://schemas.microsoft.com/office/drawing/2014/main" id="{4BB503DD-063D-D967-0A7E-13880F2E544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105" t="24109" r="13094" b="15652"/>
          <a:stretch>
            <a:fillRect/>
          </a:stretch>
        </p:blipFill>
        <p:spPr>
          <a:xfrm>
            <a:off x="1002066" y="429616"/>
            <a:ext cx="1042302" cy="1008537"/>
          </a:xfrm>
          <a:prstGeom prst="rect">
            <a:avLst/>
          </a:prstGeom>
        </p:spPr>
      </p:pic>
      <p:pic>
        <p:nvPicPr>
          <p:cNvPr id="88" name="Picture 87" descr="A white blot of snow&#10;&#10;AI-generated content may be incorrect.">
            <a:extLst>
              <a:ext uri="{FF2B5EF4-FFF2-40B4-BE49-F238E27FC236}">
                <a16:creationId xmlns:a16="http://schemas.microsoft.com/office/drawing/2014/main" id="{F4B31DD7-409A-614E-1375-5DB1A663764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105" t="24109" r="13094" b="15652"/>
          <a:stretch>
            <a:fillRect/>
          </a:stretch>
        </p:blipFill>
        <p:spPr>
          <a:xfrm>
            <a:off x="3315115" y="-20063"/>
            <a:ext cx="1042302" cy="1008537"/>
          </a:xfrm>
          <a:prstGeom prst="rect">
            <a:avLst/>
          </a:prstGeom>
        </p:spPr>
      </p:pic>
      <p:pic>
        <p:nvPicPr>
          <p:cNvPr id="89" name="Picture 88" descr="A white blot of snow&#10;&#10;AI-generated content may be incorrect.">
            <a:extLst>
              <a:ext uri="{FF2B5EF4-FFF2-40B4-BE49-F238E27FC236}">
                <a16:creationId xmlns:a16="http://schemas.microsoft.com/office/drawing/2014/main" id="{9AECA0AA-0657-1134-D688-FCBE552F848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105" t="24109" r="13094" b="15652"/>
          <a:stretch>
            <a:fillRect/>
          </a:stretch>
        </p:blipFill>
        <p:spPr>
          <a:xfrm>
            <a:off x="4470074" y="1088755"/>
            <a:ext cx="1042302" cy="1008537"/>
          </a:xfrm>
          <a:prstGeom prst="rect">
            <a:avLst/>
          </a:prstGeom>
        </p:spPr>
      </p:pic>
      <p:pic>
        <p:nvPicPr>
          <p:cNvPr id="90" name="Picture 89" descr="A white blot of snow&#10;&#10;AI-generated content may be incorrect.">
            <a:extLst>
              <a:ext uri="{FF2B5EF4-FFF2-40B4-BE49-F238E27FC236}">
                <a16:creationId xmlns:a16="http://schemas.microsoft.com/office/drawing/2014/main" id="{2AADA806-5FD0-8FF1-C45A-C3C1E282AF6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105" t="24109" r="13094" b="15652"/>
          <a:stretch>
            <a:fillRect/>
          </a:stretch>
        </p:blipFill>
        <p:spPr>
          <a:xfrm>
            <a:off x="2058307" y="920415"/>
            <a:ext cx="1042302" cy="1008537"/>
          </a:xfrm>
          <a:prstGeom prst="rect">
            <a:avLst/>
          </a:prstGeom>
        </p:spPr>
      </p:pic>
      <p:pic>
        <p:nvPicPr>
          <p:cNvPr id="91" name="Picture 90" descr="A black and white image of a sea creature&#10;&#10;AI-generated content may be incorrect.">
            <a:extLst>
              <a:ext uri="{FF2B5EF4-FFF2-40B4-BE49-F238E27FC236}">
                <a16:creationId xmlns:a16="http://schemas.microsoft.com/office/drawing/2014/main" id="{626B31FC-367B-33FE-72AA-74E6E338DD8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755" t="38662" r="37378" b="31491"/>
          <a:stretch>
            <a:fillRect/>
          </a:stretch>
        </p:blipFill>
        <p:spPr>
          <a:xfrm rot="7146351">
            <a:off x="6369188" y="1135514"/>
            <a:ext cx="723161" cy="707886"/>
          </a:xfrm>
          <a:prstGeom prst="rect">
            <a:avLst/>
          </a:prstGeom>
        </p:spPr>
      </p:pic>
      <p:pic>
        <p:nvPicPr>
          <p:cNvPr id="92" name="Picture 91" descr="A black and white image of a sea creature&#10;&#10;AI-generated content may be incorrect.">
            <a:extLst>
              <a:ext uri="{FF2B5EF4-FFF2-40B4-BE49-F238E27FC236}">
                <a16:creationId xmlns:a16="http://schemas.microsoft.com/office/drawing/2014/main" id="{7DCB9751-A02F-3F1F-7D16-EA6B23456F9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755" t="38662" r="37378" b="31491"/>
          <a:stretch>
            <a:fillRect/>
          </a:stretch>
        </p:blipFill>
        <p:spPr>
          <a:xfrm rot="7146351">
            <a:off x="4360718" y="193381"/>
            <a:ext cx="723161" cy="707886"/>
          </a:xfrm>
          <a:prstGeom prst="rect">
            <a:avLst/>
          </a:prstGeom>
        </p:spPr>
      </p:pic>
      <p:pic>
        <p:nvPicPr>
          <p:cNvPr id="93" name="Picture 92" descr="A black and white image of a sea creature&#10;&#10;AI-generated content may be incorrect.">
            <a:extLst>
              <a:ext uri="{FF2B5EF4-FFF2-40B4-BE49-F238E27FC236}">
                <a16:creationId xmlns:a16="http://schemas.microsoft.com/office/drawing/2014/main" id="{019F57D2-9D9A-8861-26EE-2E89E9F0A0D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755" t="38662" r="37378" b="31491"/>
          <a:stretch>
            <a:fillRect/>
          </a:stretch>
        </p:blipFill>
        <p:spPr>
          <a:xfrm rot="7146351">
            <a:off x="2279140" y="182417"/>
            <a:ext cx="723161" cy="707886"/>
          </a:xfrm>
          <a:prstGeom prst="rect">
            <a:avLst/>
          </a:prstGeom>
        </p:spPr>
      </p:pic>
      <p:pic>
        <p:nvPicPr>
          <p:cNvPr id="94" name="Picture 93" descr="A black and white spider&#10;&#10;AI-generated content may be incorrect.">
            <a:extLst>
              <a:ext uri="{FF2B5EF4-FFF2-40B4-BE49-F238E27FC236}">
                <a16:creationId xmlns:a16="http://schemas.microsoft.com/office/drawing/2014/main" id="{1A622B2C-5108-1E26-5547-7A3133F14A2B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490" t="34761" r="25501" b="23956"/>
          <a:stretch>
            <a:fillRect/>
          </a:stretch>
        </p:blipFill>
        <p:spPr>
          <a:xfrm>
            <a:off x="1468837" y="1347983"/>
            <a:ext cx="667238" cy="795706"/>
          </a:xfrm>
          <a:prstGeom prst="rect">
            <a:avLst/>
          </a:prstGeom>
        </p:spPr>
      </p:pic>
      <p:pic>
        <p:nvPicPr>
          <p:cNvPr id="95" name="Picture 94" descr="A black and white spider&#10;&#10;AI-generated content may be incorrect.">
            <a:extLst>
              <a:ext uri="{FF2B5EF4-FFF2-40B4-BE49-F238E27FC236}">
                <a16:creationId xmlns:a16="http://schemas.microsoft.com/office/drawing/2014/main" id="{68C1482F-CE05-48A0-9DD7-C361EEBF0114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490" t="34761" r="25501" b="23956"/>
          <a:stretch>
            <a:fillRect/>
          </a:stretch>
        </p:blipFill>
        <p:spPr>
          <a:xfrm>
            <a:off x="6431703" y="24429"/>
            <a:ext cx="667238" cy="795706"/>
          </a:xfrm>
          <a:prstGeom prst="rect">
            <a:avLst/>
          </a:prstGeom>
        </p:spPr>
      </p:pic>
      <p:pic>
        <p:nvPicPr>
          <p:cNvPr id="96" name="Picture 95" descr="A white circle with a black center&#10;&#10;AI-generated content may be incorrect.">
            <a:extLst>
              <a:ext uri="{FF2B5EF4-FFF2-40B4-BE49-F238E27FC236}">
                <a16:creationId xmlns:a16="http://schemas.microsoft.com/office/drawing/2014/main" id="{B320E3BC-F3B1-45E6-6E7D-76791F78259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491" t="29970" r="29588" b="28342"/>
          <a:stretch>
            <a:fillRect/>
          </a:stretch>
        </p:blipFill>
        <p:spPr>
          <a:xfrm>
            <a:off x="5168475" y="746979"/>
            <a:ext cx="635602" cy="680081"/>
          </a:xfrm>
          <a:prstGeom prst="rect">
            <a:avLst/>
          </a:prstGeom>
        </p:spPr>
      </p:pic>
      <p:pic>
        <p:nvPicPr>
          <p:cNvPr id="97" name="Picture 96" descr="A white circle with a black center&#10;&#10;AI-generated content may be incorrect.">
            <a:extLst>
              <a:ext uri="{FF2B5EF4-FFF2-40B4-BE49-F238E27FC236}">
                <a16:creationId xmlns:a16="http://schemas.microsoft.com/office/drawing/2014/main" id="{8AA31BE1-8E2E-FB78-85C6-5A4ED83273C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491" t="29970" r="29588" b="28342"/>
          <a:stretch>
            <a:fillRect/>
          </a:stretch>
        </p:blipFill>
        <p:spPr>
          <a:xfrm>
            <a:off x="5262659" y="101542"/>
            <a:ext cx="635602" cy="680081"/>
          </a:xfrm>
          <a:prstGeom prst="rect">
            <a:avLst/>
          </a:prstGeom>
        </p:spPr>
      </p:pic>
      <p:pic>
        <p:nvPicPr>
          <p:cNvPr id="98" name="Picture 97" descr="A white circle with a black center&#10;&#10;AI-generated content may be incorrect.">
            <a:extLst>
              <a:ext uri="{FF2B5EF4-FFF2-40B4-BE49-F238E27FC236}">
                <a16:creationId xmlns:a16="http://schemas.microsoft.com/office/drawing/2014/main" id="{243C50A5-0AD2-B59A-8018-626C8BC5371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491" t="29970" r="29588" b="28342"/>
          <a:stretch>
            <a:fillRect/>
          </a:stretch>
        </p:blipFill>
        <p:spPr>
          <a:xfrm>
            <a:off x="1738038" y="100657"/>
            <a:ext cx="635602" cy="680081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D336E023-D053-A98C-690B-0C1D8D651885}"/>
              </a:ext>
            </a:extLst>
          </p:cNvPr>
          <p:cNvSpPr txBox="1"/>
          <p:nvPr/>
        </p:nvSpPr>
        <p:spPr>
          <a:xfrm>
            <a:off x="1006191" y="0"/>
            <a:ext cx="61492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Active Phytoplankton Bloom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A64997B-D5A7-5627-EBF9-0283C30DDF44}"/>
              </a:ext>
            </a:extLst>
          </p:cNvPr>
          <p:cNvSpPr txBox="1"/>
          <p:nvPr/>
        </p:nvSpPr>
        <p:spPr>
          <a:xfrm>
            <a:off x="2524871" y="1065805"/>
            <a:ext cx="295167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/>
              <a:t>High abundance of large, fluffy aggregates and grazers at the surface</a:t>
            </a:r>
          </a:p>
        </p:txBody>
      </p:sp>
      <p:pic>
        <p:nvPicPr>
          <p:cNvPr id="99" name="Picture 98" descr="A white blot of snow&#10;&#10;AI-generated content may be incorrect.">
            <a:extLst>
              <a:ext uri="{FF2B5EF4-FFF2-40B4-BE49-F238E27FC236}">
                <a16:creationId xmlns:a16="http://schemas.microsoft.com/office/drawing/2014/main" id="{813AFF10-7B22-46AC-B4DC-84FA037E090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105" t="24109" r="13094" b="15652"/>
          <a:stretch>
            <a:fillRect/>
          </a:stretch>
        </p:blipFill>
        <p:spPr>
          <a:xfrm>
            <a:off x="4582439" y="2891586"/>
            <a:ext cx="1042302" cy="1008537"/>
          </a:xfrm>
          <a:prstGeom prst="rect">
            <a:avLst/>
          </a:prstGeom>
        </p:spPr>
      </p:pic>
      <p:pic>
        <p:nvPicPr>
          <p:cNvPr id="100" name="Picture 99" descr="A white blot of snow&#10;&#10;AI-generated content may be incorrect.">
            <a:extLst>
              <a:ext uri="{FF2B5EF4-FFF2-40B4-BE49-F238E27FC236}">
                <a16:creationId xmlns:a16="http://schemas.microsoft.com/office/drawing/2014/main" id="{CFCE7164-E4D4-E3BB-1E61-A17902C04F7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105" t="24109" r="13094" b="15652"/>
          <a:stretch>
            <a:fillRect/>
          </a:stretch>
        </p:blipFill>
        <p:spPr>
          <a:xfrm>
            <a:off x="2115648" y="2880162"/>
            <a:ext cx="1042302" cy="1008537"/>
          </a:xfrm>
          <a:prstGeom prst="rect">
            <a:avLst/>
          </a:prstGeom>
        </p:spPr>
      </p:pic>
      <p:pic>
        <p:nvPicPr>
          <p:cNvPr id="101" name="Picture 100" descr="A white circle with a black center&#10;&#10;AI-generated content may be incorrect.">
            <a:extLst>
              <a:ext uri="{FF2B5EF4-FFF2-40B4-BE49-F238E27FC236}">
                <a16:creationId xmlns:a16="http://schemas.microsoft.com/office/drawing/2014/main" id="{9A9144CD-BC4D-127D-950A-4CCE79D9306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491" t="29970" r="29588" b="28342"/>
          <a:stretch>
            <a:fillRect/>
          </a:stretch>
        </p:blipFill>
        <p:spPr>
          <a:xfrm>
            <a:off x="6427394" y="2680878"/>
            <a:ext cx="635602" cy="680081"/>
          </a:xfrm>
          <a:prstGeom prst="rect">
            <a:avLst/>
          </a:prstGeom>
        </p:spPr>
      </p:pic>
      <p:pic>
        <p:nvPicPr>
          <p:cNvPr id="102" name="Picture 101" descr="A white circle with a black center&#10;&#10;AI-generated content may be incorrect.">
            <a:extLst>
              <a:ext uri="{FF2B5EF4-FFF2-40B4-BE49-F238E27FC236}">
                <a16:creationId xmlns:a16="http://schemas.microsoft.com/office/drawing/2014/main" id="{723F15C1-A8A9-D897-9F8D-492D2C3836C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491" t="29970" r="29588" b="28342"/>
          <a:stretch>
            <a:fillRect/>
          </a:stretch>
        </p:blipFill>
        <p:spPr>
          <a:xfrm>
            <a:off x="2912813" y="2452360"/>
            <a:ext cx="635602" cy="680081"/>
          </a:xfrm>
          <a:prstGeom prst="rect">
            <a:avLst/>
          </a:prstGeom>
        </p:spPr>
      </p:pic>
      <p:pic>
        <p:nvPicPr>
          <p:cNvPr id="103" name="Picture 102" descr="A white circle with a black center&#10;&#10;AI-generated content may be incorrect.">
            <a:extLst>
              <a:ext uri="{FF2B5EF4-FFF2-40B4-BE49-F238E27FC236}">
                <a16:creationId xmlns:a16="http://schemas.microsoft.com/office/drawing/2014/main" id="{07329F82-F8BC-B1F2-AB1D-BE380C6CFF2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491" t="29970" r="29588" b="28342"/>
          <a:stretch>
            <a:fillRect/>
          </a:stretch>
        </p:blipFill>
        <p:spPr>
          <a:xfrm>
            <a:off x="1023318" y="2548598"/>
            <a:ext cx="635602" cy="680081"/>
          </a:xfrm>
          <a:prstGeom prst="rect">
            <a:avLst/>
          </a:prstGeom>
        </p:spPr>
      </p:pic>
      <p:pic>
        <p:nvPicPr>
          <p:cNvPr id="105" name="Picture 104" descr="A black and white image of a comet in the sky&#10;&#10;AI-generated content may be incorrect.">
            <a:extLst>
              <a:ext uri="{FF2B5EF4-FFF2-40B4-BE49-F238E27FC236}">
                <a16:creationId xmlns:a16="http://schemas.microsoft.com/office/drawing/2014/main" id="{3C45C349-5925-9580-AB0E-B25FDD9602A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855" t="29191" r="25147" b="20283"/>
          <a:stretch>
            <a:fillRect/>
          </a:stretch>
        </p:blipFill>
        <p:spPr>
          <a:xfrm>
            <a:off x="8264923" y="4427128"/>
            <a:ext cx="616044" cy="529390"/>
          </a:xfrm>
          <a:prstGeom prst="rect">
            <a:avLst/>
          </a:prstGeom>
        </p:spPr>
      </p:pic>
      <p:pic>
        <p:nvPicPr>
          <p:cNvPr id="106" name="Picture 105" descr="A black and white image of a comet in the sky&#10;&#10;AI-generated content may be incorrect.">
            <a:extLst>
              <a:ext uri="{FF2B5EF4-FFF2-40B4-BE49-F238E27FC236}">
                <a16:creationId xmlns:a16="http://schemas.microsoft.com/office/drawing/2014/main" id="{B23948A0-3B6B-1192-AD62-9CE07099CE6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855" t="29191" r="25147" b="20283"/>
          <a:stretch>
            <a:fillRect/>
          </a:stretch>
        </p:blipFill>
        <p:spPr>
          <a:xfrm>
            <a:off x="9238066" y="5001745"/>
            <a:ext cx="616044" cy="529390"/>
          </a:xfrm>
          <a:prstGeom prst="rect">
            <a:avLst/>
          </a:prstGeom>
        </p:spPr>
      </p:pic>
      <p:pic>
        <p:nvPicPr>
          <p:cNvPr id="107" name="Picture 106" descr="A black and white image of a comet in the sky&#10;&#10;AI-generated content may be incorrect.">
            <a:extLst>
              <a:ext uri="{FF2B5EF4-FFF2-40B4-BE49-F238E27FC236}">
                <a16:creationId xmlns:a16="http://schemas.microsoft.com/office/drawing/2014/main" id="{63713B2D-06E9-68EC-3E47-1CA6ABB5AF1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855" t="29191" r="25147" b="20283"/>
          <a:stretch>
            <a:fillRect/>
          </a:stretch>
        </p:blipFill>
        <p:spPr>
          <a:xfrm>
            <a:off x="10034829" y="4737050"/>
            <a:ext cx="616044" cy="529390"/>
          </a:xfrm>
          <a:prstGeom prst="rect">
            <a:avLst/>
          </a:prstGeom>
        </p:spPr>
      </p:pic>
      <p:pic>
        <p:nvPicPr>
          <p:cNvPr id="108" name="Picture 107" descr="A black and white image of a comet in the sky&#10;&#10;AI-generated content may be incorrect.">
            <a:extLst>
              <a:ext uri="{FF2B5EF4-FFF2-40B4-BE49-F238E27FC236}">
                <a16:creationId xmlns:a16="http://schemas.microsoft.com/office/drawing/2014/main" id="{39503B15-179A-EB5A-CD58-B3FD8B021EE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855" t="29191" r="25147" b="20283"/>
          <a:stretch>
            <a:fillRect/>
          </a:stretch>
        </p:blipFill>
        <p:spPr>
          <a:xfrm>
            <a:off x="11551336" y="4061097"/>
            <a:ext cx="616044" cy="529390"/>
          </a:xfrm>
          <a:prstGeom prst="rect">
            <a:avLst/>
          </a:prstGeom>
        </p:spPr>
      </p:pic>
      <p:pic>
        <p:nvPicPr>
          <p:cNvPr id="109" name="Picture 108" descr="A black and white image of a comet in the sky&#10;&#10;AI-generated content may be incorrect.">
            <a:extLst>
              <a:ext uri="{FF2B5EF4-FFF2-40B4-BE49-F238E27FC236}">
                <a16:creationId xmlns:a16="http://schemas.microsoft.com/office/drawing/2014/main" id="{719D134E-578D-6634-1F0B-087831BD1B2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855" t="29191" r="25147" b="20283"/>
          <a:stretch>
            <a:fillRect/>
          </a:stretch>
        </p:blipFill>
        <p:spPr>
          <a:xfrm>
            <a:off x="12292838" y="4441328"/>
            <a:ext cx="616044" cy="529390"/>
          </a:xfrm>
          <a:prstGeom prst="rect">
            <a:avLst/>
          </a:prstGeom>
        </p:spPr>
      </p:pic>
      <p:pic>
        <p:nvPicPr>
          <p:cNvPr id="110" name="Picture 109" descr="A black and white image of a comet in the sky&#10;&#10;AI-generated content may be incorrect.">
            <a:extLst>
              <a:ext uri="{FF2B5EF4-FFF2-40B4-BE49-F238E27FC236}">
                <a16:creationId xmlns:a16="http://schemas.microsoft.com/office/drawing/2014/main" id="{17DB57CB-1CCD-75FD-824A-EE14F89BA59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855" t="29191" r="25147" b="20283"/>
          <a:stretch>
            <a:fillRect/>
          </a:stretch>
        </p:blipFill>
        <p:spPr>
          <a:xfrm>
            <a:off x="9187632" y="4228580"/>
            <a:ext cx="616044" cy="529390"/>
          </a:xfrm>
          <a:prstGeom prst="rect">
            <a:avLst/>
          </a:prstGeom>
        </p:spPr>
      </p:pic>
      <p:pic>
        <p:nvPicPr>
          <p:cNvPr id="111" name="Picture 110" descr="A black and white image of a comet in the sky&#10;&#10;AI-generated content may be incorrect.">
            <a:extLst>
              <a:ext uri="{FF2B5EF4-FFF2-40B4-BE49-F238E27FC236}">
                <a16:creationId xmlns:a16="http://schemas.microsoft.com/office/drawing/2014/main" id="{ACB7CADE-0B5A-C70B-F556-185A4ED1186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855" t="29191" r="25147" b="20283"/>
          <a:stretch>
            <a:fillRect/>
          </a:stretch>
        </p:blipFill>
        <p:spPr>
          <a:xfrm>
            <a:off x="11676794" y="4899689"/>
            <a:ext cx="616044" cy="529390"/>
          </a:xfrm>
          <a:prstGeom prst="rect">
            <a:avLst/>
          </a:prstGeom>
        </p:spPr>
      </p:pic>
      <p:pic>
        <p:nvPicPr>
          <p:cNvPr id="112" name="Picture 111" descr="A white object in the dark&#10;&#10;AI-generated content may be incorrect.">
            <a:extLst>
              <a:ext uri="{FF2B5EF4-FFF2-40B4-BE49-F238E27FC236}">
                <a16:creationId xmlns:a16="http://schemas.microsoft.com/office/drawing/2014/main" id="{82C08BCD-EA56-3356-6255-B9B66AAA80C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3625" b="9001"/>
          <a:stretch>
            <a:fillRect/>
          </a:stretch>
        </p:blipFill>
        <p:spPr>
          <a:xfrm>
            <a:off x="7775097" y="4329776"/>
            <a:ext cx="398302" cy="502719"/>
          </a:xfrm>
          <a:prstGeom prst="rect">
            <a:avLst/>
          </a:prstGeom>
        </p:spPr>
      </p:pic>
      <p:pic>
        <p:nvPicPr>
          <p:cNvPr id="113" name="Picture 112" descr="A white object in the dark&#10;&#10;AI-generated content may be incorrect.">
            <a:extLst>
              <a:ext uri="{FF2B5EF4-FFF2-40B4-BE49-F238E27FC236}">
                <a16:creationId xmlns:a16="http://schemas.microsoft.com/office/drawing/2014/main" id="{E5EF903F-43A4-3485-FE8A-3E58BA57FD5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3625" b="9001"/>
          <a:stretch>
            <a:fillRect/>
          </a:stretch>
        </p:blipFill>
        <p:spPr>
          <a:xfrm>
            <a:off x="9070211" y="4619465"/>
            <a:ext cx="398302" cy="502719"/>
          </a:xfrm>
          <a:prstGeom prst="rect">
            <a:avLst/>
          </a:prstGeom>
        </p:spPr>
      </p:pic>
      <p:pic>
        <p:nvPicPr>
          <p:cNvPr id="114" name="Picture 113" descr="A white object in the dark&#10;&#10;AI-generated content may be incorrect.">
            <a:extLst>
              <a:ext uri="{FF2B5EF4-FFF2-40B4-BE49-F238E27FC236}">
                <a16:creationId xmlns:a16="http://schemas.microsoft.com/office/drawing/2014/main" id="{3876422B-743A-2E36-AE92-CE3D9D798B0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3625" b="9001"/>
          <a:stretch>
            <a:fillRect/>
          </a:stretch>
        </p:blipFill>
        <p:spPr>
          <a:xfrm>
            <a:off x="10819594" y="4987790"/>
            <a:ext cx="398302" cy="502719"/>
          </a:xfrm>
          <a:prstGeom prst="rect">
            <a:avLst/>
          </a:prstGeom>
        </p:spPr>
      </p:pic>
      <p:pic>
        <p:nvPicPr>
          <p:cNvPr id="115" name="Picture 114" descr="A white object in the dark&#10;&#10;AI-generated content may be incorrect.">
            <a:extLst>
              <a:ext uri="{FF2B5EF4-FFF2-40B4-BE49-F238E27FC236}">
                <a16:creationId xmlns:a16="http://schemas.microsoft.com/office/drawing/2014/main" id="{605B60C5-2E89-6362-7165-76EF0030527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3625" b="9001"/>
          <a:stretch>
            <a:fillRect/>
          </a:stretch>
        </p:blipFill>
        <p:spPr>
          <a:xfrm>
            <a:off x="10270779" y="4205716"/>
            <a:ext cx="398302" cy="502719"/>
          </a:xfrm>
          <a:prstGeom prst="rect">
            <a:avLst/>
          </a:prstGeom>
        </p:spPr>
      </p:pic>
      <p:pic>
        <p:nvPicPr>
          <p:cNvPr id="116" name="Picture 115" descr="A white object in the dark&#10;&#10;AI-generated content may be incorrect.">
            <a:extLst>
              <a:ext uri="{FF2B5EF4-FFF2-40B4-BE49-F238E27FC236}">
                <a16:creationId xmlns:a16="http://schemas.microsoft.com/office/drawing/2014/main" id="{32C5926C-9BB8-003B-83F6-8D9F1306D2E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3625" b="9001"/>
          <a:stretch>
            <a:fillRect/>
          </a:stretch>
        </p:blipFill>
        <p:spPr>
          <a:xfrm>
            <a:off x="10917724" y="4309602"/>
            <a:ext cx="398302" cy="502719"/>
          </a:xfrm>
          <a:prstGeom prst="rect">
            <a:avLst/>
          </a:prstGeom>
        </p:spPr>
      </p:pic>
      <p:pic>
        <p:nvPicPr>
          <p:cNvPr id="117" name="Picture 116" descr="A white object in the dark&#10;&#10;AI-generated content may be incorrect.">
            <a:extLst>
              <a:ext uri="{FF2B5EF4-FFF2-40B4-BE49-F238E27FC236}">
                <a16:creationId xmlns:a16="http://schemas.microsoft.com/office/drawing/2014/main" id="{5111607B-11E7-87C1-461E-BDBCFD18ECF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3625" b="9001"/>
          <a:stretch>
            <a:fillRect/>
          </a:stretch>
        </p:blipFill>
        <p:spPr>
          <a:xfrm>
            <a:off x="12750225" y="4987790"/>
            <a:ext cx="398302" cy="502719"/>
          </a:xfrm>
          <a:prstGeom prst="rect">
            <a:avLst/>
          </a:prstGeom>
        </p:spPr>
      </p:pic>
      <p:pic>
        <p:nvPicPr>
          <p:cNvPr id="118" name="Picture 117" descr="A white object in the dark&#10;&#10;AI-generated content may be incorrect.">
            <a:extLst>
              <a:ext uri="{FF2B5EF4-FFF2-40B4-BE49-F238E27FC236}">
                <a16:creationId xmlns:a16="http://schemas.microsoft.com/office/drawing/2014/main" id="{5AB3CD78-EE20-5F52-116A-932BDFCFF42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3625" b="9001"/>
          <a:stretch>
            <a:fillRect/>
          </a:stretch>
        </p:blipFill>
        <p:spPr>
          <a:xfrm>
            <a:off x="12950541" y="4139412"/>
            <a:ext cx="398302" cy="502719"/>
          </a:xfrm>
          <a:prstGeom prst="rect">
            <a:avLst/>
          </a:prstGeom>
        </p:spPr>
      </p:pic>
      <p:pic>
        <p:nvPicPr>
          <p:cNvPr id="119" name="Picture 118" descr="A white object on a black background&#10;&#10;AI-generated content may be incorrect.">
            <a:extLst>
              <a:ext uri="{FF2B5EF4-FFF2-40B4-BE49-F238E27FC236}">
                <a16:creationId xmlns:a16="http://schemas.microsoft.com/office/drawing/2014/main" id="{C613D417-E341-8981-81E0-4771AA7016F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305" t="29849" r="26290" b="9208"/>
          <a:stretch>
            <a:fillRect/>
          </a:stretch>
        </p:blipFill>
        <p:spPr>
          <a:xfrm>
            <a:off x="9979645" y="2436261"/>
            <a:ext cx="260868" cy="379530"/>
          </a:xfrm>
          <a:prstGeom prst="rect">
            <a:avLst/>
          </a:prstGeom>
        </p:spPr>
      </p:pic>
      <p:pic>
        <p:nvPicPr>
          <p:cNvPr id="120" name="Picture 119" descr="A white object on a black background&#10;&#10;AI-generated content may be incorrect.">
            <a:extLst>
              <a:ext uri="{FF2B5EF4-FFF2-40B4-BE49-F238E27FC236}">
                <a16:creationId xmlns:a16="http://schemas.microsoft.com/office/drawing/2014/main" id="{37E2BD53-28C9-08F9-4E0E-DEC15A3F0257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305" t="29849" r="26290" b="9208"/>
          <a:stretch>
            <a:fillRect/>
          </a:stretch>
        </p:blipFill>
        <p:spPr>
          <a:xfrm>
            <a:off x="11128282" y="2336367"/>
            <a:ext cx="260868" cy="379530"/>
          </a:xfrm>
          <a:prstGeom prst="rect">
            <a:avLst/>
          </a:prstGeom>
        </p:spPr>
      </p:pic>
      <p:pic>
        <p:nvPicPr>
          <p:cNvPr id="121" name="Picture 120" descr="A white object on a black background&#10;&#10;AI-generated content may be incorrect.">
            <a:extLst>
              <a:ext uri="{FF2B5EF4-FFF2-40B4-BE49-F238E27FC236}">
                <a16:creationId xmlns:a16="http://schemas.microsoft.com/office/drawing/2014/main" id="{8BC6F550-8933-A726-5463-6AD95C24976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305" t="29849" r="26290" b="9208"/>
          <a:stretch>
            <a:fillRect/>
          </a:stretch>
        </p:blipFill>
        <p:spPr>
          <a:xfrm>
            <a:off x="12466025" y="2491113"/>
            <a:ext cx="260868" cy="379530"/>
          </a:xfrm>
          <a:prstGeom prst="rect">
            <a:avLst/>
          </a:prstGeom>
        </p:spPr>
      </p:pic>
      <p:pic>
        <p:nvPicPr>
          <p:cNvPr id="122" name="Picture 121" descr="A white object on a black background&#10;&#10;AI-generated content may be incorrect.">
            <a:extLst>
              <a:ext uri="{FF2B5EF4-FFF2-40B4-BE49-F238E27FC236}">
                <a16:creationId xmlns:a16="http://schemas.microsoft.com/office/drawing/2014/main" id="{8753DD6D-BA18-18C4-FB5C-E7E005CFEBA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305" t="29849" r="26290" b="9208"/>
          <a:stretch>
            <a:fillRect/>
          </a:stretch>
        </p:blipFill>
        <p:spPr>
          <a:xfrm>
            <a:off x="8659557" y="3162489"/>
            <a:ext cx="260868" cy="379530"/>
          </a:xfrm>
          <a:prstGeom prst="rect">
            <a:avLst/>
          </a:prstGeom>
        </p:spPr>
      </p:pic>
      <p:pic>
        <p:nvPicPr>
          <p:cNvPr id="123" name="Picture 122" descr="A white object on a black background&#10;&#10;AI-generated content may be incorrect.">
            <a:extLst>
              <a:ext uri="{FF2B5EF4-FFF2-40B4-BE49-F238E27FC236}">
                <a16:creationId xmlns:a16="http://schemas.microsoft.com/office/drawing/2014/main" id="{8F540D18-FBB3-C9CB-A824-557E7FA6BDF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305" t="29849" r="26290" b="9208"/>
          <a:stretch>
            <a:fillRect/>
          </a:stretch>
        </p:blipFill>
        <p:spPr>
          <a:xfrm>
            <a:off x="12908882" y="3092652"/>
            <a:ext cx="260868" cy="379530"/>
          </a:xfrm>
          <a:prstGeom prst="rect">
            <a:avLst/>
          </a:prstGeom>
        </p:spPr>
      </p:pic>
      <p:pic>
        <p:nvPicPr>
          <p:cNvPr id="124" name="Picture 123" descr="A white object in the dark&#10;&#10;AI-generated content may be incorrect.">
            <a:extLst>
              <a:ext uri="{FF2B5EF4-FFF2-40B4-BE49-F238E27FC236}">
                <a16:creationId xmlns:a16="http://schemas.microsoft.com/office/drawing/2014/main" id="{D1037742-67DD-EF65-DF10-262930D7BCB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3625" b="9001"/>
          <a:stretch>
            <a:fillRect/>
          </a:stretch>
        </p:blipFill>
        <p:spPr>
          <a:xfrm>
            <a:off x="7711129" y="2112645"/>
            <a:ext cx="398302" cy="502719"/>
          </a:xfrm>
          <a:prstGeom prst="rect">
            <a:avLst/>
          </a:prstGeom>
        </p:spPr>
      </p:pic>
      <p:pic>
        <p:nvPicPr>
          <p:cNvPr id="125" name="Picture 124" descr="A white object in the dark&#10;&#10;AI-generated content may be incorrect.">
            <a:extLst>
              <a:ext uri="{FF2B5EF4-FFF2-40B4-BE49-F238E27FC236}">
                <a16:creationId xmlns:a16="http://schemas.microsoft.com/office/drawing/2014/main" id="{36203E0F-40DB-B043-9CB0-E3655DA7F35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3625" b="9001"/>
          <a:stretch>
            <a:fillRect/>
          </a:stretch>
        </p:blipFill>
        <p:spPr>
          <a:xfrm>
            <a:off x="9006243" y="2402334"/>
            <a:ext cx="398302" cy="502719"/>
          </a:xfrm>
          <a:prstGeom prst="rect">
            <a:avLst/>
          </a:prstGeom>
        </p:spPr>
      </p:pic>
      <p:pic>
        <p:nvPicPr>
          <p:cNvPr id="126" name="Picture 125" descr="A white object in the dark&#10;&#10;AI-generated content may be incorrect.">
            <a:extLst>
              <a:ext uri="{FF2B5EF4-FFF2-40B4-BE49-F238E27FC236}">
                <a16:creationId xmlns:a16="http://schemas.microsoft.com/office/drawing/2014/main" id="{875AEA9E-D1B4-F07E-3941-28970361DBE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3625" b="9001"/>
          <a:stretch>
            <a:fillRect/>
          </a:stretch>
        </p:blipFill>
        <p:spPr>
          <a:xfrm>
            <a:off x="10755626" y="2770659"/>
            <a:ext cx="398302" cy="502719"/>
          </a:xfrm>
          <a:prstGeom prst="rect">
            <a:avLst/>
          </a:prstGeom>
        </p:spPr>
      </p:pic>
      <p:pic>
        <p:nvPicPr>
          <p:cNvPr id="127" name="Picture 126" descr="A white object in the dark&#10;&#10;AI-generated content may be incorrect.">
            <a:extLst>
              <a:ext uri="{FF2B5EF4-FFF2-40B4-BE49-F238E27FC236}">
                <a16:creationId xmlns:a16="http://schemas.microsoft.com/office/drawing/2014/main" id="{D6A54CBD-23C0-B7D1-9228-B31DF234AEB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3625" b="9001"/>
          <a:stretch>
            <a:fillRect/>
          </a:stretch>
        </p:blipFill>
        <p:spPr>
          <a:xfrm>
            <a:off x="10206811" y="1988585"/>
            <a:ext cx="398302" cy="502719"/>
          </a:xfrm>
          <a:prstGeom prst="rect">
            <a:avLst/>
          </a:prstGeom>
        </p:spPr>
      </p:pic>
      <p:pic>
        <p:nvPicPr>
          <p:cNvPr id="128" name="Picture 127" descr="A white object in the dark&#10;&#10;AI-generated content may be incorrect.">
            <a:extLst>
              <a:ext uri="{FF2B5EF4-FFF2-40B4-BE49-F238E27FC236}">
                <a16:creationId xmlns:a16="http://schemas.microsoft.com/office/drawing/2014/main" id="{C98DA39A-900A-3766-F0F0-0A8B4B09071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3625" b="9001"/>
          <a:stretch>
            <a:fillRect/>
          </a:stretch>
        </p:blipFill>
        <p:spPr>
          <a:xfrm>
            <a:off x="11769972" y="2122518"/>
            <a:ext cx="398302" cy="502719"/>
          </a:xfrm>
          <a:prstGeom prst="rect">
            <a:avLst/>
          </a:prstGeom>
        </p:spPr>
      </p:pic>
      <p:pic>
        <p:nvPicPr>
          <p:cNvPr id="129" name="Picture 128" descr="A white object in the dark&#10;&#10;AI-generated content may be incorrect.">
            <a:extLst>
              <a:ext uri="{FF2B5EF4-FFF2-40B4-BE49-F238E27FC236}">
                <a16:creationId xmlns:a16="http://schemas.microsoft.com/office/drawing/2014/main" id="{4AF8C208-E22B-F0A5-03CE-0780C50B176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3625" b="9001"/>
          <a:stretch>
            <a:fillRect/>
          </a:stretch>
        </p:blipFill>
        <p:spPr>
          <a:xfrm>
            <a:off x="12686257" y="2770659"/>
            <a:ext cx="398302" cy="502719"/>
          </a:xfrm>
          <a:prstGeom prst="rect">
            <a:avLst/>
          </a:prstGeom>
        </p:spPr>
      </p:pic>
      <p:pic>
        <p:nvPicPr>
          <p:cNvPr id="130" name="Picture 129" descr="A white object in the dark&#10;&#10;AI-generated content may be incorrect.">
            <a:extLst>
              <a:ext uri="{FF2B5EF4-FFF2-40B4-BE49-F238E27FC236}">
                <a16:creationId xmlns:a16="http://schemas.microsoft.com/office/drawing/2014/main" id="{ACDF0AFF-E2A8-1B06-15FA-3D26E1FA0D8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3625" b="9001"/>
          <a:stretch>
            <a:fillRect/>
          </a:stretch>
        </p:blipFill>
        <p:spPr>
          <a:xfrm>
            <a:off x="12886573" y="1922281"/>
            <a:ext cx="398302" cy="502719"/>
          </a:xfrm>
          <a:prstGeom prst="rect">
            <a:avLst/>
          </a:prstGeom>
        </p:spPr>
      </p:pic>
      <p:pic>
        <p:nvPicPr>
          <p:cNvPr id="131" name="Picture 130" descr="A white circle with a black center&#10;&#10;AI-generated content may be incorrect.">
            <a:extLst>
              <a:ext uri="{FF2B5EF4-FFF2-40B4-BE49-F238E27FC236}">
                <a16:creationId xmlns:a16="http://schemas.microsoft.com/office/drawing/2014/main" id="{F050E201-D30B-4D71-0A43-E95B7965A17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491" t="29970" r="29588" b="28342"/>
          <a:stretch>
            <a:fillRect/>
          </a:stretch>
        </p:blipFill>
        <p:spPr>
          <a:xfrm>
            <a:off x="10182355" y="2680166"/>
            <a:ext cx="635602" cy="680081"/>
          </a:xfrm>
          <a:prstGeom prst="rect">
            <a:avLst/>
          </a:prstGeom>
        </p:spPr>
      </p:pic>
      <p:pic>
        <p:nvPicPr>
          <p:cNvPr id="132" name="Picture 131" descr="A white circle with a black center&#10;&#10;AI-generated content may be incorrect.">
            <a:extLst>
              <a:ext uri="{FF2B5EF4-FFF2-40B4-BE49-F238E27FC236}">
                <a16:creationId xmlns:a16="http://schemas.microsoft.com/office/drawing/2014/main" id="{E985D16C-0014-79DF-71EB-8C90BAAF6E7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491" t="29970" r="29588" b="28342"/>
          <a:stretch>
            <a:fillRect/>
          </a:stretch>
        </p:blipFill>
        <p:spPr>
          <a:xfrm>
            <a:off x="12990422" y="2232894"/>
            <a:ext cx="635602" cy="680081"/>
          </a:xfrm>
          <a:prstGeom prst="rect">
            <a:avLst/>
          </a:prstGeom>
        </p:spPr>
      </p:pic>
      <p:pic>
        <p:nvPicPr>
          <p:cNvPr id="133" name="Picture 132" descr="A black and white image of a sea creature&#10;&#10;AI-generated content may be incorrect.">
            <a:extLst>
              <a:ext uri="{FF2B5EF4-FFF2-40B4-BE49-F238E27FC236}">
                <a16:creationId xmlns:a16="http://schemas.microsoft.com/office/drawing/2014/main" id="{E6F3EAD9-472D-4355-0E58-D123868806A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755" t="38662" r="37378" b="31491"/>
          <a:stretch>
            <a:fillRect/>
          </a:stretch>
        </p:blipFill>
        <p:spPr>
          <a:xfrm rot="7146351">
            <a:off x="11144822" y="2128331"/>
            <a:ext cx="723161" cy="707886"/>
          </a:xfrm>
          <a:prstGeom prst="rect">
            <a:avLst/>
          </a:prstGeom>
        </p:spPr>
      </p:pic>
      <p:pic>
        <p:nvPicPr>
          <p:cNvPr id="134" name="Picture 133" descr="A black and white image of a sea creature&#10;&#10;AI-generated content may be incorrect.">
            <a:extLst>
              <a:ext uri="{FF2B5EF4-FFF2-40B4-BE49-F238E27FC236}">
                <a16:creationId xmlns:a16="http://schemas.microsoft.com/office/drawing/2014/main" id="{DEE5F40E-289B-547F-2C81-6ABE3DAC169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755" t="38662" r="37378" b="31491"/>
          <a:stretch>
            <a:fillRect/>
          </a:stretch>
        </p:blipFill>
        <p:spPr>
          <a:xfrm rot="7146351">
            <a:off x="9383833" y="2194654"/>
            <a:ext cx="723161" cy="707886"/>
          </a:xfrm>
          <a:prstGeom prst="rect">
            <a:avLst/>
          </a:prstGeom>
        </p:spPr>
      </p:pic>
      <p:pic>
        <p:nvPicPr>
          <p:cNvPr id="135" name="Picture 134" descr="A black and white image of a sea creature&#10;&#10;AI-generated content may be incorrect.">
            <a:extLst>
              <a:ext uri="{FF2B5EF4-FFF2-40B4-BE49-F238E27FC236}">
                <a16:creationId xmlns:a16="http://schemas.microsoft.com/office/drawing/2014/main" id="{465BD479-EB78-570B-CD22-D36A9408FC4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755" t="38662" r="37378" b="31491"/>
          <a:stretch>
            <a:fillRect/>
          </a:stretch>
        </p:blipFill>
        <p:spPr>
          <a:xfrm rot="7146351">
            <a:off x="7690529" y="2244751"/>
            <a:ext cx="723161" cy="707886"/>
          </a:xfrm>
          <a:prstGeom prst="rect">
            <a:avLst/>
          </a:prstGeom>
        </p:spPr>
      </p:pic>
      <p:pic>
        <p:nvPicPr>
          <p:cNvPr id="136" name="Picture 135" descr="A black and white image of a comet in the sky&#10;&#10;AI-generated content may be incorrect.">
            <a:extLst>
              <a:ext uri="{FF2B5EF4-FFF2-40B4-BE49-F238E27FC236}">
                <a16:creationId xmlns:a16="http://schemas.microsoft.com/office/drawing/2014/main" id="{A7D13943-800C-D7AE-B162-4A65253CB82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855" t="29191" r="25147" b="20283"/>
          <a:stretch>
            <a:fillRect/>
          </a:stretch>
        </p:blipFill>
        <p:spPr>
          <a:xfrm>
            <a:off x="9323177" y="2758259"/>
            <a:ext cx="616044" cy="529390"/>
          </a:xfrm>
          <a:prstGeom prst="rect">
            <a:avLst/>
          </a:prstGeom>
        </p:spPr>
      </p:pic>
      <p:pic>
        <p:nvPicPr>
          <p:cNvPr id="137" name="Picture 136" descr="A black and white image of a comet in the sky&#10;&#10;AI-generated content may be incorrect.">
            <a:extLst>
              <a:ext uri="{FF2B5EF4-FFF2-40B4-BE49-F238E27FC236}">
                <a16:creationId xmlns:a16="http://schemas.microsoft.com/office/drawing/2014/main" id="{5919A8C8-C750-A612-E99D-E0EDB3257D8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855" t="29191" r="25147" b="20283"/>
          <a:stretch>
            <a:fillRect/>
          </a:stretch>
        </p:blipFill>
        <p:spPr>
          <a:xfrm>
            <a:off x="11521669" y="2788954"/>
            <a:ext cx="616044" cy="529390"/>
          </a:xfrm>
          <a:prstGeom prst="rect">
            <a:avLst/>
          </a:prstGeom>
        </p:spPr>
      </p:pic>
      <p:pic>
        <p:nvPicPr>
          <p:cNvPr id="138" name="Picture 137" descr="A black and white image of a comet in the sky&#10;&#10;AI-generated content may be incorrect.">
            <a:extLst>
              <a:ext uri="{FF2B5EF4-FFF2-40B4-BE49-F238E27FC236}">
                <a16:creationId xmlns:a16="http://schemas.microsoft.com/office/drawing/2014/main" id="{7E6AC9CD-AC82-4B43-74D0-6CE5ADD65FD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855" t="29191" r="25147" b="20283"/>
          <a:stretch>
            <a:fillRect/>
          </a:stretch>
        </p:blipFill>
        <p:spPr>
          <a:xfrm>
            <a:off x="8064168" y="3805062"/>
            <a:ext cx="616044" cy="529390"/>
          </a:xfrm>
          <a:prstGeom prst="rect">
            <a:avLst/>
          </a:prstGeom>
        </p:spPr>
      </p:pic>
      <p:pic>
        <p:nvPicPr>
          <p:cNvPr id="139" name="Picture 138" descr="A black and white image of a comet in the sky&#10;&#10;AI-generated content may be incorrect.">
            <a:extLst>
              <a:ext uri="{FF2B5EF4-FFF2-40B4-BE49-F238E27FC236}">
                <a16:creationId xmlns:a16="http://schemas.microsoft.com/office/drawing/2014/main" id="{39408BBB-9E28-F525-F843-7AF482AAD04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855" t="29191" r="25147" b="20283"/>
          <a:stretch>
            <a:fillRect/>
          </a:stretch>
        </p:blipFill>
        <p:spPr>
          <a:xfrm>
            <a:off x="12349735" y="3671875"/>
            <a:ext cx="616044" cy="529390"/>
          </a:xfrm>
          <a:prstGeom prst="rect">
            <a:avLst/>
          </a:prstGeom>
        </p:spPr>
      </p:pic>
      <p:pic>
        <p:nvPicPr>
          <p:cNvPr id="140" name="Picture 139" descr="A white object in the dark&#10;&#10;AI-generated content may be incorrect.">
            <a:extLst>
              <a:ext uri="{FF2B5EF4-FFF2-40B4-BE49-F238E27FC236}">
                <a16:creationId xmlns:a16="http://schemas.microsoft.com/office/drawing/2014/main" id="{E6F03068-AC14-92A7-CC1D-94D6054E574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3625" b="9001"/>
          <a:stretch>
            <a:fillRect/>
          </a:stretch>
        </p:blipFill>
        <p:spPr>
          <a:xfrm>
            <a:off x="10034183" y="3595663"/>
            <a:ext cx="398302" cy="502719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5533DF78-417E-2DD7-5EFF-0A5BC7F12805}"/>
              </a:ext>
            </a:extLst>
          </p:cNvPr>
          <p:cNvSpPr txBox="1"/>
          <p:nvPr/>
        </p:nvSpPr>
        <p:spPr>
          <a:xfrm>
            <a:off x="2488239" y="3832040"/>
            <a:ext cx="295167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chemeClr val="bg1"/>
                </a:solidFill>
              </a:rPr>
              <a:t>Large, fluffy aggregates are sinking into the mesopelagic</a:t>
            </a:r>
          </a:p>
        </p:txBody>
      </p:sp>
      <p:pic>
        <p:nvPicPr>
          <p:cNvPr id="141" name="Picture 140" descr="A black and white image of a sea creature&#10;&#10;AI-generated content may be incorrect.">
            <a:extLst>
              <a:ext uri="{FF2B5EF4-FFF2-40B4-BE49-F238E27FC236}">
                <a16:creationId xmlns:a16="http://schemas.microsoft.com/office/drawing/2014/main" id="{F4098257-12B8-0319-99EB-7C9185ED62D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755" t="38662" r="37378" b="31491"/>
          <a:stretch>
            <a:fillRect/>
          </a:stretch>
        </p:blipFill>
        <p:spPr>
          <a:xfrm rot="7146351">
            <a:off x="7972519" y="180797"/>
            <a:ext cx="723161" cy="707886"/>
          </a:xfrm>
          <a:prstGeom prst="rect">
            <a:avLst/>
          </a:prstGeom>
        </p:spPr>
      </p:pic>
      <p:pic>
        <p:nvPicPr>
          <p:cNvPr id="142" name="Picture 141" descr="A black and white image of a sea creature&#10;&#10;AI-generated content may be incorrect.">
            <a:extLst>
              <a:ext uri="{FF2B5EF4-FFF2-40B4-BE49-F238E27FC236}">
                <a16:creationId xmlns:a16="http://schemas.microsoft.com/office/drawing/2014/main" id="{36E2155B-BB75-9DB8-2A81-23DBBDDEA11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755" t="38662" r="37378" b="31491"/>
          <a:stretch>
            <a:fillRect/>
          </a:stretch>
        </p:blipFill>
        <p:spPr>
          <a:xfrm rot="7146351">
            <a:off x="10412006" y="489899"/>
            <a:ext cx="723161" cy="707886"/>
          </a:xfrm>
          <a:prstGeom prst="rect">
            <a:avLst/>
          </a:prstGeom>
        </p:spPr>
      </p:pic>
      <p:pic>
        <p:nvPicPr>
          <p:cNvPr id="143" name="Picture 142" descr="A black and white image of a sea creature&#10;&#10;AI-generated content may be incorrect.">
            <a:extLst>
              <a:ext uri="{FF2B5EF4-FFF2-40B4-BE49-F238E27FC236}">
                <a16:creationId xmlns:a16="http://schemas.microsoft.com/office/drawing/2014/main" id="{0177C942-E344-9A81-7C3B-30E3EB8C40C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755" t="38662" r="37378" b="31491"/>
          <a:stretch>
            <a:fillRect/>
          </a:stretch>
        </p:blipFill>
        <p:spPr>
          <a:xfrm rot="7146351">
            <a:off x="12805185" y="-22061"/>
            <a:ext cx="723161" cy="707886"/>
          </a:xfrm>
          <a:prstGeom prst="rect">
            <a:avLst/>
          </a:prstGeom>
        </p:spPr>
      </p:pic>
      <p:pic>
        <p:nvPicPr>
          <p:cNvPr id="144" name="Picture 143" descr="A white circle with a black center&#10;&#10;AI-generated content may be incorrect.">
            <a:extLst>
              <a:ext uri="{FF2B5EF4-FFF2-40B4-BE49-F238E27FC236}">
                <a16:creationId xmlns:a16="http://schemas.microsoft.com/office/drawing/2014/main" id="{5797965D-C103-094B-8E6D-237FDC327D8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491" t="29970" r="29588" b="28342"/>
          <a:stretch>
            <a:fillRect/>
          </a:stretch>
        </p:blipFill>
        <p:spPr>
          <a:xfrm>
            <a:off x="9186696" y="513335"/>
            <a:ext cx="635602" cy="680081"/>
          </a:xfrm>
          <a:prstGeom prst="rect">
            <a:avLst/>
          </a:prstGeom>
        </p:spPr>
      </p:pic>
      <p:pic>
        <p:nvPicPr>
          <p:cNvPr id="145" name="Picture 144" descr="A white circle with a black center&#10;&#10;AI-generated content may be incorrect.">
            <a:extLst>
              <a:ext uri="{FF2B5EF4-FFF2-40B4-BE49-F238E27FC236}">
                <a16:creationId xmlns:a16="http://schemas.microsoft.com/office/drawing/2014/main" id="{F0F3D487-67DF-9A8C-8225-BCDFBCCAE6A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491" t="29970" r="29588" b="28342"/>
          <a:stretch>
            <a:fillRect/>
          </a:stretch>
        </p:blipFill>
        <p:spPr>
          <a:xfrm>
            <a:off x="11894067" y="305551"/>
            <a:ext cx="635602" cy="680081"/>
          </a:xfrm>
          <a:prstGeom prst="rect">
            <a:avLst/>
          </a:prstGeom>
        </p:spPr>
      </p:pic>
      <p:sp>
        <p:nvSpPr>
          <p:cNvPr id="147" name="TextBox 146">
            <a:extLst>
              <a:ext uri="{FF2B5EF4-FFF2-40B4-BE49-F238E27FC236}">
                <a16:creationId xmlns:a16="http://schemas.microsoft.com/office/drawing/2014/main" id="{E9D4ABF9-C206-F42E-67D7-B4986AC5FE1C}"/>
              </a:ext>
            </a:extLst>
          </p:cNvPr>
          <p:cNvSpPr txBox="1"/>
          <p:nvPr/>
        </p:nvSpPr>
        <p:spPr>
          <a:xfrm>
            <a:off x="9403069" y="1351634"/>
            <a:ext cx="295167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/>
              <a:t>High abundance grazers and small particles from sloppy feeding in the mesopelagic</a:t>
            </a:r>
          </a:p>
        </p:txBody>
      </p:sp>
      <p:sp>
        <p:nvSpPr>
          <p:cNvPr id="148" name="TextBox 147">
            <a:extLst>
              <a:ext uri="{FF2B5EF4-FFF2-40B4-BE49-F238E27FC236}">
                <a16:creationId xmlns:a16="http://schemas.microsoft.com/office/drawing/2014/main" id="{DA7DFA77-EBE4-4F78-D083-F57972878FBA}"/>
              </a:ext>
            </a:extLst>
          </p:cNvPr>
          <p:cNvSpPr txBox="1"/>
          <p:nvPr/>
        </p:nvSpPr>
        <p:spPr>
          <a:xfrm>
            <a:off x="7897368" y="4849035"/>
            <a:ext cx="550989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chemeClr val="bg1"/>
                </a:solidFill>
              </a:rPr>
              <a:t>Large, fast-sinking fecal pellets and dense aggregates accumulate in the bathypelagic</a:t>
            </a:r>
          </a:p>
        </p:txBody>
      </p:sp>
      <p:pic>
        <p:nvPicPr>
          <p:cNvPr id="2" name="Picture 1" descr="A white blot of snow&#10;&#10;AI-generated content may be incorrect.">
            <a:extLst>
              <a:ext uri="{FF2B5EF4-FFF2-40B4-BE49-F238E27FC236}">
                <a16:creationId xmlns:a16="http://schemas.microsoft.com/office/drawing/2014/main" id="{658FDD32-9B4E-3939-F6F3-1AEB0EC2934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105" t="24109" r="13094" b="15652"/>
          <a:stretch>
            <a:fillRect/>
          </a:stretch>
        </p:blipFill>
        <p:spPr>
          <a:xfrm>
            <a:off x="5426694" y="2163707"/>
            <a:ext cx="1042302" cy="1008537"/>
          </a:xfrm>
          <a:prstGeom prst="rect">
            <a:avLst/>
          </a:prstGeom>
        </p:spPr>
      </p:pic>
      <p:pic>
        <p:nvPicPr>
          <p:cNvPr id="3" name="Picture 2" descr="A white blot of snow&#10;&#10;AI-generated content may be incorrect.">
            <a:extLst>
              <a:ext uri="{FF2B5EF4-FFF2-40B4-BE49-F238E27FC236}">
                <a16:creationId xmlns:a16="http://schemas.microsoft.com/office/drawing/2014/main" id="{957C78F5-6B9D-4B1C-F4EB-799088B0C61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105" t="24109" r="13094" b="15652"/>
          <a:stretch>
            <a:fillRect/>
          </a:stretch>
        </p:blipFill>
        <p:spPr>
          <a:xfrm>
            <a:off x="3581308" y="2264841"/>
            <a:ext cx="1042302" cy="1008537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5DBF2AEE-FDDD-C629-4155-F6FFFAC213A6}"/>
              </a:ext>
            </a:extLst>
          </p:cNvPr>
          <p:cNvSpPr txBox="1"/>
          <p:nvPr/>
        </p:nvSpPr>
        <p:spPr>
          <a:xfrm>
            <a:off x="964237" y="-85849"/>
            <a:ext cx="29479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/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25856633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E57AFE8-0EFC-7C82-F70E-F12537808A1E}"/>
              </a:ext>
            </a:extLst>
          </p:cNvPr>
          <p:cNvSpPr/>
          <p:nvPr/>
        </p:nvSpPr>
        <p:spPr>
          <a:xfrm>
            <a:off x="0" y="0"/>
            <a:ext cx="15544800" cy="5486400"/>
          </a:xfrm>
          <a:prstGeom prst="rect">
            <a:avLst/>
          </a:prstGeom>
          <a:gradFill>
            <a:gsLst>
              <a:gs pos="0">
                <a:schemeClr val="accent4">
                  <a:lumMod val="40000"/>
                  <a:lumOff val="60000"/>
                </a:schemeClr>
              </a:gs>
              <a:gs pos="38000">
                <a:schemeClr val="accent1">
                  <a:lumMod val="45000"/>
                  <a:lumOff val="55000"/>
                </a:schemeClr>
              </a:gs>
              <a:gs pos="71000">
                <a:schemeClr val="accent4">
                  <a:lumMod val="75000"/>
                </a:schemeClr>
              </a:gs>
              <a:gs pos="100000">
                <a:schemeClr val="accent4">
                  <a:lumMod val="5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4FEEECE-94B5-847C-F41B-8737B3CC2817}"/>
              </a:ext>
            </a:extLst>
          </p:cNvPr>
          <p:cNvSpPr/>
          <p:nvPr/>
        </p:nvSpPr>
        <p:spPr>
          <a:xfrm>
            <a:off x="13691937" y="0"/>
            <a:ext cx="1828800" cy="5486400"/>
          </a:xfrm>
          <a:prstGeom prst="rect">
            <a:avLst/>
          </a:prstGeom>
          <a:gradFill>
            <a:gsLst>
              <a:gs pos="0">
                <a:schemeClr val="accent4">
                  <a:lumMod val="42000"/>
                  <a:lumOff val="58000"/>
                </a:schemeClr>
              </a:gs>
              <a:gs pos="38000">
                <a:schemeClr val="accent1">
                  <a:lumMod val="45000"/>
                  <a:lumOff val="55000"/>
                </a:schemeClr>
              </a:gs>
              <a:gs pos="71000">
                <a:schemeClr val="accent4">
                  <a:lumMod val="75000"/>
                </a:schemeClr>
              </a:gs>
              <a:gs pos="100000">
                <a:schemeClr val="accent4">
                  <a:lumMod val="5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CBAFA5C-01D7-7ED2-DA5D-A27AAE6DD6EF}"/>
              </a:ext>
            </a:extLst>
          </p:cNvPr>
          <p:cNvSpPr/>
          <p:nvPr/>
        </p:nvSpPr>
        <p:spPr>
          <a:xfrm>
            <a:off x="13781590" y="237744"/>
            <a:ext cx="1652043" cy="5029200"/>
          </a:xfrm>
          <a:prstGeom prst="rect">
            <a:avLst/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E8353DD-213D-5967-82B0-865EB10505F3}"/>
              </a:ext>
            </a:extLst>
          </p:cNvPr>
          <p:cNvSpPr/>
          <p:nvPr/>
        </p:nvSpPr>
        <p:spPr>
          <a:xfrm>
            <a:off x="973662" y="-1"/>
            <a:ext cx="6182512" cy="5486399"/>
          </a:xfrm>
          <a:prstGeom prst="rect">
            <a:avLst/>
          </a:prstGeom>
          <a:gradFill>
            <a:gsLst>
              <a:gs pos="0">
                <a:srgbClr val="92D050"/>
              </a:gs>
              <a:gs pos="38000">
                <a:schemeClr val="accent1">
                  <a:lumMod val="45000"/>
                  <a:lumOff val="55000"/>
                </a:schemeClr>
              </a:gs>
              <a:gs pos="71000">
                <a:schemeClr val="accent4">
                  <a:lumMod val="75000"/>
                </a:schemeClr>
              </a:gs>
              <a:gs pos="100000">
                <a:schemeClr val="accent4">
                  <a:lumMod val="5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29D0E97-7B65-33A9-DA5A-111CC9652329}"/>
              </a:ext>
            </a:extLst>
          </p:cNvPr>
          <p:cNvCxnSpPr>
            <a:cxnSpLocks/>
          </p:cNvCxnSpPr>
          <p:nvPr/>
        </p:nvCxnSpPr>
        <p:spPr>
          <a:xfrm>
            <a:off x="973662" y="0"/>
            <a:ext cx="0" cy="5486400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3EA862C-B7D6-4931-E724-1BF753CA5FE3}"/>
              </a:ext>
            </a:extLst>
          </p:cNvPr>
          <p:cNvCxnSpPr>
            <a:cxnSpLocks/>
          </p:cNvCxnSpPr>
          <p:nvPr/>
        </p:nvCxnSpPr>
        <p:spPr>
          <a:xfrm>
            <a:off x="7155801" y="-4109"/>
            <a:ext cx="0" cy="5486400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95EEDA1-15B1-0DEC-A107-40394A3C9AB3}"/>
              </a:ext>
            </a:extLst>
          </p:cNvPr>
          <p:cNvCxnSpPr>
            <a:cxnSpLocks/>
          </p:cNvCxnSpPr>
          <p:nvPr/>
        </p:nvCxnSpPr>
        <p:spPr>
          <a:xfrm>
            <a:off x="7586499" y="0"/>
            <a:ext cx="0" cy="5486400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60998AA9-7AE3-C18F-D58B-49BBD4BEA01D}"/>
              </a:ext>
            </a:extLst>
          </p:cNvPr>
          <p:cNvCxnSpPr>
            <a:cxnSpLocks/>
          </p:cNvCxnSpPr>
          <p:nvPr/>
        </p:nvCxnSpPr>
        <p:spPr>
          <a:xfrm>
            <a:off x="13659043" y="0"/>
            <a:ext cx="0" cy="5486400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92FDB3D0-1981-53D1-CB34-5A138FBA8349}"/>
              </a:ext>
            </a:extLst>
          </p:cNvPr>
          <p:cNvSpPr txBox="1"/>
          <p:nvPr/>
        </p:nvSpPr>
        <p:spPr>
          <a:xfrm>
            <a:off x="14250295" y="293785"/>
            <a:ext cx="1319806" cy="50937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300" b="1" dirty="0">
                <a:solidFill>
                  <a:schemeClr val="bg1"/>
                </a:solidFill>
              </a:rPr>
              <a:t>Frontal boundary</a:t>
            </a:r>
          </a:p>
          <a:p>
            <a:pPr algn="ctr"/>
            <a:endParaRPr lang="en-US" sz="1300" b="1" dirty="0">
              <a:solidFill>
                <a:schemeClr val="bg1"/>
              </a:solidFill>
            </a:endParaRPr>
          </a:p>
          <a:p>
            <a:pPr algn="ctr"/>
            <a:r>
              <a:rPr lang="en-US" sz="1300" b="1" dirty="0">
                <a:solidFill>
                  <a:schemeClr val="bg1"/>
                </a:solidFill>
              </a:rPr>
              <a:t>Large fluffy aggregate</a:t>
            </a:r>
          </a:p>
          <a:p>
            <a:pPr algn="ctr"/>
            <a:endParaRPr lang="en-US" sz="1300" b="1" dirty="0">
              <a:solidFill>
                <a:schemeClr val="bg1"/>
              </a:solidFill>
            </a:endParaRPr>
          </a:p>
          <a:p>
            <a:pPr algn="ctr"/>
            <a:r>
              <a:rPr lang="en-US" sz="1300" b="1" dirty="0">
                <a:solidFill>
                  <a:schemeClr val="bg1"/>
                </a:solidFill>
              </a:rPr>
              <a:t>Small aggregate</a:t>
            </a:r>
          </a:p>
          <a:p>
            <a:pPr algn="ctr"/>
            <a:endParaRPr lang="en-US" sz="1300" b="1" dirty="0">
              <a:solidFill>
                <a:schemeClr val="bg1"/>
              </a:solidFill>
            </a:endParaRPr>
          </a:p>
          <a:p>
            <a:pPr algn="ctr"/>
            <a:r>
              <a:rPr lang="en-US" sz="1300" b="1" dirty="0">
                <a:solidFill>
                  <a:schemeClr val="bg1"/>
                </a:solidFill>
              </a:rPr>
              <a:t>Dense aggregate</a:t>
            </a:r>
          </a:p>
          <a:p>
            <a:pPr algn="ctr"/>
            <a:endParaRPr lang="en-US" sz="1300" b="1" dirty="0">
              <a:solidFill>
                <a:schemeClr val="bg1"/>
              </a:solidFill>
            </a:endParaRPr>
          </a:p>
          <a:p>
            <a:pPr algn="ctr"/>
            <a:r>
              <a:rPr lang="en-US" sz="1300" b="1" dirty="0">
                <a:solidFill>
                  <a:schemeClr val="bg1"/>
                </a:solidFill>
              </a:rPr>
              <a:t>Fecal pellet</a:t>
            </a:r>
          </a:p>
          <a:p>
            <a:pPr algn="ctr"/>
            <a:endParaRPr lang="en-US" sz="1300" b="1" dirty="0">
              <a:solidFill>
                <a:schemeClr val="bg1"/>
              </a:solidFill>
            </a:endParaRPr>
          </a:p>
          <a:p>
            <a:pPr algn="ctr"/>
            <a:r>
              <a:rPr lang="en-US" sz="1300" b="1" dirty="0">
                <a:solidFill>
                  <a:schemeClr val="bg1"/>
                </a:solidFill>
              </a:rPr>
              <a:t>Crustacean zooplankton</a:t>
            </a:r>
          </a:p>
          <a:p>
            <a:pPr algn="ctr"/>
            <a:endParaRPr lang="en-US" sz="1300" b="1" dirty="0">
              <a:solidFill>
                <a:schemeClr val="bg1"/>
              </a:solidFill>
            </a:endParaRPr>
          </a:p>
          <a:p>
            <a:pPr algn="ctr"/>
            <a:r>
              <a:rPr lang="en-US" sz="1300" b="1" dirty="0">
                <a:solidFill>
                  <a:schemeClr val="bg1"/>
                </a:solidFill>
              </a:rPr>
              <a:t>Gelatinous zooplankton</a:t>
            </a:r>
          </a:p>
          <a:p>
            <a:pPr algn="ctr"/>
            <a:endParaRPr lang="en-US" sz="1300" b="1" dirty="0">
              <a:solidFill>
                <a:schemeClr val="bg1"/>
              </a:solidFill>
            </a:endParaRPr>
          </a:p>
          <a:p>
            <a:pPr algn="ctr"/>
            <a:r>
              <a:rPr lang="en-US" sz="1300" b="1" dirty="0">
                <a:solidFill>
                  <a:schemeClr val="bg1"/>
                </a:solidFill>
              </a:rPr>
              <a:t>Rhizarian protist</a:t>
            </a:r>
          </a:p>
          <a:p>
            <a:pPr algn="ctr"/>
            <a:endParaRPr lang="en-US" sz="1300" b="1" dirty="0">
              <a:solidFill>
                <a:schemeClr val="bg1"/>
              </a:solidFill>
            </a:endParaRPr>
          </a:p>
          <a:p>
            <a:pPr algn="ctr"/>
            <a:r>
              <a:rPr lang="en-US" sz="1300" b="1" dirty="0">
                <a:solidFill>
                  <a:schemeClr val="bg1"/>
                </a:solidFill>
              </a:rPr>
              <a:t>Sinking</a:t>
            </a:r>
          </a:p>
          <a:p>
            <a:pPr algn="r"/>
            <a:endParaRPr lang="en-US" sz="1300" b="1" dirty="0">
              <a:solidFill>
                <a:schemeClr val="bg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8CADE8C-8827-3DCC-A1D9-3B2A08A869CA}"/>
              </a:ext>
            </a:extLst>
          </p:cNvPr>
          <p:cNvSpPr txBox="1"/>
          <p:nvPr/>
        </p:nvSpPr>
        <p:spPr>
          <a:xfrm rot="5400000">
            <a:off x="-2266722" y="2527758"/>
            <a:ext cx="548640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>
                <a:solidFill>
                  <a:schemeClr val="bg1"/>
                </a:solidFill>
              </a:rPr>
              <a:t>Surface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AA37ADD-8C5C-B7A0-3824-C1429A683734}"/>
              </a:ext>
            </a:extLst>
          </p:cNvPr>
          <p:cNvSpPr txBox="1"/>
          <p:nvPr/>
        </p:nvSpPr>
        <p:spPr>
          <a:xfrm rot="5400000">
            <a:off x="-1360095" y="2446800"/>
            <a:ext cx="365433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b="1" dirty="0">
                <a:solidFill>
                  <a:schemeClr val="bg1"/>
                </a:solidFill>
              </a:rPr>
              <a:t>Mesopelagic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6FA6A7F-E3FF-8837-959D-2956F53FA7DC}"/>
              </a:ext>
            </a:extLst>
          </p:cNvPr>
          <p:cNvSpPr txBox="1"/>
          <p:nvPr/>
        </p:nvSpPr>
        <p:spPr>
          <a:xfrm rot="5400000">
            <a:off x="-2312327" y="2527756"/>
            <a:ext cx="549461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200" b="1" dirty="0">
                <a:solidFill>
                  <a:schemeClr val="bg1"/>
                </a:solidFill>
              </a:rPr>
              <a:t>Bathypelagic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3384A2C-8361-C2D6-01C7-0CA588D3CBBC}"/>
              </a:ext>
            </a:extLst>
          </p:cNvPr>
          <p:cNvSpPr txBox="1"/>
          <p:nvPr/>
        </p:nvSpPr>
        <p:spPr>
          <a:xfrm>
            <a:off x="7581435" y="0"/>
            <a:ext cx="607760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Post Phytoplankton Bloom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0848549-B8FC-59C3-8C4F-596EE6433B94}"/>
              </a:ext>
            </a:extLst>
          </p:cNvPr>
          <p:cNvSpPr txBox="1"/>
          <p:nvPr/>
        </p:nvSpPr>
        <p:spPr>
          <a:xfrm>
            <a:off x="964237" y="-85849"/>
            <a:ext cx="29479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/>
              <a:t>a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2DC912B-BA21-B7F3-10D8-A39D2D85EC9E}"/>
              </a:ext>
            </a:extLst>
          </p:cNvPr>
          <p:cNvSpPr txBox="1"/>
          <p:nvPr/>
        </p:nvSpPr>
        <p:spPr>
          <a:xfrm>
            <a:off x="7614846" y="-65794"/>
            <a:ext cx="29479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/>
              <a:t>b</a:t>
            </a:r>
          </a:p>
        </p:txBody>
      </p:sp>
      <p:sp>
        <p:nvSpPr>
          <p:cNvPr id="22" name="Arrow: Down 21">
            <a:extLst>
              <a:ext uri="{FF2B5EF4-FFF2-40B4-BE49-F238E27FC236}">
                <a16:creationId xmlns:a16="http://schemas.microsoft.com/office/drawing/2014/main" id="{7BFED814-65EA-4AD3-0FEE-ED347383E8B0}"/>
              </a:ext>
            </a:extLst>
          </p:cNvPr>
          <p:cNvSpPr/>
          <p:nvPr/>
        </p:nvSpPr>
        <p:spPr>
          <a:xfrm>
            <a:off x="2490750" y="2006283"/>
            <a:ext cx="401315" cy="886392"/>
          </a:xfrm>
          <a:prstGeom prst="downArrow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Arrow: Down 22">
            <a:extLst>
              <a:ext uri="{FF2B5EF4-FFF2-40B4-BE49-F238E27FC236}">
                <a16:creationId xmlns:a16="http://schemas.microsoft.com/office/drawing/2014/main" id="{69F1766F-1E51-AD44-D535-7612CD1CA233}"/>
              </a:ext>
            </a:extLst>
          </p:cNvPr>
          <p:cNvSpPr/>
          <p:nvPr/>
        </p:nvSpPr>
        <p:spPr>
          <a:xfrm>
            <a:off x="4819328" y="2041358"/>
            <a:ext cx="401315" cy="886392"/>
          </a:xfrm>
          <a:prstGeom prst="downArrow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Arrow: Down 23">
            <a:extLst>
              <a:ext uri="{FF2B5EF4-FFF2-40B4-BE49-F238E27FC236}">
                <a16:creationId xmlns:a16="http://schemas.microsoft.com/office/drawing/2014/main" id="{26B9D550-34DC-1E7D-C2DC-816470AA175C}"/>
              </a:ext>
            </a:extLst>
          </p:cNvPr>
          <p:cNvSpPr/>
          <p:nvPr/>
        </p:nvSpPr>
        <p:spPr>
          <a:xfrm>
            <a:off x="9363314" y="3228679"/>
            <a:ext cx="401315" cy="886392"/>
          </a:xfrm>
          <a:prstGeom prst="downArrow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Arrow: Down 24">
            <a:extLst>
              <a:ext uri="{FF2B5EF4-FFF2-40B4-BE49-F238E27FC236}">
                <a16:creationId xmlns:a16="http://schemas.microsoft.com/office/drawing/2014/main" id="{F62ECFC3-8B06-47DD-0FD1-CAE2430B37A7}"/>
              </a:ext>
            </a:extLst>
          </p:cNvPr>
          <p:cNvSpPr/>
          <p:nvPr/>
        </p:nvSpPr>
        <p:spPr>
          <a:xfrm>
            <a:off x="11606982" y="3228679"/>
            <a:ext cx="401315" cy="886392"/>
          </a:xfrm>
          <a:prstGeom prst="downArrow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Arrow: Down 25">
            <a:extLst>
              <a:ext uri="{FF2B5EF4-FFF2-40B4-BE49-F238E27FC236}">
                <a16:creationId xmlns:a16="http://schemas.microsoft.com/office/drawing/2014/main" id="{392C6EED-7B7C-8AF2-0A5F-1C8B63B618C7}"/>
              </a:ext>
            </a:extLst>
          </p:cNvPr>
          <p:cNvSpPr/>
          <p:nvPr/>
        </p:nvSpPr>
        <p:spPr>
          <a:xfrm>
            <a:off x="14037577" y="4758811"/>
            <a:ext cx="216962" cy="461665"/>
          </a:xfrm>
          <a:prstGeom prst="downArrow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6088AB1D-9A68-8B2B-E1BF-621C22F7B8CD}"/>
              </a:ext>
            </a:extLst>
          </p:cNvPr>
          <p:cNvCxnSpPr>
            <a:cxnSpLocks/>
          </p:cNvCxnSpPr>
          <p:nvPr/>
        </p:nvCxnSpPr>
        <p:spPr>
          <a:xfrm>
            <a:off x="14127150" y="341864"/>
            <a:ext cx="0" cy="362712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34" name="Picture 33" descr="A white star in the dark&#10;&#10;AI-generated content may be incorrect.">
            <a:extLst>
              <a:ext uri="{FF2B5EF4-FFF2-40B4-BE49-F238E27FC236}">
                <a16:creationId xmlns:a16="http://schemas.microsoft.com/office/drawing/2014/main" id="{575C48C1-AB47-4C3C-4753-7F1E3DCF817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1971" y="5534597"/>
            <a:ext cx="1114425" cy="1152525"/>
          </a:xfrm>
          <a:prstGeom prst="rect">
            <a:avLst/>
          </a:prstGeom>
        </p:spPr>
      </p:pic>
      <p:pic>
        <p:nvPicPr>
          <p:cNvPr id="36" name="Picture 35" descr="A white circle with a black center&#10;&#10;AI-generated content may be incorrect.">
            <a:extLst>
              <a:ext uri="{FF2B5EF4-FFF2-40B4-BE49-F238E27FC236}">
                <a16:creationId xmlns:a16="http://schemas.microsoft.com/office/drawing/2014/main" id="{17CD4EB7-6D9A-4B76-9576-544EA63544F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491" t="29970" r="29588" b="28342"/>
          <a:stretch>
            <a:fillRect/>
          </a:stretch>
        </p:blipFill>
        <p:spPr>
          <a:xfrm>
            <a:off x="7750549" y="2909643"/>
            <a:ext cx="739551" cy="791304"/>
          </a:xfrm>
          <a:prstGeom prst="rect">
            <a:avLst/>
          </a:prstGeom>
        </p:spPr>
      </p:pic>
      <p:pic>
        <p:nvPicPr>
          <p:cNvPr id="38" name="Picture 37" descr="A black circle with white smoke&#10;&#10;AI-generated content may be incorrect.">
            <a:extLst>
              <a:ext uri="{FF2B5EF4-FFF2-40B4-BE49-F238E27FC236}">
                <a16:creationId xmlns:a16="http://schemas.microsoft.com/office/drawing/2014/main" id="{3E196B89-F7B9-C49F-9563-5852A19002E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061" t="34406" r="27268" b="35967"/>
          <a:stretch>
            <a:fillRect/>
          </a:stretch>
        </p:blipFill>
        <p:spPr>
          <a:xfrm>
            <a:off x="3702514" y="6125068"/>
            <a:ext cx="968805" cy="781676"/>
          </a:xfrm>
          <a:prstGeom prst="rect">
            <a:avLst/>
          </a:prstGeom>
        </p:spPr>
      </p:pic>
      <p:pic>
        <p:nvPicPr>
          <p:cNvPr id="40" name="Picture 39" descr="A white circle with black center&#10;&#10;AI-generated content may be incorrect.">
            <a:extLst>
              <a:ext uri="{FF2B5EF4-FFF2-40B4-BE49-F238E27FC236}">
                <a16:creationId xmlns:a16="http://schemas.microsoft.com/office/drawing/2014/main" id="{F809856D-13D6-6B37-F32E-59B720DC697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89402" y="5534597"/>
            <a:ext cx="1133475" cy="1333500"/>
          </a:xfrm>
          <a:prstGeom prst="rect">
            <a:avLst/>
          </a:prstGeom>
        </p:spPr>
      </p:pic>
      <p:pic>
        <p:nvPicPr>
          <p:cNvPr id="42" name="Picture 41" descr="A black background with a black circle&#10;&#10;AI-generated content may be incorrect.">
            <a:extLst>
              <a:ext uri="{FF2B5EF4-FFF2-40B4-BE49-F238E27FC236}">
                <a16:creationId xmlns:a16="http://schemas.microsoft.com/office/drawing/2014/main" id="{EE46946A-4DE8-6F70-B391-BC4DE157EE2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349" t="27785" r="35250" b="34180"/>
          <a:stretch>
            <a:fillRect/>
          </a:stretch>
        </p:blipFill>
        <p:spPr>
          <a:xfrm>
            <a:off x="12970470" y="5956578"/>
            <a:ext cx="2286115" cy="1166545"/>
          </a:xfrm>
          <a:prstGeom prst="rect">
            <a:avLst/>
          </a:prstGeom>
        </p:spPr>
      </p:pic>
      <p:pic>
        <p:nvPicPr>
          <p:cNvPr id="44" name="Picture 43" descr="A jellyfish in the dark&#10;&#10;AI-generated content may be incorrect.">
            <a:extLst>
              <a:ext uri="{FF2B5EF4-FFF2-40B4-BE49-F238E27FC236}">
                <a16:creationId xmlns:a16="http://schemas.microsoft.com/office/drawing/2014/main" id="{CE26C480-0E2F-4705-474B-02F3BC16952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38573" y="5043644"/>
            <a:ext cx="2095500" cy="2495550"/>
          </a:xfrm>
          <a:prstGeom prst="rect">
            <a:avLst/>
          </a:prstGeom>
        </p:spPr>
      </p:pic>
      <p:pic>
        <p:nvPicPr>
          <p:cNvPr id="48" name="Picture 47" descr="A black and white image of a white object&#10;&#10;AI-generated content may be incorrect.">
            <a:extLst>
              <a:ext uri="{FF2B5EF4-FFF2-40B4-BE49-F238E27FC236}">
                <a16:creationId xmlns:a16="http://schemas.microsoft.com/office/drawing/2014/main" id="{F7A54006-D541-F0CC-E981-A737D5444489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88960" y="4746482"/>
            <a:ext cx="1885950" cy="2552700"/>
          </a:xfrm>
          <a:prstGeom prst="rect">
            <a:avLst/>
          </a:prstGeom>
        </p:spPr>
      </p:pic>
      <p:pic>
        <p:nvPicPr>
          <p:cNvPr id="50" name="Picture 49" descr="A black and white image of a sea creature&#10;&#10;AI-generated content may be incorrect.">
            <a:extLst>
              <a:ext uri="{FF2B5EF4-FFF2-40B4-BE49-F238E27FC236}">
                <a16:creationId xmlns:a16="http://schemas.microsoft.com/office/drawing/2014/main" id="{8F63F1E2-B484-CAF3-6CBC-FB47395BBD39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755" t="38662" r="37378" b="31491"/>
          <a:stretch>
            <a:fillRect/>
          </a:stretch>
        </p:blipFill>
        <p:spPr>
          <a:xfrm rot="7146351">
            <a:off x="12042971" y="1756664"/>
            <a:ext cx="723161" cy="707886"/>
          </a:xfrm>
          <a:prstGeom prst="rect">
            <a:avLst/>
          </a:prstGeom>
        </p:spPr>
      </p:pic>
      <p:pic>
        <p:nvPicPr>
          <p:cNvPr id="52" name="Picture 51" descr="A white object with a black background&#10;&#10;AI-generated content may be incorrect.">
            <a:extLst>
              <a:ext uri="{FF2B5EF4-FFF2-40B4-BE49-F238E27FC236}">
                <a16:creationId xmlns:a16="http://schemas.microsoft.com/office/drawing/2014/main" id="{B6466A40-521A-4DF4-910E-D5E5772099CF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725165" y="2088561"/>
            <a:ext cx="1943100" cy="3381375"/>
          </a:xfrm>
          <a:prstGeom prst="rect">
            <a:avLst/>
          </a:prstGeom>
        </p:spPr>
      </p:pic>
      <p:pic>
        <p:nvPicPr>
          <p:cNvPr id="54" name="Picture 53" descr="A black and white image of a bomb&#10;&#10;AI-generated content may be incorrect.">
            <a:extLst>
              <a:ext uri="{FF2B5EF4-FFF2-40B4-BE49-F238E27FC236}">
                <a16:creationId xmlns:a16="http://schemas.microsoft.com/office/drawing/2014/main" id="{F943232B-5546-50F6-6488-214C0AA4BA8F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3757" y="4980995"/>
            <a:ext cx="2057400" cy="2686050"/>
          </a:xfrm>
          <a:prstGeom prst="rect">
            <a:avLst/>
          </a:prstGeom>
        </p:spPr>
      </p:pic>
      <p:pic>
        <p:nvPicPr>
          <p:cNvPr id="56" name="Picture 55" descr="A black and white image of a sea creature&#10;&#10;AI-generated content may be incorrect.">
            <a:extLst>
              <a:ext uri="{FF2B5EF4-FFF2-40B4-BE49-F238E27FC236}">
                <a16:creationId xmlns:a16="http://schemas.microsoft.com/office/drawing/2014/main" id="{61BB207F-2F4E-81DD-1689-2F3663D4A9B5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914037" y="4651326"/>
            <a:ext cx="2657475" cy="2933700"/>
          </a:xfrm>
          <a:prstGeom prst="rect">
            <a:avLst/>
          </a:prstGeom>
        </p:spPr>
      </p:pic>
      <p:pic>
        <p:nvPicPr>
          <p:cNvPr id="58" name="Picture 57" descr="A black and white image of a cat&#10;&#10;AI-generated content may be incorrect.">
            <a:extLst>
              <a:ext uri="{FF2B5EF4-FFF2-40B4-BE49-F238E27FC236}">
                <a16:creationId xmlns:a16="http://schemas.microsoft.com/office/drawing/2014/main" id="{856E58E7-C213-90B1-7834-9B159AAE0C51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0834"/>
          <a:stretch>
            <a:fillRect/>
          </a:stretch>
        </p:blipFill>
        <p:spPr>
          <a:xfrm>
            <a:off x="9642769" y="6189305"/>
            <a:ext cx="485775" cy="327815"/>
          </a:xfrm>
          <a:prstGeom prst="rect">
            <a:avLst/>
          </a:prstGeom>
        </p:spPr>
      </p:pic>
      <p:pic>
        <p:nvPicPr>
          <p:cNvPr id="64" name="Picture 63" descr="A black and white image of a curved object&#10;&#10;AI-generated content may be incorrect.">
            <a:extLst>
              <a:ext uri="{FF2B5EF4-FFF2-40B4-BE49-F238E27FC236}">
                <a16:creationId xmlns:a16="http://schemas.microsoft.com/office/drawing/2014/main" id="{C0A2699B-978B-18E4-E7A1-2477DBEDD624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29955" y="4882163"/>
            <a:ext cx="1228725" cy="2428875"/>
          </a:xfrm>
          <a:prstGeom prst="rect">
            <a:avLst/>
          </a:prstGeom>
        </p:spPr>
      </p:pic>
      <p:pic>
        <p:nvPicPr>
          <p:cNvPr id="66" name="Picture 65" descr="A black and white image of a comet in the sky&#10;&#10;AI-generated content may be incorrect.">
            <a:extLst>
              <a:ext uri="{FF2B5EF4-FFF2-40B4-BE49-F238E27FC236}">
                <a16:creationId xmlns:a16="http://schemas.microsoft.com/office/drawing/2014/main" id="{C019A2BC-BEA0-C2DC-6C06-62F81F5FD797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855" t="29191" r="25147" b="20283"/>
          <a:stretch>
            <a:fillRect/>
          </a:stretch>
        </p:blipFill>
        <p:spPr>
          <a:xfrm>
            <a:off x="7753711" y="4812321"/>
            <a:ext cx="616044" cy="529390"/>
          </a:xfrm>
          <a:prstGeom prst="rect">
            <a:avLst/>
          </a:prstGeom>
        </p:spPr>
      </p:pic>
      <p:pic>
        <p:nvPicPr>
          <p:cNvPr id="68" name="Picture 67" descr="A black object in the sky&#10;&#10;AI-generated content may be incorrect.">
            <a:extLst>
              <a:ext uri="{FF2B5EF4-FFF2-40B4-BE49-F238E27FC236}">
                <a16:creationId xmlns:a16="http://schemas.microsoft.com/office/drawing/2014/main" id="{2F688471-60B9-A0CE-C6A4-30669F5DDBDB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54593" y="5643511"/>
            <a:ext cx="1114425" cy="609600"/>
          </a:xfrm>
          <a:prstGeom prst="rect">
            <a:avLst/>
          </a:prstGeom>
        </p:spPr>
      </p:pic>
      <p:pic>
        <p:nvPicPr>
          <p:cNvPr id="70" name="Picture 69" descr="A white object in the sky&#10;&#10;AI-generated content may be incorrect.">
            <a:extLst>
              <a:ext uri="{FF2B5EF4-FFF2-40B4-BE49-F238E27FC236}">
                <a16:creationId xmlns:a16="http://schemas.microsoft.com/office/drawing/2014/main" id="{B598EDFD-030C-10D4-A162-FEEFCA7741B7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92838" y="5788897"/>
            <a:ext cx="1114425" cy="723900"/>
          </a:xfrm>
          <a:prstGeom prst="rect">
            <a:avLst/>
          </a:prstGeom>
        </p:spPr>
      </p:pic>
      <p:pic>
        <p:nvPicPr>
          <p:cNvPr id="72" name="Picture 71" descr="A white speckled object on a black background&#10;&#10;AI-generated content may be incorrect.">
            <a:extLst>
              <a:ext uri="{FF2B5EF4-FFF2-40B4-BE49-F238E27FC236}">
                <a16:creationId xmlns:a16="http://schemas.microsoft.com/office/drawing/2014/main" id="{F9AF899B-6C7D-8149-29EC-C14A4EA7D3D3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714" t="21776" r="6190" b="16801"/>
          <a:stretch>
            <a:fillRect/>
          </a:stretch>
        </p:blipFill>
        <p:spPr>
          <a:xfrm>
            <a:off x="-158057" y="-2611247"/>
            <a:ext cx="3333897" cy="2632772"/>
          </a:xfrm>
          <a:prstGeom prst="rect">
            <a:avLst/>
          </a:prstGeom>
        </p:spPr>
      </p:pic>
      <p:pic>
        <p:nvPicPr>
          <p:cNvPr id="74" name="Picture 73" descr="A white blot of snow&#10;&#10;AI-generated content may be incorrect.">
            <a:extLst>
              <a:ext uri="{FF2B5EF4-FFF2-40B4-BE49-F238E27FC236}">
                <a16:creationId xmlns:a16="http://schemas.microsoft.com/office/drawing/2014/main" id="{8AD11107-2708-3AD5-7C74-0F9DCEF87C4E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105" t="24109" r="13094" b="15652"/>
          <a:stretch>
            <a:fillRect/>
          </a:stretch>
        </p:blipFill>
        <p:spPr>
          <a:xfrm>
            <a:off x="5767610" y="479643"/>
            <a:ext cx="1042302" cy="1008537"/>
          </a:xfrm>
          <a:prstGeom prst="rect">
            <a:avLst/>
          </a:prstGeom>
        </p:spPr>
      </p:pic>
      <p:pic>
        <p:nvPicPr>
          <p:cNvPr id="76" name="Picture 75" descr="A white object on a black background&#10;&#10;AI-generated content may be incorrect.">
            <a:extLst>
              <a:ext uri="{FF2B5EF4-FFF2-40B4-BE49-F238E27FC236}">
                <a16:creationId xmlns:a16="http://schemas.microsoft.com/office/drawing/2014/main" id="{D2CF4CDE-4227-53AB-8894-3502B96A14DB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305" t="29849" r="26290" b="9208"/>
          <a:stretch>
            <a:fillRect/>
          </a:stretch>
        </p:blipFill>
        <p:spPr>
          <a:xfrm>
            <a:off x="8472439" y="-2249905"/>
            <a:ext cx="1480272" cy="2153609"/>
          </a:xfrm>
          <a:prstGeom prst="rect">
            <a:avLst/>
          </a:prstGeom>
        </p:spPr>
      </p:pic>
      <p:pic>
        <p:nvPicPr>
          <p:cNvPr id="77" name="Picture 76" descr="A white object in the dark&#10;&#10;AI-generated content may be incorrect.">
            <a:extLst>
              <a:ext uri="{FF2B5EF4-FFF2-40B4-BE49-F238E27FC236}">
                <a16:creationId xmlns:a16="http://schemas.microsoft.com/office/drawing/2014/main" id="{F8A2D1DC-6BBE-B2AC-465C-7C75E80F15A0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71491" y="2088561"/>
            <a:ext cx="600075" cy="552450"/>
          </a:xfrm>
          <a:prstGeom prst="rect">
            <a:avLst/>
          </a:prstGeom>
        </p:spPr>
      </p:pic>
      <p:pic>
        <p:nvPicPr>
          <p:cNvPr id="80" name="Picture 79" descr="A white object on a black background&#10;&#10;AI-generated content may be incorrect.">
            <a:extLst>
              <a:ext uri="{FF2B5EF4-FFF2-40B4-BE49-F238E27FC236}">
                <a16:creationId xmlns:a16="http://schemas.microsoft.com/office/drawing/2014/main" id="{6720F346-A3B8-C8E6-6D2F-7AB817FF5B24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305" t="29849" r="26290" b="9208"/>
          <a:stretch>
            <a:fillRect/>
          </a:stretch>
        </p:blipFill>
        <p:spPr>
          <a:xfrm>
            <a:off x="8349790" y="2379997"/>
            <a:ext cx="260868" cy="379530"/>
          </a:xfrm>
          <a:prstGeom prst="rect">
            <a:avLst/>
          </a:prstGeom>
        </p:spPr>
      </p:pic>
      <p:pic>
        <p:nvPicPr>
          <p:cNvPr id="81" name="Picture 80" descr="A white object on a black background&#10;&#10;AI-generated content may be incorrect.">
            <a:extLst>
              <a:ext uri="{FF2B5EF4-FFF2-40B4-BE49-F238E27FC236}">
                <a16:creationId xmlns:a16="http://schemas.microsoft.com/office/drawing/2014/main" id="{B47B7054-162F-BA98-B0D0-63BA554E2CC6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305" t="29849" r="26290" b="9208"/>
          <a:stretch>
            <a:fillRect/>
          </a:stretch>
        </p:blipFill>
        <p:spPr>
          <a:xfrm>
            <a:off x="14010762" y="1601363"/>
            <a:ext cx="225236" cy="327690"/>
          </a:xfrm>
          <a:prstGeom prst="rect">
            <a:avLst/>
          </a:prstGeom>
        </p:spPr>
      </p:pic>
      <p:pic>
        <p:nvPicPr>
          <p:cNvPr id="82" name="Picture 81" descr="A white blot of snow&#10;&#10;AI-generated content may be incorrect.">
            <a:extLst>
              <a:ext uri="{FF2B5EF4-FFF2-40B4-BE49-F238E27FC236}">
                <a16:creationId xmlns:a16="http://schemas.microsoft.com/office/drawing/2014/main" id="{B6AE9BDC-E65C-3C59-351D-42F3753120FC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105" t="24109" r="13094" b="15652"/>
          <a:stretch>
            <a:fillRect/>
          </a:stretch>
        </p:blipFill>
        <p:spPr>
          <a:xfrm>
            <a:off x="13839116" y="848959"/>
            <a:ext cx="597116" cy="577772"/>
          </a:xfrm>
          <a:prstGeom prst="rect">
            <a:avLst/>
          </a:prstGeom>
        </p:spPr>
      </p:pic>
      <p:pic>
        <p:nvPicPr>
          <p:cNvPr id="83" name="Picture 82" descr="A black and white image of a comet in the sky&#10;&#10;AI-generated content may be incorrect.">
            <a:extLst>
              <a:ext uri="{FF2B5EF4-FFF2-40B4-BE49-F238E27FC236}">
                <a16:creationId xmlns:a16="http://schemas.microsoft.com/office/drawing/2014/main" id="{EEAD73C9-F606-47E6-BC8E-A67DE559998E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855" t="29191" r="25147" b="20283"/>
          <a:stretch>
            <a:fillRect/>
          </a:stretch>
        </p:blipFill>
        <p:spPr>
          <a:xfrm>
            <a:off x="13853635" y="2529237"/>
            <a:ext cx="616044" cy="529390"/>
          </a:xfrm>
          <a:prstGeom prst="rect">
            <a:avLst/>
          </a:prstGeom>
        </p:spPr>
      </p:pic>
      <p:pic>
        <p:nvPicPr>
          <p:cNvPr id="84" name="Picture 83" descr="A white circle with a black center&#10;&#10;AI-generated content may be incorrect.">
            <a:extLst>
              <a:ext uri="{FF2B5EF4-FFF2-40B4-BE49-F238E27FC236}">
                <a16:creationId xmlns:a16="http://schemas.microsoft.com/office/drawing/2014/main" id="{7F21A5BB-68B2-A77B-00B0-4DD0CF0E92D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491" t="29970" r="29588" b="28342"/>
          <a:stretch>
            <a:fillRect/>
          </a:stretch>
        </p:blipFill>
        <p:spPr>
          <a:xfrm>
            <a:off x="13925817" y="4234455"/>
            <a:ext cx="427455" cy="457368"/>
          </a:xfrm>
          <a:prstGeom prst="rect">
            <a:avLst/>
          </a:prstGeom>
        </p:spPr>
      </p:pic>
      <p:pic>
        <p:nvPicPr>
          <p:cNvPr id="85" name="Picture 84" descr="A black and white spider&#10;&#10;AI-generated content may be incorrect.">
            <a:extLst>
              <a:ext uri="{FF2B5EF4-FFF2-40B4-BE49-F238E27FC236}">
                <a16:creationId xmlns:a16="http://schemas.microsoft.com/office/drawing/2014/main" id="{128E4C27-473C-2A3D-E856-E34C599BC6C3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490" t="34761" r="25501" b="23956"/>
          <a:stretch>
            <a:fillRect/>
          </a:stretch>
        </p:blipFill>
        <p:spPr>
          <a:xfrm>
            <a:off x="13922797" y="3626174"/>
            <a:ext cx="459439" cy="547898"/>
          </a:xfrm>
          <a:prstGeom prst="rect">
            <a:avLst/>
          </a:prstGeom>
        </p:spPr>
      </p:pic>
      <p:pic>
        <p:nvPicPr>
          <p:cNvPr id="86" name="Picture 85" descr="A black and white image of a sea creature&#10;&#10;AI-generated content may be incorrect.">
            <a:extLst>
              <a:ext uri="{FF2B5EF4-FFF2-40B4-BE49-F238E27FC236}">
                <a16:creationId xmlns:a16="http://schemas.microsoft.com/office/drawing/2014/main" id="{D2D6CD5B-181C-18E8-6D59-54CA7CCC45C5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755" t="38662" r="37378" b="31491"/>
          <a:stretch>
            <a:fillRect/>
          </a:stretch>
        </p:blipFill>
        <p:spPr>
          <a:xfrm rot="7146351">
            <a:off x="13876695" y="2957772"/>
            <a:ext cx="490420" cy="480061"/>
          </a:xfrm>
          <a:prstGeom prst="rect">
            <a:avLst/>
          </a:prstGeom>
        </p:spPr>
      </p:pic>
      <p:pic>
        <p:nvPicPr>
          <p:cNvPr id="87" name="Picture 86" descr="A white blot of snow&#10;&#10;AI-generated content may be incorrect.">
            <a:extLst>
              <a:ext uri="{FF2B5EF4-FFF2-40B4-BE49-F238E27FC236}">
                <a16:creationId xmlns:a16="http://schemas.microsoft.com/office/drawing/2014/main" id="{A279CFB8-B7BC-FC7F-4618-DE8BDAB46301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105" t="24109" r="13094" b="15652"/>
          <a:stretch>
            <a:fillRect/>
          </a:stretch>
        </p:blipFill>
        <p:spPr>
          <a:xfrm>
            <a:off x="1074258" y="561965"/>
            <a:ext cx="1042302" cy="1008537"/>
          </a:xfrm>
          <a:prstGeom prst="rect">
            <a:avLst/>
          </a:prstGeom>
        </p:spPr>
      </p:pic>
      <p:pic>
        <p:nvPicPr>
          <p:cNvPr id="88" name="Picture 87" descr="A white blot of snow&#10;&#10;AI-generated content may be incorrect.">
            <a:extLst>
              <a:ext uri="{FF2B5EF4-FFF2-40B4-BE49-F238E27FC236}">
                <a16:creationId xmlns:a16="http://schemas.microsoft.com/office/drawing/2014/main" id="{7C6F53A3-AFC3-504B-2399-68412AE1BDAA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105" t="24109" r="13094" b="15652"/>
          <a:stretch>
            <a:fillRect/>
          </a:stretch>
        </p:blipFill>
        <p:spPr>
          <a:xfrm>
            <a:off x="3315115" y="-20063"/>
            <a:ext cx="1042302" cy="1008537"/>
          </a:xfrm>
          <a:prstGeom prst="rect">
            <a:avLst/>
          </a:prstGeom>
        </p:spPr>
      </p:pic>
      <p:pic>
        <p:nvPicPr>
          <p:cNvPr id="89" name="Picture 88" descr="A white blot of snow&#10;&#10;AI-generated content may be incorrect.">
            <a:extLst>
              <a:ext uri="{FF2B5EF4-FFF2-40B4-BE49-F238E27FC236}">
                <a16:creationId xmlns:a16="http://schemas.microsoft.com/office/drawing/2014/main" id="{0E20A03E-B45C-8FA7-538E-1BD79A9DD51A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105" t="24109" r="13094" b="15652"/>
          <a:stretch>
            <a:fillRect/>
          </a:stretch>
        </p:blipFill>
        <p:spPr>
          <a:xfrm>
            <a:off x="4602113" y="943684"/>
            <a:ext cx="1042302" cy="1008537"/>
          </a:xfrm>
          <a:prstGeom prst="rect">
            <a:avLst/>
          </a:prstGeom>
        </p:spPr>
      </p:pic>
      <p:pic>
        <p:nvPicPr>
          <p:cNvPr id="90" name="Picture 89" descr="A white blot of snow&#10;&#10;AI-generated content may be incorrect.">
            <a:extLst>
              <a:ext uri="{FF2B5EF4-FFF2-40B4-BE49-F238E27FC236}">
                <a16:creationId xmlns:a16="http://schemas.microsoft.com/office/drawing/2014/main" id="{127F3981-7D10-0466-DF96-ED60629B369F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105" t="24109" r="13094" b="15652"/>
          <a:stretch>
            <a:fillRect/>
          </a:stretch>
        </p:blipFill>
        <p:spPr>
          <a:xfrm>
            <a:off x="2262851" y="920415"/>
            <a:ext cx="1042302" cy="1008537"/>
          </a:xfrm>
          <a:prstGeom prst="rect">
            <a:avLst/>
          </a:prstGeom>
        </p:spPr>
      </p:pic>
      <p:pic>
        <p:nvPicPr>
          <p:cNvPr id="91" name="Picture 90" descr="A black and white image of a sea creature&#10;&#10;AI-generated content may be incorrect.">
            <a:extLst>
              <a:ext uri="{FF2B5EF4-FFF2-40B4-BE49-F238E27FC236}">
                <a16:creationId xmlns:a16="http://schemas.microsoft.com/office/drawing/2014/main" id="{031A0E17-0A39-3DFD-9977-DBD075FB9B82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755" t="38662" r="37378" b="31491"/>
          <a:stretch>
            <a:fillRect/>
          </a:stretch>
        </p:blipFill>
        <p:spPr>
          <a:xfrm rot="7146351">
            <a:off x="6369188" y="1195674"/>
            <a:ext cx="723161" cy="707886"/>
          </a:xfrm>
          <a:prstGeom prst="rect">
            <a:avLst/>
          </a:prstGeom>
        </p:spPr>
      </p:pic>
      <p:pic>
        <p:nvPicPr>
          <p:cNvPr id="92" name="Picture 91" descr="A black and white image of a sea creature&#10;&#10;AI-generated content may be incorrect.">
            <a:extLst>
              <a:ext uri="{FF2B5EF4-FFF2-40B4-BE49-F238E27FC236}">
                <a16:creationId xmlns:a16="http://schemas.microsoft.com/office/drawing/2014/main" id="{2DBFD040-E67C-179C-E6FF-4B70178EC97E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755" t="38662" r="37378" b="31491"/>
          <a:stretch>
            <a:fillRect/>
          </a:stretch>
        </p:blipFill>
        <p:spPr>
          <a:xfrm rot="7146351">
            <a:off x="4360718" y="265573"/>
            <a:ext cx="723161" cy="707886"/>
          </a:xfrm>
          <a:prstGeom prst="rect">
            <a:avLst/>
          </a:prstGeom>
        </p:spPr>
      </p:pic>
      <p:pic>
        <p:nvPicPr>
          <p:cNvPr id="93" name="Picture 92" descr="A black and white image of a sea creature&#10;&#10;AI-generated content may be incorrect.">
            <a:extLst>
              <a:ext uri="{FF2B5EF4-FFF2-40B4-BE49-F238E27FC236}">
                <a16:creationId xmlns:a16="http://schemas.microsoft.com/office/drawing/2014/main" id="{539E8D34-AB61-F1A0-EFCE-C9AF34EE1341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755" t="38662" r="37378" b="31491"/>
          <a:stretch>
            <a:fillRect/>
          </a:stretch>
        </p:blipFill>
        <p:spPr>
          <a:xfrm rot="7146351">
            <a:off x="2279140" y="218513"/>
            <a:ext cx="723161" cy="707886"/>
          </a:xfrm>
          <a:prstGeom prst="rect">
            <a:avLst/>
          </a:prstGeom>
        </p:spPr>
      </p:pic>
      <p:pic>
        <p:nvPicPr>
          <p:cNvPr id="94" name="Picture 93" descr="A black and white spider&#10;&#10;AI-generated content may be incorrect.">
            <a:extLst>
              <a:ext uri="{FF2B5EF4-FFF2-40B4-BE49-F238E27FC236}">
                <a16:creationId xmlns:a16="http://schemas.microsoft.com/office/drawing/2014/main" id="{187AB1BE-5B2B-FCA6-F7D7-8A15206D5099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490" t="34761" r="25501" b="23956"/>
          <a:stretch>
            <a:fillRect/>
          </a:stretch>
        </p:blipFill>
        <p:spPr>
          <a:xfrm>
            <a:off x="1468837" y="1444239"/>
            <a:ext cx="667238" cy="795706"/>
          </a:xfrm>
          <a:prstGeom prst="rect">
            <a:avLst/>
          </a:prstGeom>
        </p:spPr>
      </p:pic>
      <p:pic>
        <p:nvPicPr>
          <p:cNvPr id="95" name="Picture 94" descr="A black and white spider&#10;&#10;AI-generated content may be incorrect.">
            <a:extLst>
              <a:ext uri="{FF2B5EF4-FFF2-40B4-BE49-F238E27FC236}">
                <a16:creationId xmlns:a16="http://schemas.microsoft.com/office/drawing/2014/main" id="{53DDD373-7403-EB75-6E20-2C29C202380D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490" t="34761" r="25501" b="23956"/>
          <a:stretch>
            <a:fillRect/>
          </a:stretch>
        </p:blipFill>
        <p:spPr>
          <a:xfrm>
            <a:off x="6431703" y="24429"/>
            <a:ext cx="667238" cy="795706"/>
          </a:xfrm>
          <a:prstGeom prst="rect">
            <a:avLst/>
          </a:prstGeom>
        </p:spPr>
      </p:pic>
      <p:pic>
        <p:nvPicPr>
          <p:cNvPr id="96" name="Picture 95" descr="A white circle with a black center&#10;&#10;AI-generated content may be incorrect.">
            <a:extLst>
              <a:ext uri="{FF2B5EF4-FFF2-40B4-BE49-F238E27FC236}">
                <a16:creationId xmlns:a16="http://schemas.microsoft.com/office/drawing/2014/main" id="{3F1CAF89-8E34-4864-5705-FF9B94CFB71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491" t="29970" r="29588" b="28342"/>
          <a:stretch>
            <a:fillRect/>
          </a:stretch>
        </p:blipFill>
        <p:spPr>
          <a:xfrm>
            <a:off x="3511672" y="1469868"/>
            <a:ext cx="739551" cy="791304"/>
          </a:xfrm>
          <a:prstGeom prst="rect">
            <a:avLst/>
          </a:prstGeom>
        </p:spPr>
      </p:pic>
      <p:pic>
        <p:nvPicPr>
          <p:cNvPr id="97" name="Picture 96" descr="A white circle with a black center&#10;&#10;AI-generated content may be incorrect.">
            <a:extLst>
              <a:ext uri="{FF2B5EF4-FFF2-40B4-BE49-F238E27FC236}">
                <a16:creationId xmlns:a16="http://schemas.microsoft.com/office/drawing/2014/main" id="{79716FB3-0017-E74D-4AAF-0F04425F866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491" t="29970" r="29588" b="28342"/>
          <a:stretch>
            <a:fillRect/>
          </a:stretch>
        </p:blipFill>
        <p:spPr>
          <a:xfrm>
            <a:off x="5158710" y="50742"/>
            <a:ext cx="739551" cy="791304"/>
          </a:xfrm>
          <a:prstGeom prst="rect">
            <a:avLst/>
          </a:prstGeom>
        </p:spPr>
      </p:pic>
      <p:pic>
        <p:nvPicPr>
          <p:cNvPr id="98" name="Picture 97" descr="A white circle with a black center&#10;&#10;AI-generated content may be incorrect.">
            <a:extLst>
              <a:ext uri="{FF2B5EF4-FFF2-40B4-BE49-F238E27FC236}">
                <a16:creationId xmlns:a16="http://schemas.microsoft.com/office/drawing/2014/main" id="{0E8F6ED9-45E0-7A33-AB00-7036F9FBA27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491" t="29970" r="29588" b="28342"/>
          <a:stretch>
            <a:fillRect/>
          </a:stretch>
        </p:blipFill>
        <p:spPr>
          <a:xfrm>
            <a:off x="1634089" y="61889"/>
            <a:ext cx="739551" cy="791304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0B304385-978E-4A02-9905-1C91BECFB557}"/>
              </a:ext>
            </a:extLst>
          </p:cNvPr>
          <p:cNvSpPr txBox="1"/>
          <p:nvPr/>
        </p:nvSpPr>
        <p:spPr>
          <a:xfrm>
            <a:off x="1006191" y="0"/>
            <a:ext cx="61492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Active Phytoplankton Bloom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32523AD-9114-259F-123C-28FD2E88A0C7}"/>
              </a:ext>
            </a:extLst>
          </p:cNvPr>
          <p:cNvSpPr txBox="1"/>
          <p:nvPr/>
        </p:nvSpPr>
        <p:spPr>
          <a:xfrm>
            <a:off x="2524871" y="1065805"/>
            <a:ext cx="295167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/>
              <a:t>High abundance of large, fluffy aggregates and grazers at the surface</a:t>
            </a:r>
          </a:p>
        </p:txBody>
      </p:sp>
      <p:pic>
        <p:nvPicPr>
          <p:cNvPr id="99" name="Picture 98" descr="A white blot of snow&#10;&#10;AI-generated content may be incorrect.">
            <a:extLst>
              <a:ext uri="{FF2B5EF4-FFF2-40B4-BE49-F238E27FC236}">
                <a16:creationId xmlns:a16="http://schemas.microsoft.com/office/drawing/2014/main" id="{8EC11AB3-8841-75C8-B58C-976B02BE2B16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105" t="24109" r="13094" b="15652"/>
          <a:stretch>
            <a:fillRect/>
          </a:stretch>
        </p:blipFill>
        <p:spPr>
          <a:xfrm>
            <a:off x="4486183" y="2891586"/>
            <a:ext cx="1042302" cy="1008537"/>
          </a:xfrm>
          <a:prstGeom prst="rect">
            <a:avLst/>
          </a:prstGeom>
        </p:spPr>
      </p:pic>
      <p:pic>
        <p:nvPicPr>
          <p:cNvPr id="100" name="Picture 99" descr="A white blot of snow&#10;&#10;AI-generated content may be incorrect.">
            <a:extLst>
              <a:ext uri="{FF2B5EF4-FFF2-40B4-BE49-F238E27FC236}">
                <a16:creationId xmlns:a16="http://schemas.microsoft.com/office/drawing/2014/main" id="{9A9BE452-0CC7-F1E2-25A1-DD595E27D432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105" t="24109" r="13094" b="15652"/>
          <a:stretch>
            <a:fillRect/>
          </a:stretch>
        </p:blipFill>
        <p:spPr>
          <a:xfrm>
            <a:off x="2211904" y="2880162"/>
            <a:ext cx="1042302" cy="1008537"/>
          </a:xfrm>
          <a:prstGeom prst="rect">
            <a:avLst/>
          </a:prstGeom>
        </p:spPr>
      </p:pic>
      <p:pic>
        <p:nvPicPr>
          <p:cNvPr id="101" name="Picture 100" descr="A white circle with a black center&#10;&#10;AI-generated content may be incorrect.">
            <a:extLst>
              <a:ext uri="{FF2B5EF4-FFF2-40B4-BE49-F238E27FC236}">
                <a16:creationId xmlns:a16="http://schemas.microsoft.com/office/drawing/2014/main" id="{16762AEF-9D2E-8FD0-88A4-231C71811EF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491" t="29970" r="29588" b="28342"/>
          <a:stretch>
            <a:fillRect/>
          </a:stretch>
        </p:blipFill>
        <p:spPr>
          <a:xfrm>
            <a:off x="6323445" y="2680878"/>
            <a:ext cx="739551" cy="791304"/>
          </a:xfrm>
          <a:prstGeom prst="rect">
            <a:avLst/>
          </a:prstGeom>
        </p:spPr>
      </p:pic>
      <p:pic>
        <p:nvPicPr>
          <p:cNvPr id="102" name="Picture 101" descr="A white circle with a black center&#10;&#10;AI-generated content may be incorrect.">
            <a:extLst>
              <a:ext uri="{FF2B5EF4-FFF2-40B4-BE49-F238E27FC236}">
                <a16:creationId xmlns:a16="http://schemas.microsoft.com/office/drawing/2014/main" id="{08F9429D-A563-1F2A-AD01-9D393F9F609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491" t="29970" r="29588" b="28342"/>
          <a:stretch>
            <a:fillRect/>
          </a:stretch>
        </p:blipFill>
        <p:spPr>
          <a:xfrm>
            <a:off x="3132489" y="2548598"/>
            <a:ext cx="739551" cy="791304"/>
          </a:xfrm>
          <a:prstGeom prst="rect">
            <a:avLst/>
          </a:prstGeom>
        </p:spPr>
      </p:pic>
      <p:pic>
        <p:nvPicPr>
          <p:cNvPr id="103" name="Picture 102" descr="A white circle with a black center&#10;&#10;AI-generated content may be incorrect.">
            <a:extLst>
              <a:ext uri="{FF2B5EF4-FFF2-40B4-BE49-F238E27FC236}">
                <a16:creationId xmlns:a16="http://schemas.microsoft.com/office/drawing/2014/main" id="{F7EC5222-7132-7C3B-AFA7-A8A51520C42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491" t="29970" r="29588" b="28342"/>
          <a:stretch>
            <a:fillRect/>
          </a:stretch>
        </p:blipFill>
        <p:spPr>
          <a:xfrm>
            <a:off x="919369" y="2548598"/>
            <a:ext cx="739551" cy="791304"/>
          </a:xfrm>
          <a:prstGeom prst="rect">
            <a:avLst/>
          </a:prstGeom>
        </p:spPr>
      </p:pic>
      <p:pic>
        <p:nvPicPr>
          <p:cNvPr id="104" name="Picture 103" descr="A white blot of snow&#10;&#10;AI-generated content may be incorrect.">
            <a:extLst>
              <a:ext uri="{FF2B5EF4-FFF2-40B4-BE49-F238E27FC236}">
                <a16:creationId xmlns:a16="http://schemas.microsoft.com/office/drawing/2014/main" id="{CB04023A-FBBE-827D-FD9E-F4F88C5C78EE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105" t="24109" r="13094" b="15652"/>
          <a:stretch>
            <a:fillRect/>
          </a:stretch>
        </p:blipFill>
        <p:spPr>
          <a:xfrm>
            <a:off x="5426694" y="2163707"/>
            <a:ext cx="1042302" cy="1008537"/>
          </a:xfrm>
          <a:prstGeom prst="rect">
            <a:avLst/>
          </a:prstGeom>
        </p:spPr>
      </p:pic>
      <p:pic>
        <p:nvPicPr>
          <p:cNvPr id="105" name="Picture 104" descr="A black and white image of a comet in the sky&#10;&#10;AI-generated content may be incorrect.">
            <a:extLst>
              <a:ext uri="{FF2B5EF4-FFF2-40B4-BE49-F238E27FC236}">
                <a16:creationId xmlns:a16="http://schemas.microsoft.com/office/drawing/2014/main" id="{88196A04-9C31-92F3-2023-A436680C5A6C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855" t="29191" r="25147" b="20283"/>
          <a:stretch>
            <a:fillRect/>
          </a:stretch>
        </p:blipFill>
        <p:spPr>
          <a:xfrm>
            <a:off x="8264923" y="4427128"/>
            <a:ext cx="616044" cy="529390"/>
          </a:xfrm>
          <a:prstGeom prst="rect">
            <a:avLst/>
          </a:prstGeom>
        </p:spPr>
      </p:pic>
      <p:pic>
        <p:nvPicPr>
          <p:cNvPr id="106" name="Picture 105" descr="A black and white image of a comet in the sky&#10;&#10;AI-generated content may be incorrect.">
            <a:extLst>
              <a:ext uri="{FF2B5EF4-FFF2-40B4-BE49-F238E27FC236}">
                <a16:creationId xmlns:a16="http://schemas.microsoft.com/office/drawing/2014/main" id="{CDFB7A02-2102-DC37-AAB7-D8E6A5E7BC58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855" t="29191" r="25147" b="20283"/>
          <a:stretch>
            <a:fillRect/>
          </a:stretch>
        </p:blipFill>
        <p:spPr>
          <a:xfrm>
            <a:off x="9238066" y="5001745"/>
            <a:ext cx="616044" cy="529390"/>
          </a:xfrm>
          <a:prstGeom prst="rect">
            <a:avLst/>
          </a:prstGeom>
        </p:spPr>
      </p:pic>
      <p:pic>
        <p:nvPicPr>
          <p:cNvPr id="107" name="Picture 106" descr="A black and white image of a comet in the sky&#10;&#10;AI-generated content may be incorrect.">
            <a:extLst>
              <a:ext uri="{FF2B5EF4-FFF2-40B4-BE49-F238E27FC236}">
                <a16:creationId xmlns:a16="http://schemas.microsoft.com/office/drawing/2014/main" id="{790F12ED-EC2B-E745-DD28-C2E5F319E1A6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855" t="29191" r="25147" b="20283"/>
          <a:stretch>
            <a:fillRect/>
          </a:stretch>
        </p:blipFill>
        <p:spPr>
          <a:xfrm>
            <a:off x="10034829" y="4737050"/>
            <a:ext cx="616044" cy="529390"/>
          </a:xfrm>
          <a:prstGeom prst="rect">
            <a:avLst/>
          </a:prstGeom>
        </p:spPr>
      </p:pic>
      <p:pic>
        <p:nvPicPr>
          <p:cNvPr id="108" name="Picture 107" descr="A black and white image of a comet in the sky&#10;&#10;AI-generated content may be incorrect.">
            <a:extLst>
              <a:ext uri="{FF2B5EF4-FFF2-40B4-BE49-F238E27FC236}">
                <a16:creationId xmlns:a16="http://schemas.microsoft.com/office/drawing/2014/main" id="{BEB2A858-A7E2-B01B-1F13-9FCB324B70D8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855" t="29191" r="25147" b="20283"/>
          <a:stretch>
            <a:fillRect/>
          </a:stretch>
        </p:blipFill>
        <p:spPr>
          <a:xfrm>
            <a:off x="11551336" y="4061097"/>
            <a:ext cx="616044" cy="529390"/>
          </a:xfrm>
          <a:prstGeom prst="rect">
            <a:avLst/>
          </a:prstGeom>
        </p:spPr>
      </p:pic>
      <p:pic>
        <p:nvPicPr>
          <p:cNvPr id="109" name="Picture 108" descr="A black and white image of a comet in the sky&#10;&#10;AI-generated content may be incorrect.">
            <a:extLst>
              <a:ext uri="{FF2B5EF4-FFF2-40B4-BE49-F238E27FC236}">
                <a16:creationId xmlns:a16="http://schemas.microsoft.com/office/drawing/2014/main" id="{49CE72D5-CE3B-F6E9-8A51-2BAA3B9DADFA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855" t="29191" r="25147" b="20283"/>
          <a:stretch>
            <a:fillRect/>
          </a:stretch>
        </p:blipFill>
        <p:spPr>
          <a:xfrm>
            <a:off x="12292838" y="4441328"/>
            <a:ext cx="616044" cy="529390"/>
          </a:xfrm>
          <a:prstGeom prst="rect">
            <a:avLst/>
          </a:prstGeom>
        </p:spPr>
      </p:pic>
      <p:pic>
        <p:nvPicPr>
          <p:cNvPr id="110" name="Picture 109" descr="A black and white image of a comet in the sky&#10;&#10;AI-generated content may be incorrect.">
            <a:extLst>
              <a:ext uri="{FF2B5EF4-FFF2-40B4-BE49-F238E27FC236}">
                <a16:creationId xmlns:a16="http://schemas.microsoft.com/office/drawing/2014/main" id="{87749F59-12A4-351E-C331-5B2F8C3E54A3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855" t="29191" r="25147" b="20283"/>
          <a:stretch>
            <a:fillRect/>
          </a:stretch>
        </p:blipFill>
        <p:spPr>
          <a:xfrm>
            <a:off x="9187632" y="4228580"/>
            <a:ext cx="616044" cy="529390"/>
          </a:xfrm>
          <a:prstGeom prst="rect">
            <a:avLst/>
          </a:prstGeom>
        </p:spPr>
      </p:pic>
      <p:pic>
        <p:nvPicPr>
          <p:cNvPr id="111" name="Picture 110" descr="A black and white image of a comet in the sky&#10;&#10;AI-generated content may be incorrect.">
            <a:extLst>
              <a:ext uri="{FF2B5EF4-FFF2-40B4-BE49-F238E27FC236}">
                <a16:creationId xmlns:a16="http://schemas.microsoft.com/office/drawing/2014/main" id="{8BAE208E-F3D8-D620-AB79-101F2BF1DC37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855" t="29191" r="25147" b="20283"/>
          <a:stretch>
            <a:fillRect/>
          </a:stretch>
        </p:blipFill>
        <p:spPr>
          <a:xfrm>
            <a:off x="11676794" y="4899689"/>
            <a:ext cx="616044" cy="529390"/>
          </a:xfrm>
          <a:prstGeom prst="rect">
            <a:avLst/>
          </a:prstGeom>
        </p:spPr>
      </p:pic>
      <p:pic>
        <p:nvPicPr>
          <p:cNvPr id="112" name="Picture 111" descr="A white object in the dark&#10;&#10;AI-generated content may be incorrect.">
            <a:extLst>
              <a:ext uri="{FF2B5EF4-FFF2-40B4-BE49-F238E27FC236}">
                <a16:creationId xmlns:a16="http://schemas.microsoft.com/office/drawing/2014/main" id="{ACDBD270-43EC-9EB3-2CBE-D7F3B1CA75C1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3625" b="9001"/>
          <a:stretch>
            <a:fillRect/>
          </a:stretch>
        </p:blipFill>
        <p:spPr>
          <a:xfrm>
            <a:off x="7775097" y="4329776"/>
            <a:ext cx="398302" cy="502719"/>
          </a:xfrm>
          <a:prstGeom prst="rect">
            <a:avLst/>
          </a:prstGeom>
        </p:spPr>
      </p:pic>
      <p:pic>
        <p:nvPicPr>
          <p:cNvPr id="113" name="Picture 112" descr="A white object in the dark&#10;&#10;AI-generated content may be incorrect.">
            <a:extLst>
              <a:ext uri="{FF2B5EF4-FFF2-40B4-BE49-F238E27FC236}">
                <a16:creationId xmlns:a16="http://schemas.microsoft.com/office/drawing/2014/main" id="{AACFACD4-E017-9DFE-1E28-2C05B7E00E8D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3625" b="9001"/>
          <a:stretch>
            <a:fillRect/>
          </a:stretch>
        </p:blipFill>
        <p:spPr>
          <a:xfrm>
            <a:off x="9070211" y="4619465"/>
            <a:ext cx="398302" cy="502719"/>
          </a:xfrm>
          <a:prstGeom prst="rect">
            <a:avLst/>
          </a:prstGeom>
        </p:spPr>
      </p:pic>
      <p:pic>
        <p:nvPicPr>
          <p:cNvPr id="114" name="Picture 113" descr="A white object in the dark&#10;&#10;AI-generated content may be incorrect.">
            <a:extLst>
              <a:ext uri="{FF2B5EF4-FFF2-40B4-BE49-F238E27FC236}">
                <a16:creationId xmlns:a16="http://schemas.microsoft.com/office/drawing/2014/main" id="{AB38ABC7-92DF-AC69-88B3-7332E75ED22E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3625" b="9001"/>
          <a:stretch>
            <a:fillRect/>
          </a:stretch>
        </p:blipFill>
        <p:spPr>
          <a:xfrm>
            <a:off x="10819594" y="4987790"/>
            <a:ext cx="398302" cy="502719"/>
          </a:xfrm>
          <a:prstGeom prst="rect">
            <a:avLst/>
          </a:prstGeom>
        </p:spPr>
      </p:pic>
      <p:pic>
        <p:nvPicPr>
          <p:cNvPr id="115" name="Picture 114" descr="A white object in the dark&#10;&#10;AI-generated content may be incorrect.">
            <a:extLst>
              <a:ext uri="{FF2B5EF4-FFF2-40B4-BE49-F238E27FC236}">
                <a16:creationId xmlns:a16="http://schemas.microsoft.com/office/drawing/2014/main" id="{B31FDC2C-7E59-2AFD-F327-43EBE43EFAE7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3625" b="9001"/>
          <a:stretch>
            <a:fillRect/>
          </a:stretch>
        </p:blipFill>
        <p:spPr>
          <a:xfrm>
            <a:off x="10270779" y="4205716"/>
            <a:ext cx="398302" cy="502719"/>
          </a:xfrm>
          <a:prstGeom prst="rect">
            <a:avLst/>
          </a:prstGeom>
        </p:spPr>
      </p:pic>
      <p:pic>
        <p:nvPicPr>
          <p:cNvPr id="116" name="Picture 115" descr="A white object in the dark&#10;&#10;AI-generated content may be incorrect.">
            <a:extLst>
              <a:ext uri="{FF2B5EF4-FFF2-40B4-BE49-F238E27FC236}">
                <a16:creationId xmlns:a16="http://schemas.microsoft.com/office/drawing/2014/main" id="{441848DF-8462-6B63-364D-B0CEA805D1D6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3625" b="9001"/>
          <a:stretch>
            <a:fillRect/>
          </a:stretch>
        </p:blipFill>
        <p:spPr>
          <a:xfrm>
            <a:off x="10917724" y="4309602"/>
            <a:ext cx="398302" cy="502719"/>
          </a:xfrm>
          <a:prstGeom prst="rect">
            <a:avLst/>
          </a:prstGeom>
        </p:spPr>
      </p:pic>
      <p:pic>
        <p:nvPicPr>
          <p:cNvPr id="117" name="Picture 116" descr="A white object in the dark&#10;&#10;AI-generated content may be incorrect.">
            <a:extLst>
              <a:ext uri="{FF2B5EF4-FFF2-40B4-BE49-F238E27FC236}">
                <a16:creationId xmlns:a16="http://schemas.microsoft.com/office/drawing/2014/main" id="{AABBD3F9-323C-D7CA-4EE6-E4614CD83078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3625" b="9001"/>
          <a:stretch>
            <a:fillRect/>
          </a:stretch>
        </p:blipFill>
        <p:spPr>
          <a:xfrm>
            <a:off x="12750225" y="4987790"/>
            <a:ext cx="398302" cy="502719"/>
          </a:xfrm>
          <a:prstGeom prst="rect">
            <a:avLst/>
          </a:prstGeom>
        </p:spPr>
      </p:pic>
      <p:pic>
        <p:nvPicPr>
          <p:cNvPr id="118" name="Picture 117" descr="A white object in the dark&#10;&#10;AI-generated content may be incorrect.">
            <a:extLst>
              <a:ext uri="{FF2B5EF4-FFF2-40B4-BE49-F238E27FC236}">
                <a16:creationId xmlns:a16="http://schemas.microsoft.com/office/drawing/2014/main" id="{3B18C80B-CD28-0E7B-7B23-BEC02F2DB8FD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3625" b="9001"/>
          <a:stretch>
            <a:fillRect/>
          </a:stretch>
        </p:blipFill>
        <p:spPr>
          <a:xfrm>
            <a:off x="12950541" y="4139412"/>
            <a:ext cx="398302" cy="502719"/>
          </a:xfrm>
          <a:prstGeom prst="rect">
            <a:avLst/>
          </a:prstGeom>
        </p:spPr>
      </p:pic>
      <p:pic>
        <p:nvPicPr>
          <p:cNvPr id="119" name="Picture 118" descr="A white object on a black background&#10;&#10;AI-generated content may be incorrect.">
            <a:extLst>
              <a:ext uri="{FF2B5EF4-FFF2-40B4-BE49-F238E27FC236}">
                <a16:creationId xmlns:a16="http://schemas.microsoft.com/office/drawing/2014/main" id="{D961639A-4C88-9A94-8FAF-B21186FC9396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305" t="29849" r="26290" b="9208"/>
          <a:stretch>
            <a:fillRect/>
          </a:stretch>
        </p:blipFill>
        <p:spPr>
          <a:xfrm>
            <a:off x="9979645" y="2436261"/>
            <a:ext cx="260868" cy="379530"/>
          </a:xfrm>
          <a:prstGeom prst="rect">
            <a:avLst/>
          </a:prstGeom>
        </p:spPr>
      </p:pic>
      <p:pic>
        <p:nvPicPr>
          <p:cNvPr id="120" name="Picture 119" descr="A white object on a black background&#10;&#10;AI-generated content may be incorrect.">
            <a:extLst>
              <a:ext uri="{FF2B5EF4-FFF2-40B4-BE49-F238E27FC236}">
                <a16:creationId xmlns:a16="http://schemas.microsoft.com/office/drawing/2014/main" id="{88C7296C-FCEA-ED63-2D2B-969B2C41C2BB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305" t="29849" r="26290" b="9208"/>
          <a:stretch>
            <a:fillRect/>
          </a:stretch>
        </p:blipFill>
        <p:spPr>
          <a:xfrm>
            <a:off x="11128282" y="2336367"/>
            <a:ext cx="260868" cy="379530"/>
          </a:xfrm>
          <a:prstGeom prst="rect">
            <a:avLst/>
          </a:prstGeom>
        </p:spPr>
      </p:pic>
      <p:pic>
        <p:nvPicPr>
          <p:cNvPr id="121" name="Picture 120" descr="A white object on a black background&#10;&#10;AI-generated content may be incorrect.">
            <a:extLst>
              <a:ext uri="{FF2B5EF4-FFF2-40B4-BE49-F238E27FC236}">
                <a16:creationId xmlns:a16="http://schemas.microsoft.com/office/drawing/2014/main" id="{2DAEE071-93FB-C6D5-D10D-01C6E4E6876B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305" t="29849" r="26290" b="9208"/>
          <a:stretch>
            <a:fillRect/>
          </a:stretch>
        </p:blipFill>
        <p:spPr>
          <a:xfrm>
            <a:off x="12466025" y="2491113"/>
            <a:ext cx="260868" cy="379530"/>
          </a:xfrm>
          <a:prstGeom prst="rect">
            <a:avLst/>
          </a:prstGeom>
        </p:spPr>
      </p:pic>
      <p:pic>
        <p:nvPicPr>
          <p:cNvPr id="122" name="Picture 121" descr="A white object on a black background&#10;&#10;AI-generated content may be incorrect.">
            <a:extLst>
              <a:ext uri="{FF2B5EF4-FFF2-40B4-BE49-F238E27FC236}">
                <a16:creationId xmlns:a16="http://schemas.microsoft.com/office/drawing/2014/main" id="{F4FB5880-258A-76A4-2B68-BD3686DCB6B4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305" t="29849" r="26290" b="9208"/>
          <a:stretch>
            <a:fillRect/>
          </a:stretch>
        </p:blipFill>
        <p:spPr>
          <a:xfrm>
            <a:off x="8659557" y="3162489"/>
            <a:ext cx="260868" cy="379530"/>
          </a:xfrm>
          <a:prstGeom prst="rect">
            <a:avLst/>
          </a:prstGeom>
        </p:spPr>
      </p:pic>
      <p:pic>
        <p:nvPicPr>
          <p:cNvPr id="123" name="Picture 122" descr="A white object on a black background&#10;&#10;AI-generated content may be incorrect.">
            <a:extLst>
              <a:ext uri="{FF2B5EF4-FFF2-40B4-BE49-F238E27FC236}">
                <a16:creationId xmlns:a16="http://schemas.microsoft.com/office/drawing/2014/main" id="{680AC6CB-7829-AB68-23EC-C4A63C69BA96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305" t="29849" r="26290" b="9208"/>
          <a:stretch>
            <a:fillRect/>
          </a:stretch>
        </p:blipFill>
        <p:spPr>
          <a:xfrm>
            <a:off x="12908882" y="3092652"/>
            <a:ext cx="260868" cy="379530"/>
          </a:xfrm>
          <a:prstGeom prst="rect">
            <a:avLst/>
          </a:prstGeom>
        </p:spPr>
      </p:pic>
      <p:pic>
        <p:nvPicPr>
          <p:cNvPr id="124" name="Picture 123" descr="A white object in the dark&#10;&#10;AI-generated content may be incorrect.">
            <a:extLst>
              <a:ext uri="{FF2B5EF4-FFF2-40B4-BE49-F238E27FC236}">
                <a16:creationId xmlns:a16="http://schemas.microsoft.com/office/drawing/2014/main" id="{1E9A9DBB-85A3-DBE8-E528-DD90935A04A8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3625" b="9001"/>
          <a:stretch>
            <a:fillRect/>
          </a:stretch>
        </p:blipFill>
        <p:spPr>
          <a:xfrm>
            <a:off x="7711129" y="2112645"/>
            <a:ext cx="398302" cy="502719"/>
          </a:xfrm>
          <a:prstGeom prst="rect">
            <a:avLst/>
          </a:prstGeom>
        </p:spPr>
      </p:pic>
      <p:pic>
        <p:nvPicPr>
          <p:cNvPr id="125" name="Picture 124" descr="A white object in the dark&#10;&#10;AI-generated content may be incorrect.">
            <a:extLst>
              <a:ext uri="{FF2B5EF4-FFF2-40B4-BE49-F238E27FC236}">
                <a16:creationId xmlns:a16="http://schemas.microsoft.com/office/drawing/2014/main" id="{A551D099-FE65-58DB-0D67-2921522CFA76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3625" b="9001"/>
          <a:stretch>
            <a:fillRect/>
          </a:stretch>
        </p:blipFill>
        <p:spPr>
          <a:xfrm>
            <a:off x="9006243" y="2402334"/>
            <a:ext cx="398302" cy="502719"/>
          </a:xfrm>
          <a:prstGeom prst="rect">
            <a:avLst/>
          </a:prstGeom>
        </p:spPr>
      </p:pic>
      <p:pic>
        <p:nvPicPr>
          <p:cNvPr id="126" name="Picture 125" descr="A white object in the dark&#10;&#10;AI-generated content may be incorrect.">
            <a:extLst>
              <a:ext uri="{FF2B5EF4-FFF2-40B4-BE49-F238E27FC236}">
                <a16:creationId xmlns:a16="http://schemas.microsoft.com/office/drawing/2014/main" id="{F390CF21-D308-A0E2-D75E-BEF44DFB6D4E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3625" b="9001"/>
          <a:stretch>
            <a:fillRect/>
          </a:stretch>
        </p:blipFill>
        <p:spPr>
          <a:xfrm>
            <a:off x="10755626" y="2770659"/>
            <a:ext cx="398302" cy="502719"/>
          </a:xfrm>
          <a:prstGeom prst="rect">
            <a:avLst/>
          </a:prstGeom>
        </p:spPr>
      </p:pic>
      <p:pic>
        <p:nvPicPr>
          <p:cNvPr id="127" name="Picture 126" descr="A white object in the dark&#10;&#10;AI-generated content may be incorrect.">
            <a:extLst>
              <a:ext uri="{FF2B5EF4-FFF2-40B4-BE49-F238E27FC236}">
                <a16:creationId xmlns:a16="http://schemas.microsoft.com/office/drawing/2014/main" id="{7D325431-2B71-676A-C57E-1D608C39B0B6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3625" b="9001"/>
          <a:stretch>
            <a:fillRect/>
          </a:stretch>
        </p:blipFill>
        <p:spPr>
          <a:xfrm>
            <a:off x="10206811" y="1988585"/>
            <a:ext cx="398302" cy="502719"/>
          </a:xfrm>
          <a:prstGeom prst="rect">
            <a:avLst/>
          </a:prstGeom>
        </p:spPr>
      </p:pic>
      <p:pic>
        <p:nvPicPr>
          <p:cNvPr id="128" name="Picture 127" descr="A white object in the dark&#10;&#10;AI-generated content may be incorrect.">
            <a:extLst>
              <a:ext uri="{FF2B5EF4-FFF2-40B4-BE49-F238E27FC236}">
                <a16:creationId xmlns:a16="http://schemas.microsoft.com/office/drawing/2014/main" id="{F67C1FFF-5753-AD66-36DE-13F86D5A0CD3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3625" b="9001"/>
          <a:stretch>
            <a:fillRect/>
          </a:stretch>
        </p:blipFill>
        <p:spPr>
          <a:xfrm>
            <a:off x="11769972" y="2122518"/>
            <a:ext cx="398302" cy="502719"/>
          </a:xfrm>
          <a:prstGeom prst="rect">
            <a:avLst/>
          </a:prstGeom>
        </p:spPr>
      </p:pic>
      <p:pic>
        <p:nvPicPr>
          <p:cNvPr id="129" name="Picture 128" descr="A white object in the dark&#10;&#10;AI-generated content may be incorrect.">
            <a:extLst>
              <a:ext uri="{FF2B5EF4-FFF2-40B4-BE49-F238E27FC236}">
                <a16:creationId xmlns:a16="http://schemas.microsoft.com/office/drawing/2014/main" id="{CC6F83D5-AA52-D8A3-6350-2B11308F93F0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3625" b="9001"/>
          <a:stretch>
            <a:fillRect/>
          </a:stretch>
        </p:blipFill>
        <p:spPr>
          <a:xfrm>
            <a:off x="12686257" y="2770659"/>
            <a:ext cx="398302" cy="502719"/>
          </a:xfrm>
          <a:prstGeom prst="rect">
            <a:avLst/>
          </a:prstGeom>
        </p:spPr>
      </p:pic>
      <p:pic>
        <p:nvPicPr>
          <p:cNvPr id="130" name="Picture 129" descr="A white object in the dark&#10;&#10;AI-generated content may be incorrect.">
            <a:extLst>
              <a:ext uri="{FF2B5EF4-FFF2-40B4-BE49-F238E27FC236}">
                <a16:creationId xmlns:a16="http://schemas.microsoft.com/office/drawing/2014/main" id="{FDA247C0-A721-2FD1-F07D-AD8959CF3D19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3625" b="9001"/>
          <a:stretch>
            <a:fillRect/>
          </a:stretch>
        </p:blipFill>
        <p:spPr>
          <a:xfrm>
            <a:off x="12886573" y="1922281"/>
            <a:ext cx="398302" cy="502719"/>
          </a:xfrm>
          <a:prstGeom prst="rect">
            <a:avLst/>
          </a:prstGeom>
        </p:spPr>
      </p:pic>
      <p:pic>
        <p:nvPicPr>
          <p:cNvPr id="131" name="Picture 130" descr="A white circle with a black center&#10;&#10;AI-generated content may be incorrect.">
            <a:extLst>
              <a:ext uri="{FF2B5EF4-FFF2-40B4-BE49-F238E27FC236}">
                <a16:creationId xmlns:a16="http://schemas.microsoft.com/office/drawing/2014/main" id="{A568E230-9667-4154-DAFE-25747ED32AC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491" t="29970" r="29588" b="28342"/>
          <a:stretch>
            <a:fillRect/>
          </a:stretch>
        </p:blipFill>
        <p:spPr>
          <a:xfrm>
            <a:off x="10078406" y="2680166"/>
            <a:ext cx="739551" cy="791304"/>
          </a:xfrm>
          <a:prstGeom prst="rect">
            <a:avLst/>
          </a:prstGeom>
        </p:spPr>
      </p:pic>
      <p:pic>
        <p:nvPicPr>
          <p:cNvPr id="132" name="Picture 131" descr="A white circle with a black center&#10;&#10;AI-generated content may be incorrect.">
            <a:extLst>
              <a:ext uri="{FF2B5EF4-FFF2-40B4-BE49-F238E27FC236}">
                <a16:creationId xmlns:a16="http://schemas.microsoft.com/office/drawing/2014/main" id="{B7445271-0DB3-2DFC-B9C4-BDA444D9A7C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491" t="29970" r="29588" b="28342"/>
          <a:stretch>
            <a:fillRect/>
          </a:stretch>
        </p:blipFill>
        <p:spPr>
          <a:xfrm>
            <a:off x="12886473" y="2232894"/>
            <a:ext cx="739551" cy="791304"/>
          </a:xfrm>
          <a:prstGeom prst="rect">
            <a:avLst/>
          </a:prstGeom>
        </p:spPr>
      </p:pic>
      <p:pic>
        <p:nvPicPr>
          <p:cNvPr id="133" name="Picture 132" descr="A black and white image of a sea creature&#10;&#10;AI-generated content may be incorrect.">
            <a:extLst>
              <a:ext uri="{FF2B5EF4-FFF2-40B4-BE49-F238E27FC236}">
                <a16:creationId xmlns:a16="http://schemas.microsoft.com/office/drawing/2014/main" id="{BEBE9924-9B66-BFB8-E666-CAF00379CBA6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755" t="38662" r="37378" b="31491"/>
          <a:stretch>
            <a:fillRect/>
          </a:stretch>
        </p:blipFill>
        <p:spPr>
          <a:xfrm rot="7146351">
            <a:off x="11144822" y="2128331"/>
            <a:ext cx="723161" cy="707886"/>
          </a:xfrm>
          <a:prstGeom prst="rect">
            <a:avLst/>
          </a:prstGeom>
        </p:spPr>
      </p:pic>
      <p:pic>
        <p:nvPicPr>
          <p:cNvPr id="134" name="Picture 133" descr="A black and white image of a sea creature&#10;&#10;AI-generated content may be incorrect.">
            <a:extLst>
              <a:ext uri="{FF2B5EF4-FFF2-40B4-BE49-F238E27FC236}">
                <a16:creationId xmlns:a16="http://schemas.microsoft.com/office/drawing/2014/main" id="{55F8C707-4B1D-0212-7C0A-86AC943370E3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755" t="38662" r="37378" b="31491"/>
          <a:stretch>
            <a:fillRect/>
          </a:stretch>
        </p:blipFill>
        <p:spPr>
          <a:xfrm rot="7146351">
            <a:off x="9383833" y="2194654"/>
            <a:ext cx="723161" cy="707886"/>
          </a:xfrm>
          <a:prstGeom prst="rect">
            <a:avLst/>
          </a:prstGeom>
        </p:spPr>
      </p:pic>
      <p:pic>
        <p:nvPicPr>
          <p:cNvPr id="135" name="Picture 134" descr="A black and white image of a sea creature&#10;&#10;AI-generated content may be incorrect.">
            <a:extLst>
              <a:ext uri="{FF2B5EF4-FFF2-40B4-BE49-F238E27FC236}">
                <a16:creationId xmlns:a16="http://schemas.microsoft.com/office/drawing/2014/main" id="{056D8926-0DF4-F37A-4B7C-582B43ABC1C8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755" t="38662" r="37378" b="31491"/>
          <a:stretch>
            <a:fillRect/>
          </a:stretch>
        </p:blipFill>
        <p:spPr>
          <a:xfrm rot="7146351">
            <a:off x="7690529" y="2244751"/>
            <a:ext cx="723161" cy="707886"/>
          </a:xfrm>
          <a:prstGeom prst="rect">
            <a:avLst/>
          </a:prstGeom>
        </p:spPr>
      </p:pic>
      <p:pic>
        <p:nvPicPr>
          <p:cNvPr id="136" name="Picture 135" descr="A black and white image of a comet in the sky&#10;&#10;AI-generated content may be incorrect.">
            <a:extLst>
              <a:ext uri="{FF2B5EF4-FFF2-40B4-BE49-F238E27FC236}">
                <a16:creationId xmlns:a16="http://schemas.microsoft.com/office/drawing/2014/main" id="{E7CF721D-4435-340E-69ED-A78D7E13637D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855" t="29191" r="25147" b="20283"/>
          <a:stretch>
            <a:fillRect/>
          </a:stretch>
        </p:blipFill>
        <p:spPr>
          <a:xfrm>
            <a:off x="9323177" y="2758259"/>
            <a:ext cx="616044" cy="529390"/>
          </a:xfrm>
          <a:prstGeom prst="rect">
            <a:avLst/>
          </a:prstGeom>
        </p:spPr>
      </p:pic>
      <p:pic>
        <p:nvPicPr>
          <p:cNvPr id="137" name="Picture 136" descr="A black and white image of a comet in the sky&#10;&#10;AI-generated content may be incorrect.">
            <a:extLst>
              <a:ext uri="{FF2B5EF4-FFF2-40B4-BE49-F238E27FC236}">
                <a16:creationId xmlns:a16="http://schemas.microsoft.com/office/drawing/2014/main" id="{42FB10C2-0A18-66AA-5F9F-8FB7F72BE177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855" t="29191" r="25147" b="20283"/>
          <a:stretch>
            <a:fillRect/>
          </a:stretch>
        </p:blipFill>
        <p:spPr>
          <a:xfrm>
            <a:off x="11521669" y="2788954"/>
            <a:ext cx="616044" cy="529390"/>
          </a:xfrm>
          <a:prstGeom prst="rect">
            <a:avLst/>
          </a:prstGeom>
        </p:spPr>
      </p:pic>
      <p:pic>
        <p:nvPicPr>
          <p:cNvPr id="138" name="Picture 137" descr="A black and white image of a comet in the sky&#10;&#10;AI-generated content may be incorrect.">
            <a:extLst>
              <a:ext uri="{FF2B5EF4-FFF2-40B4-BE49-F238E27FC236}">
                <a16:creationId xmlns:a16="http://schemas.microsoft.com/office/drawing/2014/main" id="{6F6F84C3-70B8-05FA-97EF-EFE26D547D8F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855" t="29191" r="25147" b="20283"/>
          <a:stretch>
            <a:fillRect/>
          </a:stretch>
        </p:blipFill>
        <p:spPr>
          <a:xfrm>
            <a:off x="8064168" y="3805062"/>
            <a:ext cx="616044" cy="529390"/>
          </a:xfrm>
          <a:prstGeom prst="rect">
            <a:avLst/>
          </a:prstGeom>
        </p:spPr>
      </p:pic>
      <p:pic>
        <p:nvPicPr>
          <p:cNvPr id="139" name="Picture 138" descr="A black and white image of a comet in the sky&#10;&#10;AI-generated content may be incorrect.">
            <a:extLst>
              <a:ext uri="{FF2B5EF4-FFF2-40B4-BE49-F238E27FC236}">
                <a16:creationId xmlns:a16="http://schemas.microsoft.com/office/drawing/2014/main" id="{F37FD90C-FEB4-BEF7-40C7-39C46611253E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855" t="29191" r="25147" b="20283"/>
          <a:stretch>
            <a:fillRect/>
          </a:stretch>
        </p:blipFill>
        <p:spPr>
          <a:xfrm>
            <a:off x="12349735" y="3671875"/>
            <a:ext cx="616044" cy="529390"/>
          </a:xfrm>
          <a:prstGeom prst="rect">
            <a:avLst/>
          </a:prstGeom>
        </p:spPr>
      </p:pic>
      <p:pic>
        <p:nvPicPr>
          <p:cNvPr id="140" name="Picture 139" descr="A white object in the dark&#10;&#10;AI-generated content may be incorrect.">
            <a:extLst>
              <a:ext uri="{FF2B5EF4-FFF2-40B4-BE49-F238E27FC236}">
                <a16:creationId xmlns:a16="http://schemas.microsoft.com/office/drawing/2014/main" id="{C2B84A8C-3AF7-9631-EB43-A051633C2018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3625" b="9001"/>
          <a:stretch>
            <a:fillRect/>
          </a:stretch>
        </p:blipFill>
        <p:spPr>
          <a:xfrm>
            <a:off x="10034183" y="3595663"/>
            <a:ext cx="398302" cy="502719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BAFC4125-828A-4A4F-43B4-E344578F5CBD}"/>
              </a:ext>
            </a:extLst>
          </p:cNvPr>
          <p:cNvSpPr txBox="1"/>
          <p:nvPr/>
        </p:nvSpPr>
        <p:spPr>
          <a:xfrm>
            <a:off x="2547940" y="3398797"/>
            <a:ext cx="295167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/>
              <a:t>Large, fluffy aggregates are sinking into the mesopelagic</a:t>
            </a:r>
          </a:p>
        </p:txBody>
      </p:sp>
      <p:pic>
        <p:nvPicPr>
          <p:cNvPr id="141" name="Picture 140" descr="A black and white image of a sea creature&#10;&#10;AI-generated content may be incorrect.">
            <a:extLst>
              <a:ext uri="{FF2B5EF4-FFF2-40B4-BE49-F238E27FC236}">
                <a16:creationId xmlns:a16="http://schemas.microsoft.com/office/drawing/2014/main" id="{A0054010-1C35-B41A-C873-0048D1AE7DAE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755" t="38662" r="37378" b="31491"/>
          <a:stretch>
            <a:fillRect/>
          </a:stretch>
        </p:blipFill>
        <p:spPr>
          <a:xfrm rot="7146351">
            <a:off x="7972519" y="180797"/>
            <a:ext cx="723161" cy="707886"/>
          </a:xfrm>
          <a:prstGeom prst="rect">
            <a:avLst/>
          </a:prstGeom>
        </p:spPr>
      </p:pic>
      <p:pic>
        <p:nvPicPr>
          <p:cNvPr id="142" name="Picture 141" descr="A black and white image of a sea creature&#10;&#10;AI-generated content may be incorrect.">
            <a:extLst>
              <a:ext uri="{FF2B5EF4-FFF2-40B4-BE49-F238E27FC236}">
                <a16:creationId xmlns:a16="http://schemas.microsoft.com/office/drawing/2014/main" id="{4F07C041-84DC-1FE9-7EB1-C54C973F3E54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755" t="38662" r="37378" b="31491"/>
          <a:stretch>
            <a:fillRect/>
          </a:stretch>
        </p:blipFill>
        <p:spPr>
          <a:xfrm rot="7146351">
            <a:off x="10320357" y="646149"/>
            <a:ext cx="723161" cy="707886"/>
          </a:xfrm>
          <a:prstGeom prst="rect">
            <a:avLst/>
          </a:prstGeom>
        </p:spPr>
      </p:pic>
      <p:pic>
        <p:nvPicPr>
          <p:cNvPr id="143" name="Picture 142" descr="A black and white image of a sea creature&#10;&#10;AI-generated content may be incorrect.">
            <a:extLst>
              <a:ext uri="{FF2B5EF4-FFF2-40B4-BE49-F238E27FC236}">
                <a16:creationId xmlns:a16="http://schemas.microsoft.com/office/drawing/2014/main" id="{21F49A70-CACF-01C5-82D3-D5C909F77594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755" t="38662" r="37378" b="31491"/>
          <a:stretch>
            <a:fillRect/>
          </a:stretch>
        </p:blipFill>
        <p:spPr>
          <a:xfrm rot="7146351">
            <a:off x="12551632" y="371889"/>
            <a:ext cx="723161" cy="707886"/>
          </a:xfrm>
          <a:prstGeom prst="rect">
            <a:avLst/>
          </a:prstGeom>
        </p:spPr>
      </p:pic>
      <p:pic>
        <p:nvPicPr>
          <p:cNvPr id="144" name="Picture 143" descr="A white circle with a black center&#10;&#10;AI-generated content may be incorrect.">
            <a:extLst>
              <a:ext uri="{FF2B5EF4-FFF2-40B4-BE49-F238E27FC236}">
                <a16:creationId xmlns:a16="http://schemas.microsoft.com/office/drawing/2014/main" id="{A7EF975F-5D6D-2B1B-9451-EAB542ACAD7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491" t="29970" r="29588" b="28342"/>
          <a:stretch>
            <a:fillRect/>
          </a:stretch>
        </p:blipFill>
        <p:spPr>
          <a:xfrm>
            <a:off x="9082747" y="513335"/>
            <a:ext cx="739551" cy="791304"/>
          </a:xfrm>
          <a:prstGeom prst="rect">
            <a:avLst/>
          </a:prstGeom>
        </p:spPr>
      </p:pic>
      <p:pic>
        <p:nvPicPr>
          <p:cNvPr id="145" name="Picture 144" descr="A white circle with a black center&#10;&#10;AI-generated content may be incorrect.">
            <a:extLst>
              <a:ext uri="{FF2B5EF4-FFF2-40B4-BE49-F238E27FC236}">
                <a16:creationId xmlns:a16="http://schemas.microsoft.com/office/drawing/2014/main" id="{F460CFCE-F866-59AF-7398-D334450F5A3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491" t="29970" r="29588" b="28342"/>
          <a:stretch>
            <a:fillRect/>
          </a:stretch>
        </p:blipFill>
        <p:spPr>
          <a:xfrm>
            <a:off x="11861309" y="281565"/>
            <a:ext cx="739551" cy="791304"/>
          </a:xfrm>
          <a:prstGeom prst="rect">
            <a:avLst/>
          </a:prstGeom>
        </p:spPr>
      </p:pic>
      <p:sp>
        <p:nvSpPr>
          <p:cNvPr id="147" name="TextBox 146">
            <a:extLst>
              <a:ext uri="{FF2B5EF4-FFF2-40B4-BE49-F238E27FC236}">
                <a16:creationId xmlns:a16="http://schemas.microsoft.com/office/drawing/2014/main" id="{4DB3AEDC-26A6-4E83-419B-A2D057ACC6A0}"/>
              </a:ext>
            </a:extLst>
          </p:cNvPr>
          <p:cNvSpPr txBox="1"/>
          <p:nvPr/>
        </p:nvSpPr>
        <p:spPr>
          <a:xfrm>
            <a:off x="9403069" y="1351634"/>
            <a:ext cx="295167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/>
              <a:t>High abundance grazers and small particles from sloppy feeding in the mesopelagic</a:t>
            </a:r>
          </a:p>
        </p:txBody>
      </p:sp>
      <p:sp>
        <p:nvSpPr>
          <p:cNvPr id="148" name="TextBox 147">
            <a:extLst>
              <a:ext uri="{FF2B5EF4-FFF2-40B4-BE49-F238E27FC236}">
                <a16:creationId xmlns:a16="http://schemas.microsoft.com/office/drawing/2014/main" id="{BCB9D57E-2C9D-C836-F9E5-7C55A04F792E}"/>
              </a:ext>
            </a:extLst>
          </p:cNvPr>
          <p:cNvSpPr txBox="1"/>
          <p:nvPr/>
        </p:nvSpPr>
        <p:spPr>
          <a:xfrm>
            <a:off x="7897368" y="4849035"/>
            <a:ext cx="550989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chemeClr val="bg1"/>
                </a:solidFill>
              </a:rPr>
              <a:t>Large, fast-sinking fecal pellets and dense aggregates accumulate in the bathypelagic</a:t>
            </a:r>
          </a:p>
        </p:txBody>
      </p:sp>
    </p:spTree>
    <p:extLst>
      <p:ext uri="{BB962C8B-B14F-4D97-AF65-F5344CB8AC3E}">
        <p14:creationId xmlns:p14="http://schemas.microsoft.com/office/powerpoint/2010/main" val="39364067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281</TotalTime>
  <Words>310</Words>
  <Application>Microsoft Office PowerPoint</Application>
  <PresentationFormat>Custom</PresentationFormat>
  <Paragraphs>118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Stephanie O'Daly</dc:creator>
  <cp:lastModifiedBy>Stephanie O'Daly</cp:lastModifiedBy>
  <cp:revision>21</cp:revision>
  <dcterms:created xsi:type="dcterms:W3CDTF">2025-07-08T17:48:17Z</dcterms:created>
  <dcterms:modified xsi:type="dcterms:W3CDTF">2026-01-07T20:25:42Z</dcterms:modified>
</cp:coreProperties>
</file>