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515600" cy="11522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57" d="100"/>
          <a:sy n="57" d="100"/>
        </p:scale>
        <p:origin x="28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885674"/>
            <a:ext cx="8938260" cy="4011389"/>
          </a:xfrm>
        </p:spPr>
        <p:txBody>
          <a:bodyPr anchor="b"/>
          <a:lstStyle>
            <a:lvl1pPr algn="ctr">
              <a:defRPr sz="6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6051758"/>
            <a:ext cx="7886700" cy="2781833"/>
          </a:xfrm>
        </p:spPr>
        <p:txBody>
          <a:bodyPr/>
          <a:lstStyle>
            <a:lvl1pPr marL="0" indent="0" algn="ctr">
              <a:buNone/>
              <a:defRPr sz="2760"/>
            </a:lvl1pPr>
            <a:lvl2pPr marL="525780" indent="0" algn="ctr">
              <a:buNone/>
              <a:defRPr sz="2300"/>
            </a:lvl2pPr>
            <a:lvl3pPr marL="1051560" indent="0" algn="ctr">
              <a:buNone/>
              <a:defRPr sz="2070"/>
            </a:lvl3pPr>
            <a:lvl4pPr marL="1577340" indent="0" algn="ctr">
              <a:buNone/>
              <a:defRPr sz="1840"/>
            </a:lvl4pPr>
            <a:lvl5pPr marL="2103120" indent="0" algn="ctr">
              <a:buNone/>
              <a:defRPr sz="1840"/>
            </a:lvl5pPr>
            <a:lvl6pPr marL="2628900" indent="0" algn="ctr">
              <a:buNone/>
              <a:defRPr sz="1840"/>
            </a:lvl6pPr>
            <a:lvl7pPr marL="3154680" indent="0" algn="ctr">
              <a:buNone/>
              <a:defRPr sz="1840"/>
            </a:lvl7pPr>
            <a:lvl8pPr marL="3680460" indent="0" algn="ctr">
              <a:buNone/>
              <a:defRPr sz="1840"/>
            </a:lvl8pPr>
            <a:lvl9pPr marL="4206240" indent="0" algn="ctr">
              <a:buNone/>
              <a:defRPr sz="1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5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5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471" y="2872521"/>
            <a:ext cx="9069705" cy="4792862"/>
          </a:xfrm>
        </p:spPr>
        <p:txBody>
          <a:bodyPr anchor="b"/>
          <a:lstStyle>
            <a:lvl1pPr>
              <a:defRPr sz="6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471" y="7710725"/>
            <a:ext cx="9069705" cy="2520453"/>
          </a:xfrm>
        </p:spPr>
        <p:txBody>
          <a:bodyPr/>
          <a:lstStyle>
            <a:lvl1pPr marL="0" indent="0">
              <a:buNone/>
              <a:defRPr sz="2760">
                <a:solidFill>
                  <a:schemeClr val="tx1">
                    <a:tint val="82000"/>
                  </a:schemeClr>
                </a:solidFill>
              </a:defRPr>
            </a:lvl1pPr>
            <a:lvl2pPr marL="525780" indent="0">
              <a:buNone/>
              <a:defRPr sz="2300">
                <a:solidFill>
                  <a:schemeClr val="tx1">
                    <a:tint val="82000"/>
                  </a:schemeClr>
                </a:solidFill>
              </a:defRPr>
            </a:lvl2pPr>
            <a:lvl3pPr marL="1051560" indent="0">
              <a:buNone/>
              <a:defRPr sz="2070">
                <a:solidFill>
                  <a:schemeClr val="tx1">
                    <a:tint val="82000"/>
                  </a:schemeClr>
                </a:solidFill>
              </a:defRPr>
            </a:lvl3pPr>
            <a:lvl4pPr marL="157734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4pPr>
            <a:lvl5pPr marL="210312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5pPr>
            <a:lvl6pPr marL="262890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6pPr>
            <a:lvl7pPr marL="315468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7pPr>
            <a:lvl8pPr marL="368046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8pPr>
            <a:lvl9pPr marL="420624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0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948" y="3067219"/>
            <a:ext cx="4469130" cy="7310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3523" y="3067219"/>
            <a:ext cx="4469130" cy="7310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0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613446"/>
            <a:ext cx="9069705" cy="22270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318" y="2824510"/>
            <a:ext cx="4448591" cy="1384248"/>
          </a:xfrm>
        </p:spPr>
        <p:txBody>
          <a:bodyPr anchor="b"/>
          <a:lstStyle>
            <a:lvl1pPr marL="0" indent="0">
              <a:buNone/>
              <a:defRPr sz="2760" b="1"/>
            </a:lvl1pPr>
            <a:lvl2pPr marL="525780" indent="0">
              <a:buNone/>
              <a:defRPr sz="2300" b="1"/>
            </a:lvl2pPr>
            <a:lvl3pPr marL="1051560" indent="0">
              <a:buNone/>
              <a:defRPr sz="2070" b="1"/>
            </a:lvl3pPr>
            <a:lvl4pPr marL="1577340" indent="0">
              <a:buNone/>
              <a:defRPr sz="1840" b="1"/>
            </a:lvl4pPr>
            <a:lvl5pPr marL="2103120" indent="0">
              <a:buNone/>
              <a:defRPr sz="1840" b="1"/>
            </a:lvl5pPr>
            <a:lvl6pPr marL="2628900" indent="0">
              <a:buNone/>
              <a:defRPr sz="1840" b="1"/>
            </a:lvl6pPr>
            <a:lvl7pPr marL="3154680" indent="0">
              <a:buNone/>
              <a:defRPr sz="1840" b="1"/>
            </a:lvl7pPr>
            <a:lvl8pPr marL="3680460" indent="0">
              <a:buNone/>
              <a:defRPr sz="1840" b="1"/>
            </a:lvl8pPr>
            <a:lvl9pPr marL="4206240" indent="0">
              <a:buNone/>
              <a:defRPr sz="1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318" y="4208758"/>
            <a:ext cx="4448591" cy="619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23523" y="2824510"/>
            <a:ext cx="4470500" cy="1384248"/>
          </a:xfrm>
        </p:spPr>
        <p:txBody>
          <a:bodyPr anchor="b"/>
          <a:lstStyle>
            <a:lvl1pPr marL="0" indent="0">
              <a:buNone/>
              <a:defRPr sz="2760" b="1"/>
            </a:lvl1pPr>
            <a:lvl2pPr marL="525780" indent="0">
              <a:buNone/>
              <a:defRPr sz="2300" b="1"/>
            </a:lvl2pPr>
            <a:lvl3pPr marL="1051560" indent="0">
              <a:buNone/>
              <a:defRPr sz="2070" b="1"/>
            </a:lvl3pPr>
            <a:lvl4pPr marL="1577340" indent="0">
              <a:buNone/>
              <a:defRPr sz="1840" b="1"/>
            </a:lvl4pPr>
            <a:lvl5pPr marL="2103120" indent="0">
              <a:buNone/>
              <a:defRPr sz="1840" b="1"/>
            </a:lvl5pPr>
            <a:lvl6pPr marL="2628900" indent="0">
              <a:buNone/>
              <a:defRPr sz="1840" b="1"/>
            </a:lvl6pPr>
            <a:lvl7pPr marL="3154680" indent="0">
              <a:buNone/>
              <a:defRPr sz="1840" b="1"/>
            </a:lvl7pPr>
            <a:lvl8pPr marL="3680460" indent="0">
              <a:buNone/>
              <a:defRPr sz="1840" b="1"/>
            </a:lvl8pPr>
            <a:lvl9pPr marL="4206240" indent="0">
              <a:buNone/>
              <a:defRPr sz="1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23523" y="4208758"/>
            <a:ext cx="4470500" cy="619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9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7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6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768138"/>
            <a:ext cx="3391555" cy="2688484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99" y="1658968"/>
            <a:ext cx="5323523" cy="8188141"/>
          </a:xfrm>
        </p:spPr>
        <p:txBody>
          <a:bodyPr/>
          <a:lstStyle>
            <a:lvl1pPr>
              <a:defRPr sz="3680"/>
            </a:lvl1pPr>
            <a:lvl2pPr>
              <a:defRPr sz="3220"/>
            </a:lvl2pPr>
            <a:lvl3pPr>
              <a:defRPr sz="276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3456622"/>
            <a:ext cx="3391555" cy="6403821"/>
          </a:xfrm>
        </p:spPr>
        <p:txBody>
          <a:bodyPr/>
          <a:lstStyle>
            <a:lvl1pPr marL="0" indent="0">
              <a:buNone/>
              <a:defRPr sz="1840"/>
            </a:lvl1pPr>
            <a:lvl2pPr marL="525780" indent="0">
              <a:buNone/>
              <a:defRPr sz="1610"/>
            </a:lvl2pPr>
            <a:lvl3pPr marL="1051560" indent="0">
              <a:buNone/>
              <a:defRPr sz="1380"/>
            </a:lvl3pPr>
            <a:lvl4pPr marL="1577340" indent="0">
              <a:buNone/>
              <a:defRPr sz="1150"/>
            </a:lvl4pPr>
            <a:lvl5pPr marL="2103120" indent="0">
              <a:buNone/>
              <a:defRPr sz="1150"/>
            </a:lvl5pPr>
            <a:lvl6pPr marL="2628900" indent="0">
              <a:buNone/>
              <a:defRPr sz="1150"/>
            </a:lvl6pPr>
            <a:lvl7pPr marL="3154680" indent="0">
              <a:buNone/>
              <a:defRPr sz="1150"/>
            </a:lvl7pPr>
            <a:lvl8pPr marL="3680460" indent="0">
              <a:buNone/>
              <a:defRPr sz="1150"/>
            </a:lvl8pPr>
            <a:lvl9pPr marL="4206240" indent="0">
              <a:buNone/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7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768138"/>
            <a:ext cx="3391555" cy="2688484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0499" y="1658968"/>
            <a:ext cx="5323523" cy="8188141"/>
          </a:xfrm>
        </p:spPr>
        <p:txBody>
          <a:bodyPr anchor="t"/>
          <a:lstStyle>
            <a:lvl1pPr marL="0" indent="0">
              <a:buNone/>
              <a:defRPr sz="3680"/>
            </a:lvl1pPr>
            <a:lvl2pPr marL="525780" indent="0">
              <a:buNone/>
              <a:defRPr sz="3220"/>
            </a:lvl2pPr>
            <a:lvl3pPr marL="1051560" indent="0">
              <a:buNone/>
              <a:defRPr sz="2760"/>
            </a:lvl3pPr>
            <a:lvl4pPr marL="1577340" indent="0">
              <a:buNone/>
              <a:defRPr sz="2300"/>
            </a:lvl4pPr>
            <a:lvl5pPr marL="2103120" indent="0">
              <a:buNone/>
              <a:defRPr sz="2300"/>
            </a:lvl5pPr>
            <a:lvl6pPr marL="2628900" indent="0">
              <a:buNone/>
              <a:defRPr sz="2300"/>
            </a:lvl6pPr>
            <a:lvl7pPr marL="3154680" indent="0">
              <a:buNone/>
              <a:defRPr sz="2300"/>
            </a:lvl7pPr>
            <a:lvl8pPr marL="3680460" indent="0">
              <a:buNone/>
              <a:defRPr sz="2300"/>
            </a:lvl8pPr>
            <a:lvl9pPr marL="4206240" indent="0">
              <a:buNone/>
              <a:defRPr sz="2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3456622"/>
            <a:ext cx="3391555" cy="6403821"/>
          </a:xfrm>
        </p:spPr>
        <p:txBody>
          <a:bodyPr/>
          <a:lstStyle>
            <a:lvl1pPr marL="0" indent="0">
              <a:buNone/>
              <a:defRPr sz="1840"/>
            </a:lvl1pPr>
            <a:lvl2pPr marL="525780" indent="0">
              <a:buNone/>
              <a:defRPr sz="1610"/>
            </a:lvl2pPr>
            <a:lvl3pPr marL="1051560" indent="0">
              <a:buNone/>
              <a:defRPr sz="1380"/>
            </a:lvl3pPr>
            <a:lvl4pPr marL="1577340" indent="0">
              <a:buNone/>
              <a:defRPr sz="1150"/>
            </a:lvl4pPr>
            <a:lvl5pPr marL="2103120" indent="0">
              <a:buNone/>
              <a:defRPr sz="1150"/>
            </a:lvl5pPr>
            <a:lvl6pPr marL="2628900" indent="0">
              <a:buNone/>
              <a:defRPr sz="1150"/>
            </a:lvl6pPr>
            <a:lvl7pPr marL="3154680" indent="0">
              <a:buNone/>
              <a:defRPr sz="1150"/>
            </a:lvl7pPr>
            <a:lvl8pPr marL="3680460" indent="0">
              <a:buNone/>
              <a:defRPr sz="1150"/>
            </a:lvl8pPr>
            <a:lvl9pPr marL="4206240" indent="0">
              <a:buNone/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7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1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25227" y="613444"/>
            <a:ext cx="2267426" cy="97644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2948" y="613444"/>
            <a:ext cx="6670834" cy="97644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0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2948" y="613446"/>
            <a:ext cx="9069705" cy="2227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3067219"/>
            <a:ext cx="9069705" cy="7310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948" y="10679259"/>
            <a:ext cx="2366010" cy="613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43D70-5491-46BC-988F-0AC8B429A9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3293" y="10679259"/>
            <a:ext cx="3549015" cy="613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6643" y="10679259"/>
            <a:ext cx="2366010" cy="613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90130-82AF-4BF1-81D1-154691FD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3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51560" rtl="0" eaLnBrk="1" latinLnBrk="0" hangingPunct="1">
        <a:lnSpc>
          <a:spcPct val="90000"/>
        </a:lnSpc>
        <a:spcBef>
          <a:spcPct val="0"/>
        </a:spcBef>
        <a:buNone/>
        <a:defRPr sz="50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890" indent="-262890" algn="l" defTabSz="1051560" rtl="0" eaLnBrk="1" latinLnBrk="0" hangingPunct="1">
        <a:lnSpc>
          <a:spcPct val="90000"/>
        </a:lnSpc>
        <a:spcBef>
          <a:spcPts val="1150"/>
        </a:spcBef>
        <a:buFont typeface="Arial" panose="020B0604020202020204" pitchFamily="34" charset="0"/>
        <a:buChar char="•"/>
        <a:defRPr sz="3220" kern="1200">
          <a:solidFill>
            <a:schemeClr val="tx1"/>
          </a:solidFill>
          <a:latin typeface="+mn-lt"/>
          <a:ea typeface="+mn-ea"/>
          <a:cs typeface="+mn-cs"/>
        </a:defRPr>
      </a:lvl1pPr>
      <a:lvl2pPr marL="78867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31445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4023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36601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89179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41757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94335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46913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1pPr>
      <a:lvl2pPr marL="52578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3pPr>
      <a:lvl4pPr marL="157734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10312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62890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15468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68046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20624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B23BBBA-ECBF-A4BE-28FC-938AAD4B9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4" t="6720" r="6461" b="8757"/>
          <a:stretch>
            <a:fillRect/>
          </a:stretch>
        </p:blipFill>
        <p:spPr>
          <a:xfrm>
            <a:off x="7980536" y="5512662"/>
            <a:ext cx="2420818" cy="59985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460F03-13F9-96AA-F238-FEE03AD8C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6" t="12095" r="4200" b="13561"/>
          <a:stretch>
            <a:fillRect/>
          </a:stretch>
        </p:blipFill>
        <p:spPr>
          <a:xfrm>
            <a:off x="-18603" y="-12286"/>
            <a:ext cx="10493081" cy="28191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492355-CFE8-EAEE-7B24-3088AAE53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0" t="13635" r="4562" b="11732"/>
          <a:stretch>
            <a:fillRect/>
          </a:stretch>
        </p:blipFill>
        <p:spPr>
          <a:xfrm>
            <a:off x="-18603" y="2769702"/>
            <a:ext cx="10488189" cy="27925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2A6773A-FC93-A349-8C7D-58AF543A3C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" r="7769" b="8091"/>
          <a:stretch>
            <a:fillRect/>
          </a:stretch>
        </p:blipFill>
        <p:spPr>
          <a:xfrm>
            <a:off x="9972" y="5507315"/>
            <a:ext cx="2789737" cy="6035423"/>
          </a:xfrm>
          <a:prstGeom prst="rect">
            <a:avLst/>
          </a:prstGeom>
        </p:spPr>
      </p:pic>
      <p:pic>
        <p:nvPicPr>
          <p:cNvPr id="27" name="Picture 26" descr="A diagram of a blue and yellow map&#10;&#10;AI-generated content may be incorrect.">
            <a:extLst>
              <a:ext uri="{FF2B5EF4-FFF2-40B4-BE49-F238E27FC236}">
                <a16:creationId xmlns:a16="http://schemas.microsoft.com/office/drawing/2014/main" id="{9CD2B5D3-3DF6-C6CF-02E2-681DAE245D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" t="6748" r="32567" b="8452"/>
          <a:stretch>
            <a:fillRect/>
          </a:stretch>
        </p:blipFill>
        <p:spPr>
          <a:xfrm>
            <a:off x="2753638" y="5494483"/>
            <a:ext cx="1995829" cy="6038802"/>
          </a:xfrm>
          <a:prstGeom prst="rect">
            <a:avLst/>
          </a:prstGeom>
        </p:spPr>
      </p:pic>
      <p:pic>
        <p:nvPicPr>
          <p:cNvPr id="28" name="Picture 27" descr="A blue and orange map&#10;&#10;AI-generated content may be incorrect.">
            <a:extLst>
              <a:ext uri="{FF2B5EF4-FFF2-40B4-BE49-F238E27FC236}">
                <a16:creationId xmlns:a16="http://schemas.microsoft.com/office/drawing/2014/main" id="{BEE87731-B74E-87ED-5FA4-DDFEDAA263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6" t="6688" r="33237" b="8511"/>
          <a:stretch>
            <a:fillRect/>
          </a:stretch>
        </p:blipFill>
        <p:spPr>
          <a:xfrm>
            <a:off x="4737478" y="5494484"/>
            <a:ext cx="1610738" cy="6038802"/>
          </a:xfrm>
          <a:prstGeom prst="rect">
            <a:avLst/>
          </a:prstGeom>
        </p:spPr>
      </p:pic>
      <p:pic>
        <p:nvPicPr>
          <p:cNvPr id="29" name="Picture 28" descr="A blue and orange chart&#10;&#10;AI-generated content may be incorrect.">
            <a:extLst>
              <a:ext uri="{FF2B5EF4-FFF2-40B4-BE49-F238E27FC236}">
                <a16:creationId xmlns:a16="http://schemas.microsoft.com/office/drawing/2014/main" id="{DC55E6AC-8B99-0291-B5DC-6F23EED1C7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9" t="6704" r="33614" b="8497"/>
          <a:stretch>
            <a:fillRect/>
          </a:stretch>
        </p:blipFill>
        <p:spPr>
          <a:xfrm>
            <a:off x="6348413" y="5494484"/>
            <a:ext cx="1610738" cy="603880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F76BB26-DDCE-EAEC-9810-39CF64DD6492}"/>
              </a:ext>
            </a:extLst>
          </p:cNvPr>
          <p:cNvSpPr txBox="1"/>
          <p:nvPr/>
        </p:nvSpPr>
        <p:spPr>
          <a:xfrm>
            <a:off x="-44233" y="2774926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9B9130-E058-594C-988F-5727CA9D031B}"/>
              </a:ext>
            </a:extLst>
          </p:cNvPr>
          <p:cNvSpPr/>
          <p:nvPr/>
        </p:nvSpPr>
        <p:spPr>
          <a:xfrm>
            <a:off x="3130062" y="11364194"/>
            <a:ext cx="6313977" cy="123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 diagram of a graph&#10;&#10;AI-generated content may be incorrect.">
            <a:extLst>
              <a:ext uri="{FF2B5EF4-FFF2-40B4-BE49-F238E27FC236}">
                <a16:creationId xmlns:a16="http://schemas.microsoft.com/office/drawing/2014/main" id="{94A388AF-383E-D3D2-E889-F61AE38E5F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5" t="89184" r="27047" b="8846"/>
          <a:stretch>
            <a:fillRect/>
          </a:stretch>
        </p:blipFill>
        <p:spPr>
          <a:xfrm>
            <a:off x="4776209" y="11357903"/>
            <a:ext cx="1625951" cy="123457"/>
          </a:xfrm>
          <a:prstGeom prst="rect">
            <a:avLst/>
          </a:prstGeom>
        </p:spPr>
      </p:pic>
      <p:pic>
        <p:nvPicPr>
          <p:cNvPr id="33" name="Picture 32" descr="A diagram of a graph&#10;&#10;AI-generated content may be incorrect.">
            <a:extLst>
              <a:ext uri="{FF2B5EF4-FFF2-40B4-BE49-F238E27FC236}">
                <a16:creationId xmlns:a16="http://schemas.microsoft.com/office/drawing/2014/main" id="{2BEE080F-4168-108F-6286-8B99E29ADE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5" t="89184" r="27047" b="8846"/>
          <a:stretch>
            <a:fillRect/>
          </a:stretch>
        </p:blipFill>
        <p:spPr>
          <a:xfrm>
            <a:off x="6398824" y="11357899"/>
            <a:ext cx="1578209" cy="123457"/>
          </a:xfrm>
          <a:prstGeom prst="rect">
            <a:avLst/>
          </a:prstGeom>
        </p:spPr>
      </p:pic>
      <p:pic>
        <p:nvPicPr>
          <p:cNvPr id="34" name="Picture 33" descr="A diagram of a graph&#10;&#10;AI-generated content may be incorrect.">
            <a:extLst>
              <a:ext uri="{FF2B5EF4-FFF2-40B4-BE49-F238E27FC236}">
                <a16:creationId xmlns:a16="http://schemas.microsoft.com/office/drawing/2014/main" id="{23F43E7C-42E6-4D42-98E6-31D5A68F1D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5" t="89184" r="77399" b="9234"/>
          <a:stretch>
            <a:fillRect/>
          </a:stretch>
        </p:blipFill>
        <p:spPr>
          <a:xfrm>
            <a:off x="7995331" y="11354986"/>
            <a:ext cx="313805" cy="9909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69EC2568-9C43-EC02-93EE-7CE177AE8CE3}"/>
              </a:ext>
            </a:extLst>
          </p:cNvPr>
          <p:cNvSpPr/>
          <p:nvPr/>
        </p:nvSpPr>
        <p:spPr>
          <a:xfrm rot="20039266">
            <a:off x="3599305" y="8915371"/>
            <a:ext cx="1061585" cy="654974"/>
          </a:xfrm>
          <a:prstGeom prst="ellipse">
            <a:avLst/>
          </a:prstGeom>
          <a:noFill/>
          <a:ln w="38100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A diagram of a graph&#10;&#10;AI-generated content may be incorrect.">
            <a:extLst>
              <a:ext uri="{FF2B5EF4-FFF2-40B4-BE49-F238E27FC236}">
                <a16:creationId xmlns:a16="http://schemas.microsoft.com/office/drawing/2014/main" id="{5B7CC81F-1A05-14AE-707B-5C9CDA4589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5" t="89184" r="27047" b="8846"/>
          <a:stretch>
            <a:fillRect/>
          </a:stretch>
        </p:blipFill>
        <p:spPr>
          <a:xfrm>
            <a:off x="3011208" y="11364194"/>
            <a:ext cx="1690621" cy="12345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92E2229-2495-CD62-D465-7E6E9380144F}"/>
              </a:ext>
            </a:extLst>
          </p:cNvPr>
          <p:cNvSpPr txBox="1"/>
          <p:nvPr/>
        </p:nvSpPr>
        <p:spPr>
          <a:xfrm>
            <a:off x="2515047" y="5253586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F0E7C5-DBE9-0BB3-B553-9F934CE9F029}"/>
              </a:ext>
            </a:extLst>
          </p:cNvPr>
          <p:cNvSpPr txBox="1"/>
          <p:nvPr/>
        </p:nvSpPr>
        <p:spPr>
          <a:xfrm>
            <a:off x="9972" y="-12286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1E314A-08DA-B350-6E7B-E1184F2CE1F5}"/>
              </a:ext>
            </a:extLst>
          </p:cNvPr>
          <p:cNvSpPr txBox="1"/>
          <p:nvPr/>
        </p:nvSpPr>
        <p:spPr>
          <a:xfrm>
            <a:off x="37858" y="519655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074A449-5DB5-7EE4-F037-23A381E75B5F}"/>
              </a:ext>
            </a:extLst>
          </p:cNvPr>
          <p:cNvSpPr/>
          <p:nvPr/>
        </p:nvSpPr>
        <p:spPr>
          <a:xfrm rot="224010">
            <a:off x="5797811" y="3571567"/>
            <a:ext cx="1697026" cy="351382"/>
          </a:xfrm>
          <a:prstGeom prst="ellipse">
            <a:avLst/>
          </a:prstGeom>
          <a:noFill/>
          <a:ln w="28575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1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4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1</cp:revision>
  <dcterms:created xsi:type="dcterms:W3CDTF">2026-01-28T17:26:19Z</dcterms:created>
  <dcterms:modified xsi:type="dcterms:W3CDTF">2026-01-28T17:30:22Z</dcterms:modified>
</cp:coreProperties>
</file>