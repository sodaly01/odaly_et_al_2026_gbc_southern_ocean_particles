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BAE4F"/>
    <a:srgbClr val="5679BF"/>
    <a:srgbClr val="BD9224"/>
    <a:srgbClr val="6F8DC3"/>
    <a:srgbClr val="739DC7"/>
    <a:srgbClr val="3C542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2184" y="3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84B4C8-DE15-E148-42E3-C7E37C4749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6CF1D9-92D6-38D6-8C35-5B231F8F36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D1A09A-3381-C0EE-1644-40C6F8E73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C0BEA-FCA9-4595-8A11-284918C01ECC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B0B7A6-CBFC-BE01-A320-0A2EEA360B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64C09A-4D0C-EF0D-B388-33612D3BD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3DAD7-8552-482C-8A50-E80B411CC8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37224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EF3BF2-2BC2-4B08-4FAA-23271B1B57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E2B3BD-E63F-3B9C-7838-4BA3E3F0E0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E9332F-A573-7FB9-0EF4-713BD6725A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C0BEA-FCA9-4595-8A11-284918C01ECC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876D4B-E05C-2100-740F-B1CC2FF1FF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9C0E6B-20D7-5828-030D-95B065785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3DAD7-8552-482C-8A50-E80B411CC8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1161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6B9E60-B3C0-60B5-4A0E-429ACF040B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10E6BD-1C72-9C0E-7EAE-249D6A227F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0BFB24-74A2-20B6-F02C-1104511573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C0BEA-FCA9-4595-8A11-284918C01ECC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2022E3-6BFC-B73A-12DA-A4C43BC884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30EC20-C583-D073-67B3-C2435B2E6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3DAD7-8552-482C-8A50-E80B411CC8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2440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6A43B8-A57D-3D8C-3295-4A4ED713D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A8E59D-F21B-55DA-C885-4235BECF30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B7776A-DA25-2393-BC49-1BB61CCC67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AD3036-C43C-414E-D5D4-A52EB0F77F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C0BEA-FCA9-4595-8A11-284918C01ECC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61E10A-7AC4-64B5-9C8C-0D65D8FD8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71956B-37C0-4904-F8DE-852043107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3DAD7-8552-482C-8A50-E80B411CC8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12144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2B99DB-DA66-5246-F5AC-C09976656C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8ED099-0A8E-6204-7B57-FDB64C4786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0FAC40-A424-BCDA-65C8-3756381351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AC8608-88AD-67F5-CB03-ACF69E15AD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191E9A-865C-8048-DB51-7757A88C73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6044D8-565D-FAE6-4577-40BEF392CA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C0BEA-FCA9-4595-8A11-284918C01ECC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A28B716-C873-1A5A-8C50-61BEFFE6D8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085F902-05E7-3FC4-8B33-2358B6CF1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3DAD7-8552-482C-8A50-E80B411CC8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6120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B8B9A4-A248-2AF9-8C9A-DC82DFB97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1F40EB3-9224-3E46-9794-0345B27F6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C0BEA-FCA9-4595-8A11-284918C01ECC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0012D4-D25B-76B0-921B-4E91960733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7675DA-1C60-E5C6-BBE3-BA8BBFC2B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3DAD7-8552-482C-8A50-E80B411CC8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4985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D9BF64-BFF8-2FF3-2559-4A00D36404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C0BEA-FCA9-4595-8A11-284918C01ECC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3830F3E-3D99-D43B-467C-78481BE35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7FD3D3-F920-7BBA-5FF5-35E501F13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3DAD7-8552-482C-8A50-E80B411CC8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8975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7CF178-B229-75AE-314A-D4D82B9570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25B55A-4FD8-8007-1900-CC5CD0D75E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F208EF-C5E0-A2A7-4B53-06B635F2C2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E9BAB6-5E4F-A01C-50CE-71920B7C4B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C0BEA-FCA9-4595-8A11-284918C01ECC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7733B0-7590-1DED-8577-346ABD8753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9E35BB-3B3D-EC09-BFFC-861432612B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3DAD7-8552-482C-8A50-E80B411CC8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1213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60E828-9757-9C15-6B1A-ABCC642068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20594A2-846C-1288-488F-4EB8BC931D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BCD73A-D58C-F9B4-CA6E-3507934C1C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6B10F2-8521-B1DE-31A4-B2E3D1E4F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C0BEA-FCA9-4595-8A11-284918C01ECC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468462-716D-9FC9-7297-C844E7F266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A36826-91CF-C3FF-8AC6-4642A15A9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3DAD7-8552-482C-8A50-E80B411CC8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0140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1FCDAA-049D-DBFE-7412-89B925664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3D4FDF-63EA-59C0-A22A-8640C01167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202186-D36D-2C5B-8EB3-2DBC649E22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C0BEA-FCA9-4595-8A11-284918C01ECC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D82074-7053-8429-F179-231FE03E98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27A9A4-01B0-CE4E-ED4B-81A63B491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3DAD7-8552-482C-8A50-E80B411CC8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6578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D4C848-CA3E-49ED-4A1F-70428028E6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BEBEBC-01DA-C36F-A79C-9435E16DA6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900622-C3DF-1CAC-E3BA-36BD6532D2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C0BEA-FCA9-4595-8A11-284918C01ECC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00D789-DE86-B47F-B0C4-CFBA734AB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D54A29-8AD9-7617-2D12-D0EAA6E5E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3DAD7-8552-482C-8A50-E80B411CC8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2436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2AA20B1-0A37-9C2C-4CFE-A3C77365F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B0DDE8-37D5-29BE-1B2A-5DD815A6FC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D7FB90-34B2-C310-C780-441C4467D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5C0BEA-FCA9-4595-8A11-284918C01ECC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D4C7DC-E686-AA53-6A90-DA9E620454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638347-BDCE-2D6B-AE02-B2F9AE0C5A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A3DAD7-8552-482C-8A50-E80B411CC8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25827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16.jpg"/><Relationship Id="rId21" Type="http://schemas.openxmlformats.org/officeDocument/2006/relationships/image" Target="../media/image20.jpg"/><Relationship Id="rId42" Type="http://schemas.openxmlformats.org/officeDocument/2006/relationships/image" Target="../media/image41.jpg"/><Relationship Id="rId63" Type="http://schemas.openxmlformats.org/officeDocument/2006/relationships/image" Target="../media/image62.jpg"/><Relationship Id="rId84" Type="http://schemas.openxmlformats.org/officeDocument/2006/relationships/image" Target="../media/image83.jpg"/><Relationship Id="rId138" Type="http://schemas.openxmlformats.org/officeDocument/2006/relationships/image" Target="../media/image137.jpg"/><Relationship Id="rId159" Type="http://schemas.openxmlformats.org/officeDocument/2006/relationships/image" Target="../media/image158.jpg"/><Relationship Id="rId107" Type="http://schemas.openxmlformats.org/officeDocument/2006/relationships/image" Target="../media/image106.jpg"/><Relationship Id="rId11" Type="http://schemas.openxmlformats.org/officeDocument/2006/relationships/image" Target="../media/image10.jpg"/><Relationship Id="rId32" Type="http://schemas.openxmlformats.org/officeDocument/2006/relationships/image" Target="../media/image31.jpg"/><Relationship Id="rId53" Type="http://schemas.openxmlformats.org/officeDocument/2006/relationships/image" Target="../media/image52.jpg"/><Relationship Id="rId74" Type="http://schemas.openxmlformats.org/officeDocument/2006/relationships/image" Target="../media/image73.jpg"/><Relationship Id="rId128" Type="http://schemas.openxmlformats.org/officeDocument/2006/relationships/image" Target="../media/image127.jpg"/><Relationship Id="rId149" Type="http://schemas.openxmlformats.org/officeDocument/2006/relationships/image" Target="../media/image148.jpg"/><Relationship Id="rId5" Type="http://schemas.openxmlformats.org/officeDocument/2006/relationships/image" Target="../media/image4.jpg"/><Relationship Id="rId95" Type="http://schemas.openxmlformats.org/officeDocument/2006/relationships/image" Target="../media/image94.jpg"/><Relationship Id="rId160" Type="http://schemas.openxmlformats.org/officeDocument/2006/relationships/image" Target="../media/image159.jpg"/><Relationship Id="rId22" Type="http://schemas.openxmlformats.org/officeDocument/2006/relationships/image" Target="../media/image21.jpg"/><Relationship Id="rId43" Type="http://schemas.openxmlformats.org/officeDocument/2006/relationships/image" Target="../media/image42.jpg"/><Relationship Id="rId64" Type="http://schemas.openxmlformats.org/officeDocument/2006/relationships/image" Target="../media/image63.jpg"/><Relationship Id="rId118" Type="http://schemas.openxmlformats.org/officeDocument/2006/relationships/image" Target="../media/image117.jpg"/><Relationship Id="rId139" Type="http://schemas.openxmlformats.org/officeDocument/2006/relationships/image" Target="../media/image138.jpg"/><Relationship Id="rId85" Type="http://schemas.openxmlformats.org/officeDocument/2006/relationships/image" Target="../media/image84.jpg"/><Relationship Id="rId150" Type="http://schemas.openxmlformats.org/officeDocument/2006/relationships/image" Target="../media/image149.jpg"/><Relationship Id="rId12" Type="http://schemas.openxmlformats.org/officeDocument/2006/relationships/image" Target="../media/image11.jpg"/><Relationship Id="rId17" Type="http://schemas.openxmlformats.org/officeDocument/2006/relationships/image" Target="../media/image16.jpg"/><Relationship Id="rId33" Type="http://schemas.openxmlformats.org/officeDocument/2006/relationships/image" Target="../media/image32.jpg"/><Relationship Id="rId38" Type="http://schemas.openxmlformats.org/officeDocument/2006/relationships/image" Target="../media/image37.jpg"/><Relationship Id="rId59" Type="http://schemas.openxmlformats.org/officeDocument/2006/relationships/image" Target="../media/image58.jpg"/><Relationship Id="rId103" Type="http://schemas.openxmlformats.org/officeDocument/2006/relationships/image" Target="../media/image102.jpg"/><Relationship Id="rId108" Type="http://schemas.openxmlformats.org/officeDocument/2006/relationships/image" Target="../media/image107.jpg"/><Relationship Id="rId124" Type="http://schemas.openxmlformats.org/officeDocument/2006/relationships/image" Target="../media/image123.jpg"/><Relationship Id="rId129" Type="http://schemas.openxmlformats.org/officeDocument/2006/relationships/image" Target="../media/image128.jpg"/><Relationship Id="rId54" Type="http://schemas.openxmlformats.org/officeDocument/2006/relationships/image" Target="../media/image53.jpg"/><Relationship Id="rId70" Type="http://schemas.openxmlformats.org/officeDocument/2006/relationships/image" Target="../media/image69.jpg"/><Relationship Id="rId75" Type="http://schemas.openxmlformats.org/officeDocument/2006/relationships/image" Target="../media/image74.jpg"/><Relationship Id="rId91" Type="http://schemas.openxmlformats.org/officeDocument/2006/relationships/image" Target="../media/image90.jpg"/><Relationship Id="rId96" Type="http://schemas.openxmlformats.org/officeDocument/2006/relationships/image" Target="../media/image95.jpg"/><Relationship Id="rId140" Type="http://schemas.openxmlformats.org/officeDocument/2006/relationships/image" Target="../media/image139.jpg"/><Relationship Id="rId145" Type="http://schemas.openxmlformats.org/officeDocument/2006/relationships/image" Target="../media/image144.jpg"/><Relationship Id="rId161" Type="http://schemas.openxmlformats.org/officeDocument/2006/relationships/image" Target="../media/image160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23" Type="http://schemas.openxmlformats.org/officeDocument/2006/relationships/image" Target="../media/image22.jpg"/><Relationship Id="rId28" Type="http://schemas.openxmlformats.org/officeDocument/2006/relationships/image" Target="../media/image27.jpg"/><Relationship Id="rId49" Type="http://schemas.openxmlformats.org/officeDocument/2006/relationships/image" Target="../media/image48.jpg"/><Relationship Id="rId114" Type="http://schemas.openxmlformats.org/officeDocument/2006/relationships/image" Target="../media/image113.jpg"/><Relationship Id="rId119" Type="http://schemas.openxmlformats.org/officeDocument/2006/relationships/image" Target="../media/image118.jpg"/><Relationship Id="rId44" Type="http://schemas.openxmlformats.org/officeDocument/2006/relationships/image" Target="../media/image43.jpg"/><Relationship Id="rId60" Type="http://schemas.openxmlformats.org/officeDocument/2006/relationships/image" Target="../media/image59.jpg"/><Relationship Id="rId65" Type="http://schemas.openxmlformats.org/officeDocument/2006/relationships/image" Target="../media/image64.jpg"/><Relationship Id="rId81" Type="http://schemas.openxmlformats.org/officeDocument/2006/relationships/image" Target="../media/image80.jpg"/><Relationship Id="rId86" Type="http://schemas.openxmlformats.org/officeDocument/2006/relationships/image" Target="../media/image85.jpg"/><Relationship Id="rId130" Type="http://schemas.openxmlformats.org/officeDocument/2006/relationships/image" Target="../media/image129.jpg"/><Relationship Id="rId135" Type="http://schemas.openxmlformats.org/officeDocument/2006/relationships/image" Target="../media/image134.jpg"/><Relationship Id="rId151" Type="http://schemas.openxmlformats.org/officeDocument/2006/relationships/image" Target="../media/image150.jpg"/><Relationship Id="rId156" Type="http://schemas.openxmlformats.org/officeDocument/2006/relationships/image" Target="../media/image155.jpg"/><Relationship Id="rId13" Type="http://schemas.openxmlformats.org/officeDocument/2006/relationships/image" Target="../media/image12.jpg"/><Relationship Id="rId18" Type="http://schemas.openxmlformats.org/officeDocument/2006/relationships/image" Target="../media/image17.jpg"/><Relationship Id="rId39" Type="http://schemas.openxmlformats.org/officeDocument/2006/relationships/image" Target="../media/image38.jpg"/><Relationship Id="rId109" Type="http://schemas.openxmlformats.org/officeDocument/2006/relationships/image" Target="../media/image108.jpg"/><Relationship Id="rId34" Type="http://schemas.openxmlformats.org/officeDocument/2006/relationships/image" Target="../media/image33.jpg"/><Relationship Id="rId50" Type="http://schemas.openxmlformats.org/officeDocument/2006/relationships/image" Target="../media/image49.jpg"/><Relationship Id="rId55" Type="http://schemas.openxmlformats.org/officeDocument/2006/relationships/image" Target="../media/image54.jpg"/><Relationship Id="rId76" Type="http://schemas.openxmlformats.org/officeDocument/2006/relationships/image" Target="../media/image75.jpg"/><Relationship Id="rId97" Type="http://schemas.openxmlformats.org/officeDocument/2006/relationships/image" Target="../media/image96.jpg"/><Relationship Id="rId104" Type="http://schemas.openxmlformats.org/officeDocument/2006/relationships/image" Target="../media/image103.jpg"/><Relationship Id="rId120" Type="http://schemas.openxmlformats.org/officeDocument/2006/relationships/image" Target="../media/image119.jpg"/><Relationship Id="rId125" Type="http://schemas.openxmlformats.org/officeDocument/2006/relationships/image" Target="../media/image124.jpg"/><Relationship Id="rId141" Type="http://schemas.openxmlformats.org/officeDocument/2006/relationships/image" Target="../media/image140.jpg"/><Relationship Id="rId146" Type="http://schemas.openxmlformats.org/officeDocument/2006/relationships/image" Target="../media/image145.jpg"/><Relationship Id="rId7" Type="http://schemas.openxmlformats.org/officeDocument/2006/relationships/image" Target="../media/image6.jpg"/><Relationship Id="rId71" Type="http://schemas.openxmlformats.org/officeDocument/2006/relationships/image" Target="../media/image70.jpg"/><Relationship Id="rId92" Type="http://schemas.openxmlformats.org/officeDocument/2006/relationships/image" Target="../media/image91.jpg"/><Relationship Id="rId162" Type="http://schemas.openxmlformats.org/officeDocument/2006/relationships/image" Target="../media/image161.jpg"/><Relationship Id="rId2" Type="http://schemas.openxmlformats.org/officeDocument/2006/relationships/image" Target="../media/image1.jpg"/><Relationship Id="rId29" Type="http://schemas.openxmlformats.org/officeDocument/2006/relationships/image" Target="../media/image28.jpg"/><Relationship Id="rId24" Type="http://schemas.openxmlformats.org/officeDocument/2006/relationships/image" Target="../media/image23.jpg"/><Relationship Id="rId40" Type="http://schemas.openxmlformats.org/officeDocument/2006/relationships/image" Target="../media/image39.jpg"/><Relationship Id="rId45" Type="http://schemas.openxmlformats.org/officeDocument/2006/relationships/image" Target="../media/image44.jpg"/><Relationship Id="rId66" Type="http://schemas.openxmlformats.org/officeDocument/2006/relationships/image" Target="../media/image65.jpg"/><Relationship Id="rId87" Type="http://schemas.openxmlformats.org/officeDocument/2006/relationships/image" Target="../media/image86.jpg"/><Relationship Id="rId110" Type="http://schemas.openxmlformats.org/officeDocument/2006/relationships/image" Target="../media/image109.jpg"/><Relationship Id="rId115" Type="http://schemas.openxmlformats.org/officeDocument/2006/relationships/image" Target="../media/image114.jpg"/><Relationship Id="rId131" Type="http://schemas.openxmlformats.org/officeDocument/2006/relationships/image" Target="../media/image130.jpg"/><Relationship Id="rId136" Type="http://schemas.openxmlformats.org/officeDocument/2006/relationships/image" Target="../media/image135.jpg"/><Relationship Id="rId157" Type="http://schemas.openxmlformats.org/officeDocument/2006/relationships/image" Target="../media/image156.jpg"/><Relationship Id="rId61" Type="http://schemas.openxmlformats.org/officeDocument/2006/relationships/image" Target="../media/image60.jpg"/><Relationship Id="rId82" Type="http://schemas.openxmlformats.org/officeDocument/2006/relationships/image" Target="../media/image81.jpg"/><Relationship Id="rId152" Type="http://schemas.openxmlformats.org/officeDocument/2006/relationships/image" Target="../media/image151.jpg"/><Relationship Id="rId19" Type="http://schemas.openxmlformats.org/officeDocument/2006/relationships/image" Target="../media/image18.jpg"/><Relationship Id="rId14" Type="http://schemas.openxmlformats.org/officeDocument/2006/relationships/image" Target="../media/image13.jpg"/><Relationship Id="rId30" Type="http://schemas.openxmlformats.org/officeDocument/2006/relationships/image" Target="../media/image29.jpg"/><Relationship Id="rId35" Type="http://schemas.openxmlformats.org/officeDocument/2006/relationships/image" Target="../media/image34.jpg"/><Relationship Id="rId56" Type="http://schemas.openxmlformats.org/officeDocument/2006/relationships/image" Target="../media/image55.jpg"/><Relationship Id="rId77" Type="http://schemas.openxmlformats.org/officeDocument/2006/relationships/image" Target="../media/image76.jpg"/><Relationship Id="rId100" Type="http://schemas.openxmlformats.org/officeDocument/2006/relationships/image" Target="../media/image99.jpg"/><Relationship Id="rId105" Type="http://schemas.openxmlformats.org/officeDocument/2006/relationships/image" Target="../media/image104.jpg"/><Relationship Id="rId126" Type="http://schemas.openxmlformats.org/officeDocument/2006/relationships/image" Target="../media/image125.jpg"/><Relationship Id="rId147" Type="http://schemas.openxmlformats.org/officeDocument/2006/relationships/image" Target="../media/image146.jpg"/><Relationship Id="rId8" Type="http://schemas.openxmlformats.org/officeDocument/2006/relationships/image" Target="../media/image7.jpg"/><Relationship Id="rId51" Type="http://schemas.openxmlformats.org/officeDocument/2006/relationships/image" Target="../media/image50.jpg"/><Relationship Id="rId72" Type="http://schemas.openxmlformats.org/officeDocument/2006/relationships/image" Target="../media/image71.jpg"/><Relationship Id="rId93" Type="http://schemas.openxmlformats.org/officeDocument/2006/relationships/image" Target="../media/image92.jpg"/><Relationship Id="rId98" Type="http://schemas.openxmlformats.org/officeDocument/2006/relationships/image" Target="../media/image97.jpg"/><Relationship Id="rId121" Type="http://schemas.openxmlformats.org/officeDocument/2006/relationships/image" Target="../media/image120.jpg"/><Relationship Id="rId142" Type="http://schemas.openxmlformats.org/officeDocument/2006/relationships/image" Target="../media/image141.jpg"/><Relationship Id="rId163" Type="http://schemas.openxmlformats.org/officeDocument/2006/relationships/image" Target="../media/image162.jpg"/><Relationship Id="rId3" Type="http://schemas.openxmlformats.org/officeDocument/2006/relationships/image" Target="../media/image2.jpg"/><Relationship Id="rId25" Type="http://schemas.openxmlformats.org/officeDocument/2006/relationships/image" Target="../media/image24.jpg"/><Relationship Id="rId46" Type="http://schemas.openxmlformats.org/officeDocument/2006/relationships/image" Target="../media/image45.jpg"/><Relationship Id="rId67" Type="http://schemas.openxmlformats.org/officeDocument/2006/relationships/image" Target="../media/image66.jpg"/><Relationship Id="rId116" Type="http://schemas.openxmlformats.org/officeDocument/2006/relationships/image" Target="../media/image115.jpg"/><Relationship Id="rId137" Type="http://schemas.openxmlformats.org/officeDocument/2006/relationships/image" Target="../media/image136.jpg"/><Relationship Id="rId158" Type="http://schemas.openxmlformats.org/officeDocument/2006/relationships/image" Target="../media/image157.jpg"/><Relationship Id="rId20" Type="http://schemas.openxmlformats.org/officeDocument/2006/relationships/image" Target="../media/image19.jpg"/><Relationship Id="rId41" Type="http://schemas.openxmlformats.org/officeDocument/2006/relationships/image" Target="../media/image40.jpg"/><Relationship Id="rId62" Type="http://schemas.openxmlformats.org/officeDocument/2006/relationships/image" Target="../media/image61.jpg"/><Relationship Id="rId83" Type="http://schemas.openxmlformats.org/officeDocument/2006/relationships/image" Target="../media/image82.jpg"/><Relationship Id="rId88" Type="http://schemas.openxmlformats.org/officeDocument/2006/relationships/image" Target="../media/image87.jpg"/><Relationship Id="rId111" Type="http://schemas.openxmlformats.org/officeDocument/2006/relationships/image" Target="../media/image110.jpg"/><Relationship Id="rId132" Type="http://schemas.openxmlformats.org/officeDocument/2006/relationships/image" Target="../media/image131.jpg"/><Relationship Id="rId153" Type="http://schemas.openxmlformats.org/officeDocument/2006/relationships/image" Target="../media/image152.jpg"/><Relationship Id="rId15" Type="http://schemas.openxmlformats.org/officeDocument/2006/relationships/image" Target="../media/image14.jpg"/><Relationship Id="rId36" Type="http://schemas.openxmlformats.org/officeDocument/2006/relationships/image" Target="../media/image35.jpg"/><Relationship Id="rId57" Type="http://schemas.openxmlformats.org/officeDocument/2006/relationships/image" Target="../media/image56.jpg"/><Relationship Id="rId106" Type="http://schemas.openxmlformats.org/officeDocument/2006/relationships/image" Target="../media/image105.jpg"/><Relationship Id="rId127" Type="http://schemas.openxmlformats.org/officeDocument/2006/relationships/image" Target="../media/image126.jpg"/><Relationship Id="rId10" Type="http://schemas.openxmlformats.org/officeDocument/2006/relationships/image" Target="../media/image9.jpg"/><Relationship Id="rId31" Type="http://schemas.openxmlformats.org/officeDocument/2006/relationships/image" Target="../media/image30.jpg"/><Relationship Id="rId52" Type="http://schemas.openxmlformats.org/officeDocument/2006/relationships/image" Target="../media/image51.jpg"/><Relationship Id="rId73" Type="http://schemas.openxmlformats.org/officeDocument/2006/relationships/image" Target="../media/image72.jpg"/><Relationship Id="rId78" Type="http://schemas.openxmlformats.org/officeDocument/2006/relationships/image" Target="../media/image77.jpg"/><Relationship Id="rId94" Type="http://schemas.openxmlformats.org/officeDocument/2006/relationships/image" Target="../media/image93.jpg"/><Relationship Id="rId99" Type="http://schemas.openxmlformats.org/officeDocument/2006/relationships/image" Target="../media/image98.jpg"/><Relationship Id="rId101" Type="http://schemas.openxmlformats.org/officeDocument/2006/relationships/image" Target="../media/image100.jpg"/><Relationship Id="rId122" Type="http://schemas.openxmlformats.org/officeDocument/2006/relationships/image" Target="../media/image121.jpg"/><Relationship Id="rId143" Type="http://schemas.openxmlformats.org/officeDocument/2006/relationships/image" Target="../media/image142.jpg"/><Relationship Id="rId148" Type="http://schemas.openxmlformats.org/officeDocument/2006/relationships/image" Target="../media/image147.jpg"/><Relationship Id="rId164" Type="http://schemas.openxmlformats.org/officeDocument/2006/relationships/image" Target="../media/image163.jpg"/><Relationship Id="rId4" Type="http://schemas.openxmlformats.org/officeDocument/2006/relationships/image" Target="../media/image3.jpg"/><Relationship Id="rId9" Type="http://schemas.openxmlformats.org/officeDocument/2006/relationships/image" Target="../media/image8.jpg"/><Relationship Id="rId26" Type="http://schemas.openxmlformats.org/officeDocument/2006/relationships/image" Target="../media/image25.jpg"/><Relationship Id="rId47" Type="http://schemas.openxmlformats.org/officeDocument/2006/relationships/image" Target="../media/image46.jpg"/><Relationship Id="rId68" Type="http://schemas.openxmlformats.org/officeDocument/2006/relationships/image" Target="../media/image67.jpg"/><Relationship Id="rId89" Type="http://schemas.openxmlformats.org/officeDocument/2006/relationships/image" Target="../media/image88.jpg"/><Relationship Id="rId112" Type="http://schemas.openxmlformats.org/officeDocument/2006/relationships/image" Target="../media/image111.jpg"/><Relationship Id="rId133" Type="http://schemas.openxmlformats.org/officeDocument/2006/relationships/image" Target="../media/image132.jpg"/><Relationship Id="rId154" Type="http://schemas.openxmlformats.org/officeDocument/2006/relationships/image" Target="../media/image153.jpg"/><Relationship Id="rId16" Type="http://schemas.openxmlformats.org/officeDocument/2006/relationships/image" Target="../media/image15.jpg"/><Relationship Id="rId37" Type="http://schemas.openxmlformats.org/officeDocument/2006/relationships/image" Target="../media/image36.jpg"/><Relationship Id="rId58" Type="http://schemas.openxmlformats.org/officeDocument/2006/relationships/image" Target="../media/image57.jpg"/><Relationship Id="rId79" Type="http://schemas.openxmlformats.org/officeDocument/2006/relationships/image" Target="../media/image78.jpg"/><Relationship Id="rId102" Type="http://schemas.openxmlformats.org/officeDocument/2006/relationships/image" Target="../media/image101.jpg"/><Relationship Id="rId123" Type="http://schemas.openxmlformats.org/officeDocument/2006/relationships/image" Target="../media/image122.jpg"/><Relationship Id="rId144" Type="http://schemas.openxmlformats.org/officeDocument/2006/relationships/image" Target="../media/image143.jpg"/><Relationship Id="rId90" Type="http://schemas.openxmlformats.org/officeDocument/2006/relationships/image" Target="../media/image89.jpg"/><Relationship Id="rId27" Type="http://schemas.openxmlformats.org/officeDocument/2006/relationships/image" Target="../media/image26.jpg"/><Relationship Id="rId48" Type="http://schemas.openxmlformats.org/officeDocument/2006/relationships/image" Target="../media/image47.jpg"/><Relationship Id="rId69" Type="http://schemas.openxmlformats.org/officeDocument/2006/relationships/image" Target="../media/image68.jpg"/><Relationship Id="rId113" Type="http://schemas.openxmlformats.org/officeDocument/2006/relationships/image" Target="../media/image112.jpg"/><Relationship Id="rId134" Type="http://schemas.openxmlformats.org/officeDocument/2006/relationships/image" Target="../media/image133.jpg"/><Relationship Id="rId80" Type="http://schemas.openxmlformats.org/officeDocument/2006/relationships/image" Target="../media/image79.jpg"/><Relationship Id="rId155" Type="http://schemas.openxmlformats.org/officeDocument/2006/relationships/image" Target="../media/image154.jpg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4.jpg"/><Relationship Id="rId18" Type="http://schemas.openxmlformats.org/officeDocument/2006/relationships/image" Target="../media/image69.jpg"/><Relationship Id="rId26" Type="http://schemas.openxmlformats.org/officeDocument/2006/relationships/image" Target="../media/image77.jpg"/><Relationship Id="rId39" Type="http://schemas.openxmlformats.org/officeDocument/2006/relationships/image" Target="../media/image90.jpg"/><Relationship Id="rId21" Type="http://schemas.openxmlformats.org/officeDocument/2006/relationships/image" Target="../media/image72.jpg"/><Relationship Id="rId34" Type="http://schemas.openxmlformats.org/officeDocument/2006/relationships/image" Target="../media/image85.jpg"/><Relationship Id="rId42" Type="http://schemas.openxmlformats.org/officeDocument/2006/relationships/image" Target="../media/image93.jpg"/><Relationship Id="rId47" Type="http://schemas.openxmlformats.org/officeDocument/2006/relationships/image" Target="../media/image98.jpg"/><Relationship Id="rId7" Type="http://schemas.openxmlformats.org/officeDocument/2006/relationships/image" Target="../media/image58.jpg"/><Relationship Id="rId2" Type="http://schemas.openxmlformats.org/officeDocument/2006/relationships/image" Target="../media/image53.jpg"/><Relationship Id="rId16" Type="http://schemas.openxmlformats.org/officeDocument/2006/relationships/image" Target="../media/image67.jpg"/><Relationship Id="rId29" Type="http://schemas.openxmlformats.org/officeDocument/2006/relationships/image" Target="../media/image80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7.jpg"/><Relationship Id="rId11" Type="http://schemas.openxmlformats.org/officeDocument/2006/relationships/image" Target="../media/image62.jpg"/><Relationship Id="rId24" Type="http://schemas.openxmlformats.org/officeDocument/2006/relationships/image" Target="../media/image75.jpg"/><Relationship Id="rId32" Type="http://schemas.openxmlformats.org/officeDocument/2006/relationships/image" Target="../media/image83.jpg"/><Relationship Id="rId37" Type="http://schemas.openxmlformats.org/officeDocument/2006/relationships/image" Target="../media/image88.jpg"/><Relationship Id="rId40" Type="http://schemas.openxmlformats.org/officeDocument/2006/relationships/image" Target="../media/image91.jpg"/><Relationship Id="rId45" Type="http://schemas.openxmlformats.org/officeDocument/2006/relationships/image" Target="../media/image96.jpg"/><Relationship Id="rId5" Type="http://schemas.openxmlformats.org/officeDocument/2006/relationships/image" Target="../media/image56.jpg"/><Relationship Id="rId15" Type="http://schemas.openxmlformats.org/officeDocument/2006/relationships/image" Target="../media/image66.jpg"/><Relationship Id="rId23" Type="http://schemas.openxmlformats.org/officeDocument/2006/relationships/image" Target="../media/image74.jpg"/><Relationship Id="rId28" Type="http://schemas.openxmlformats.org/officeDocument/2006/relationships/image" Target="../media/image79.jpg"/><Relationship Id="rId36" Type="http://schemas.openxmlformats.org/officeDocument/2006/relationships/image" Target="../media/image87.jpg"/><Relationship Id="rId10" Type="http://schemas.openxmlformats.org/officeDocument/2006/relationships/image" Target="../media/image61.jpg"/><Relationship Id="rId19" Type="http://schemas.openxmlformats.org/officeDocument/2006/relationships/image" Target="../media/image70.jpg"/><Relationship Id="rId31" Type="http://schemas.openxmlformats.org/officeDocument/2006/relationships/image" Target="../media/image82.jpg"/><Relationship Id="rId44" Type="http://schemas.openxmlformats.org/officeDocument/2006/relationships/image" Target="../media/image95.jpg"/><Relationship Id="rId4" Type="http://schemas.openxmlformats.org/officeDocument/2006/relationships/image" Target="../media/image55.jpg"/><Relationship Id="rId9" Type="http://schemas.openxmlformats.org/officeDocument/2006/relationships/image" Target="../media/image60.jpg"/><Relationship Id="rId14" Type="http://schemas.openxmlformats.org/officeDocument/2006/relationships/image" Target="../media/image65.jpg"/><Relationship Id="rId22" Type="http://schemas.openxmlformats.org/officeDocument/2006/relationships/image" Target="../media/image73.jpg"/><Relationship Id="rId27" Type="http://schemas.openxmlformats.org/officeDocument/2006/relationships/image" Target="../media/image78.jpg"/><Relationship Id="rId30" Type="http://schemas.openxmlformats.org/officeDocument/2006/relationships/image" Target="../media/image81.jpg"/><Relationship Id="rId35" Type="http://schemas.openxmlformats.org/officeDocument/2006/relationships/image" Target="../media/image86.jpg"/><Relationship Id="rId43" Type="http://schemas.openxmlformats.org/officeDocument/2006/relationships/image" Target="../media/image94.jpg"/><Relationship Id="rId48" Type="http://schemas.openxmlformats.org/officeDocument/2006/relationships/image" Target="../media/image99.jpg"/><Relationship Id="rId8" Type="http://schemas.openxmlformats.org/officeDocument/2006/relationships/image" Target="../media/image59.jpg"/><Relationship Id="rId3" Type="http://schemas.openxmlformats.org/officeDocument/2006/relationships/image" Target="../media/image54.jpg"/><Relationship Id="rId12" Type="http://schemas.openxmlformats.org/officeDocument/2006/relationships/image" Target="../media/image63.jpg"/><Relationship Id="rId17" Type="http://schemas.openxmlformats.org/officeDocument/2006/relationships/image" Target="../media/image68.jpg"/><Relationship Id="rId25" Type="http://schemas.openxmlformats.org/officeDocument/2006/relationships/image" Target="../media/image76.jpg"/><Relationship Id="rId33" Type="http://schemas.openxmlformats.org/officeDocument/2006/relationships/image" Target="../media/image84.jpg"/><Relationship Id="rId38" Type="http://schemas.openxmlformats.org/officeDocument/2006/relationships/image" Target="../media/image89.jpg"/><Relationship Id="rId46" Type="http://schemas.openxmlformats.org/officeDocument/2006/relationships/image" Target="../media/image97.jpg"/><Relationship Id="rId20" Type="http://schemas.openxmlformats.org/officeDocument/2006/relationships/image" Target="../media/image71.jpg"/><Relationship Id="rId41" Type="http://schemas.openxmlformats.org/officeDocument/2006/relationships/image" Target="../media/image92.jp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jpg"/><Relationship Id="rId13" Type="http://schemas.openxmlformats.org/officeDocument/2006/relationships/image" Target="../media/image96.jpg"/><Relationship Id="rId3" Type="http://schemas.openxmlformats.org/officeDocument/2006/relationships/image" Target="../media/image86.jpg"/><Relationship Id="rId7" Type="http://schemas.openxmlformats.org/officeDocument/2006/relationships/image" Target="../media/image90.jpg"/><Relationship Id="rId12" Type="http://schemas.openxmlformats.org/officeDocument/2006/relationships/image" Target="../media/image95.jpg"/><Relationship Id="rId2" Type="http://schemas.openxmlformats.org/officeDocument/2006/relationships/image" Target="../media/image85.jpg"/><Relationship Id="rId16" Type="http://schemas.openxmlformats.org/officeDocument/2006/relationships/image" Target="../media/image99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9.jpg"/><Relationship Id="rId11" Type="http://schemas.openxmlformats.org/officeDocument/2006/relationships/image" Target="../media/image94.jpg"/><Relationship Id="rId5" Type="http://schemas.openxmlformats.org/officeDocument/2006/relationships/image" Target="../media/image88.jpg"/><Relationship Id="rId15" Type="http://schemas.openxmlformats.org/officeDocument/2006/relationships/image" Target="../media/image98.jpg"/><Relationship Id="rId10" Type="http://schemas.openxmlformats.org/officeDocument/2006/relationships/image" Target="../media/image93.jpg"/><Relationship Id="rId4" Type="http://schemas.openxmlformats.org/officeDocument/2006/relationships/image" Target="../media/image87.jpg"/><Relationship Id="rId9" Type="http://schemas.openxmlformats.org/officeDocument/2006/relationships/image" Target="../media/image92.jpg"/><Relationship Id="rId14" Type="http://schemas.openxmlformats.org/officeDocument/2006/relationships/image" Target="../media/image97.jpg"/></Relationships>
</file>

<file path=ppt/slides/_rels/slide4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24.jpg"/><Relationship Id="rId21" Type="http://schemas.openxmlformats.org/officeDocument/2006/relationships/image" Target="../media/image119.jpg"/><Relationship Id="rId34" Type="http://schemas.openxmlformats.org/officeDocument/2006/relationships/image" Target="../media/image132.jpg"/><Relationship Id="rId42" Type="http://schemas.openxmlformats.org/officeDocument/2006/relationships/image" Target="../media/image140.jpg"/><Relationship Id="rId47" Type="http://schemas.openxmlformats.org/officeDocument/2006/relationships/image" Target="../media/image145.jpg"/><Relationship Id="rId50" Type="http://schemas.openxmlformats.org/officeDocument/2006/relationships/image" Target="../media/image148.jpg"/><Relationship Id="rId55" Type="http://schemas.openxmlformats.org/officeDocument/2006/relationships/image" Target="../media/image153.jpg"/><Relationship Id="rId63" Type="http://schemas.openxmlformats.org/officeDocument/2006/relationships/image" Target="../media/image161.jpg"/><Relationship Id="rId7" Type="http://schemas.openxmlformats.org/officeDocument/2006/relationships/image" Target="../media/image105.jpg"/><Relationship Id="rId2" Type="http://schemas.openxmlformats.org/officeDocument/2006/relationships/image" Target="../media/image100.jpg"/><Relationship Id="rId16" Type="http://schemas.openxmlformats.org/officeDocument/2006/relationships/image" Target="../media/image114.jpg"/><Relationship Id="rId29" Type="http://schemas.openxmlformats.org/officeDocument/2006/relationships/image" Target="../media/image127.jpg"/><Relationship Id="rId11" Type="http://schemas.openxmlformats.org/officeDocument/2006/relationships/image" Target="../media/image109.jpg"/><Relationship Id="rId24" Type="http://schemas.openxmlformats.org/officeDocument/2006/relationships/image" Target="../media/image122.jpg"/><Relationship Id="rId32" Type="http://schemas.openxmlformats.org/officeDocument/2006/relationships/image" Target="../media/image130.jpg"/><Relationship Id="rId37" Type="http://schemas.openxmlformats.org/officeDocument/2006/relationships/image" Target="../media/image135.jpg"/><Relationship Id="rId40" Type="http://schemas.openxmlformats.org/officeDocument/2006/relationships/image" Target="../media/image138.jpg"/><Relationship Id="rId45" Type="http://schemas.openxmlformats.org/officeDocument/2006/relationships/image" Target="../media/image143.jpg"/><Relationship Id="rId53" Type="http://schemas.openxmlformats.org/officeDocument/2006/relationships/image" Target="../media/image151.jpg"/><Relationship Id="rId58" Type="http://schemas.openxmlformats.org/officeDocument/2006/relationships/image" Target="../media/image156.jpg"/><Relationship Id="rId5" Type="http://schemas.openxmlformats.org/officeDocument/2006/relationships/image" Target="../media/image103.jpg"/><Relationship Id="rId61" Type="http://schemas.openxmlformats.org/officeDocument/2006/relationships/image" Target="../media/image159.jpg"/><Relationship Id="rId19" Type="http://schemas.openxmlformats.org/officeDocument/2006/relationships/image" Target="../media/image117.jpg"/><Relationship Id="rId14" Type="http://schemas.openxmlformats.org/officeDocument/2006/relationships/image" Target="../media/image112.jpg"/><Relationship Id="rId22" Type="http://schemas.openxmlformats.org/officeDocument/2006/relationships/image" Target="../media/image120.jpg"/><Relationship Id="rId27" Type="http://schemas.openxmlformats.org/officeDocument/2006/relationships/image" Target="../media/image125.jpg"/><Relationship Id="rId30" Type="http://schemas.openxmlformats.org/officeDocument/2006/relationships/image" Target="../media/image128.jpg"/><Relationship Id="rId35" Type="http://schemas.openxmlformats.org/officeDocument/2006/relationships/image" Target="../media/image133.jpg"/><Relationship Id="rId43" Type="http://schemas.openxmlformats.org/officeDocument/2006/relationships/image" Target="../media/image141.jpg"/><Relationship Id="rId48" Type="http://schemas.openxmlformats.org/officeDocument/2006/relationships/image" Target="../media/image146.jpg"/><Relationship Id="rId56" Type="http://schemas.openxmlformats.org/officeDocument/2006/relationships/image" Target="../media/image154.jpg"/><Relationship Id="rId64" Type="http://schemas.openxmlformats.org/officeDocument/2006/relationships/image" Target="../media/image162.jpg"/><Relationship Id="rId8" Type="http://schemas.openxmlformats.org/officeDocument/2006/relationships/image" Target="../media/image106.jpg"/><Relationship Id="rId51" Type="http://schemas.openxmlformats.org/officeDocument/2006/relationships/image" Target="../media/image149.jpg"/><Relationship Id="rId3" Type="http://schemas.openxmlformats.org/officeDocument/2006/relationships/image" Target="../media/image101.jpg"/><Relationship Id="rId12" Type="http://schemas.openxmlformats.org/officeDocument/2006/relationships/image" Target="../media/image110.jpg"/><Relationship Id="rId17" Type="http://schemas.openxmlformats.org/officeDocument/2006/relationships/image" Target="../media/image115.jpg"/><Relationship Id="rId25" Type="http://schemas.openxmlformats.org/officeDocument/2006/relationships/image" Target="../media/image123.jpg"/><Relationship Id="rId33" Type="http://schemas.openxmlformats.org/officeDocument/2006/relationships/image" Target="../media/image131.jpg"/><Relationship Id="rId38" Type="http://schemas.openxmlformats.org/officeDocument/2006/relationships/image" Target="../media/image136.jpg"/><Relationship Id="rId46" Type="http://schemas.openxmlformats.org/officeDocument/2006/relationships/image" Target="../media/image144.jpg"/><Relationship Id="rId59" Type="http://schemas.openxmlformats.org/officeDocument/2006/relationships/image" Target="../media/image157.jpg"/><Relationship Id="rId20" Type="http://schemas.openxmlformats.org/officeDocument/2006/relationships/image" Target="../media/image118.jpg"/><Relationship Id="rId41" Type="http://schemas.openxmlformats.org/officeDocument/2006/relationships/image" Target="../media/image139.jpg"/><Relationship Id="rId54" Type="http://schemas.openxmlformats.org/officeDocument/2006/relationships/image" Target="../media/image152.jpg"/><Relationship Id="rId62" Type="http://schemas.openxmlformats.org/officeDocument/2006/relationships/image" Target="../media/image160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4.jpg"/><Relationship Id="rId15" Type="http://schemas.openxmlformats.org/officeDocument/2006/relationships/image" Target="../media/image113.jpg"/><Relationship Id="rId23" Type="http://schemas.openxmlformats.org/officeDocument/2006/relationships/image" Target="../media/image121.jpg"/><Relationship Id="rId28" Type="http://schemas.openxmlformats.org/officeDocument/2006/relationships/image" Target="../media/image126.jpg"/><Relationship Id="rId36" Type="http://schemas.openxmlformats.org/officeDocument/2006/relationships/image" Target="../media/image134.jpg"/><Relationship Id="rId49" Type="http://schemas.openxmlformats.org/officeDocument/2006/relationships/image" Target="../media/image147.jpg"/><Relationship Id="rId57" Type="http://schemas.openxmlformats.org/officeDocument/2006/relationships/image" Target="../media/image155.jpg"/><Relationship Id="rId10" Type="http://schemas.openxmlformats.org/officeDocument/2006/relationships/image" Target="../media/image108.jpg"/><Relationship Id="rId31" Type="http://schemas.openxmlformats.org/officeDocument/2006/relationships/image" Target="../media/image129.jpg"/><Relationship Id="rId44" Type="http://schemas.openxmlformats.org/officeDocument/2006/relationships/image" Target="../media/image142.jpg"/><Relationship Id="rId52" Type="http://schemas.openxmlformats.org/officeDocument/2006/relationships/image" Target="../media/image150.jpg"/><Relationship Id="rId60" Type="http://schemas.openxmlformats.org/officeDocument/2006/relationships/image" Target="../media/image158.jpg"/><Relationship Id="rId65" Type="http://schemas.openxmlformats.org/officeDocument/2006/relationships/image" Target="../media/image163.jpg"/><Relationship Id="rId4" Type="http://schemas.openxmlformats.org/officeDocument/2006/relationships/image" Target="../media/image102.jpg"/><Relationship Id="rId9" Type="http://schemas.openxmlformats.org/officeDocument/2006/relationships/image" Target="../media/image107.jpg"/><Relationship Id="rId13" Type="http://schemas.openxmlformats.org/officeDocument/2006/relationships/image" Target="../media/image111.jpg"/><Relationship Id="rId18" Type="http://schemas.openxmlformats.org/officeDocument/2006/relationships/image" Target="../media/image116.jpg"/><Relationship Id="rId39" Type="http://schemas.openxmlformats.org/officeDocument/2006/relationships/image" Target="../media/image137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A7BF631-1161-B479-EDE5-7C2E013C46C4}"/>
              </a:ext>
            </a:extLst>
          </p:cNvPr>
          <p:cNvSpPr/>
          <p:nvPr/>
        </p:nvSpPr>
        <p:spPr>
          <a:xfrm>
            <a:off x="3048000" y="1661653"/>
            <a:ext cx="3048000" cy="1292087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D6D4B1F-F9EE-C8D7-42A5-2EE60BE87C31}"/>
              </a:ext>
            </a:extLst>
          </p:cNvPr>
          <p:cNvSpPr/>
          <p:nvPr/>
        </p:nvSpPr>
        <p:spPr>
          <a:xfrm>
            <a:off x="0" y="363788"/>
            <a:ext cx="3048000" cy="1292087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D42A7AD-6AFD-03F5-8779-551F25CCACAF}"/>
              </a:ext>
            </a:extLst>
          </p:cNvPr>
          <p:cNvSpPr/>
          <p:nvPr/>
        </p:nvSpPr>
        <p:spPr>
          <a:xfrm>
            <a:off x="3048000" y="363788"/>
            <a:ext cx="3048000" cy="1292087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CB818C-A5B1-4DBB-2206-339ACD675C9F}"/>
              </a:ext>
            </a:extLst>
          </p:cNvPr>
          <p:cNvSpPr/>
          <p:nvPr/>
        </p:nvSpPr>
        <p:spPr>
          <a:xfrm>
            <a:off x="0" y="1661653"/>
            <a:ext cx="3048000" cy="1292087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pic>
        <p:nvPicPr>
          <p:cNvPr id="12" name="Picture 11" descr="A white background with text and a number&#10;&#10;AI-generated content may be incorrect.">
            <a:extLst>
              <a:ext uri="{FF2B5EF4-FFF2-40B4-BE49-F238E27FC236}">
                <a16:creationId xmlns:a16="http://schemas.microsoft.com/office/drawing/2014/main" id="{E754E478-45FA-E2A5-F2FF-A1A99045BA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0041" y="559011"/>
            <a:ext cx="600075" cy="981075"/>
          </a:xfrm>
          <a:prstGeom prst="rect">
            <a:avLst/>
          </a:prstGeom>
        </p:spPr>
      </p:pic>
      <p:pic>
        <p:nvPicPr>
          <p:cNvPr id="14" name="Picture 13" descr="A white background with black spots&#10;&#10;AI-generated content may be incorrect.">
            <a:extLst>
              <a:ext uri="{FF2B5EF4-FFF2-40B4-BE49-F238E27FC236}">
                <a16:creationId xmlns:a16="http://schemas.microsoft.com/office/drawing/2014/main" id="{EBEA0B34-1BAD-65D1-E05E-E6463CFFB6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7382" y="473286"/>
            <a:ext cx="485775" cy="1152525"/>
          </a:xfrm>
          <a:prstGeom prst="rect">
            <a:avLst/>
          </a:prstGeom>
        </p:spPr>
      </p:pic>
      <p:pic>
        <p:nvPicPr>
          <p:cNvPr id="16" name="Picture 15" descr="A black and white image of a cloud&#10;&#10;AI-generated content may be incorrect.">
            <a:extLst>
              <a:ext uri="{FF2B5EF4-FFF2-40B4-BE49-F238E27FC236}">
                <a16:creationId xmlns:a16="http://schemas.microsoft.com/office/drawing/2014/main" id="{AF2172E7-C0E9-6E0F-3BC0-D6E241E1AC9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1387" b="21582"/>
          <a:stretch>
            <a:fillRect/>
          </a:stretch>
        </p:blipFill>
        <p:spPr>
          <a:xfrm>
            <a:off x="3739494" y="530435"/>
            <a:ext cx="921003" cy="1038226"/>
          </a:xfrm>
          <a:prstGeom prst="rect">
            <a:avLst/>
          </a:prstGeom>
        </p:spPr>
      </p:pic>
      <p:pic>
        <p:nvPicPr>
          <p:cNvPr id="18" name="Picture 17" descr="A black specks in the air&#10;&#10;AI-generated content may be incorrect.">
            <a:extLst>
              <a:ext uri="{FF2B5EF4-FFF2-40B4-BE49-F238E27FC236}">
                <a16:creationId xmlns:a16="http://schemas.microsoft.com/office/drawing/2014/main" id="{12334BAD-C6F8-2910-2465-E6E606142D4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6834" y="530436"/>
            <a:ext cx="485775" cy="1038225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64ADE238-0B13-5496-622A-77DD2C8D01C1}"/>
              </a:ext>
            </a:extLst>
          </p:cNvPr>
          <p:cNvSpPr/>
          <p:nvPr/>
        </p:nvSpPr>
        <p:spPr>
          <a:xfrm>
            <a:off x="6096000" y="363788"/>
            <a:ext cx="3048000" cy="1292087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D53FEE2-156F-3A6F-B679-1CBEC9C3EBA1}"/>
              </a:ext>
            </a:extLst>
          </p:cNvPr>
          <p:cNvSpPr/>
          <p:nvPr/>
        </p:nvSpPr>
        <p:spPr>
          <a:xfrm>
            <a:off x="9144000" y="363788"/>
            <a:ext cx="3048000" cy="1292087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32FD47F-EDC1-B6E3-0D95-DD33753CD46B}"/>
              </a:ext>
            </a:extLst>
          </p:cNvPr>
          <p:cNvSpPr/>
          <p:nvPr/>
        </p:nvSpPr>
        <p:spPr>
          <a:xfrm>
            <a:off x="6096000" y="1661653"/>
            <a:ext cx="3048000" cy="1292087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77088C8-9271-79D4-1700-5C4F42454706}"/>
              </a:ext>
            </a:extLst>
          </p:cNvPr>
          <p:cNvSpPr/>
          <p:nvPr/>
        </p:nvSpPr>
        <p:spPr>
          <a:xfrm>
            <a:off x="9144000" y="1661653"/>
            <a:ext cx="3048000" cy="1292087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AEBC9ED-3429-5AE9-3A1B-1EC0B6C7943D}"/>
              </a:ext>
            </a:extLst>
          </p:cNvPr>
          <p:cNvSpPr txBox="1"/>
          <p:nvPr/>
        </p:nvSpPr>
        <p:spPr>
          <a:xfrm>
            <a:off x="-9499" y="358481"/>
            <a:ext cx="30574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rgbClr val="7BAE4F"/>
                </a:solidFill>
              </a:rPr>
              <a:t>Phaeocystis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C94A47B-33D0-DDDD-D50F-DEB98FCF1968}"/>
              </a:ext>
            </a:extLst>
          </p:cNvPr>
          <p:cNvSpPr/>
          <p:nvPr/>
        </p:nvSpPr>
        <p:spPr>
          <a:xfrm>
            <a:off x="333" y="2947220"/>
            <a:ext cx="3048000" cy="1471498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90FAE73-D9D1-CED1-F668-B12D2B053EEC}"/>
              </a:ext>
            </a:extLst>
          </p:cNvPr>
          <p:cNvSpPr/>
          <p:nvPr/>
        </p:nvSpPr>
        <p:spPr>
          <a:xfrm>
            <a:off x="3048333" y="2947220"/>
            <a:ext cx="3048000" cy="1471498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59E9102-ED33-2EBB-5265-A682834B4AB8}"/>
              </a:ext>
            </a:extLst>
          </p:cNvPr>
          <p:cNvSpPr/>
          <p:nvPr/>
        </p:nvSpPr>
        <p:spPr>
          <a:xfrm>
            <a:off x="6096333" y="2944763"/>
            <a:ext cx="3048000" cy="1471498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6674FC3-5E4D-CC0D-9D24-87D1DC50BDB1}"/>
              </a:ext>
            </a:extLst>
          </p:cNvPr>
          <p:cNvSpPr/>
          <p:nvPr/>
        </p:nvSpPr>
        <p:spPr>
          <a:xfrm>
            <a:off x="9144333" y="2944763"/>
            <a:ext cx="3048000" cy="1471498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D4CD05D-6AF6-332C-7A92-D541AA2C3E04}"/>
              </a:ext>
            </a:extLst>
          </p:cNvPr>
          <p:cNvSpPr/>
          <p:nvPr/>
        </p:nvSpPr>
        <p:spPr>
          <a:xfrm>
            <a:off x="9144333" y="4428825"/>
            <a:ext cx="3048000" cy="1066801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6E43A8F-9626-FBBF-3FEA-AC0850AF6E07}"/>
              </a:ext>
            </a:extLst>
          </p:cNvPr>
          <p:cNvSpPr txBox="1"/>
          <p:nvPr/>
        </p:nvSpPr>
        <p:spPr>
          <a:xfrm>
            <a:off x="3038502" y="363787"/>
            <a:ext cx="3048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7BAE4F"/>
                </a:solidFill>
              </a:rPr>
              <a:t>mc_aggregate_fluffy</a:t>
            </a:r>
            <a:endParaRPr lang="en-US" sz="1200" dirty="0">
              <a:solidFill>
                <a:srgbClr val="7BAE4F"/>
              </a:solidFill>
            </a:endParaRPr>
          </a:p>
          <a:p>
            <a:pPr algn="ctr"/>
            <a:r>
              <a:rPr lang="en-US" sz="1200" dirty="0">
                <a:solidFill>
                  <a:srgbClr val="7BAE4F"/>
                </a:solidFill>
              </a:rPr>
              <a:t>Fluffy </a:t>
            </a:r>
            <a:r>
              <a:rPr lang="en-US" sz="1200" dirty="0" err="1">
                <a:solidFill>
                  <a:srgbClr val="7BAE4F"/>
                </a:solidFill>
              </a:rPr>
              <a:t>agg</a:t>
            </a:r>
            <a:r>
              <a:rPr lang="en-US" sz="1200" dirty="0">
                <a:solidFill>
                  <a:srgbClr val="7BAE4F"/>
                </a:solidFill>
              </a:rPr>
              <a:t> circular in Figure 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0E384AF-ED69-935D-DF94-B81B3AB4DE2B}"/>
              </a:ext>
            </a:extLst>
          </p:cNvPr>
          <p:cNvSpPr txBox="1"/>
          <p:nvPr/>
        </p:nvSpPr>
        <p:spPr>
          <a:xfrm>
            <a:off x="6098156" y="1666882"/>
            <a:ext cx="30574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7BAE4F"/>
                </a:solidFill>
              </a:rPr>
              <a:t>mc_aggregate_fluffy_grainy</a:t>
            </a:r>
            <a:endParaRPr lang="en-US" sz="1200" dirty="0">
              <a:solidFill>
                <a:srgbClr val="7BAE4F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3733645-EB5D-417E-8330-C9B022981A6A}"/>
              </a:ext>
            </a:extLst>
          </p:cNvPr>
          <p:cNvSpPr txBox="1"/>
          <p:nvPr/>
        </p:nvSpPr>
        <p:spPr>
          <a:xfrm>
            <a:off x="9146157" y="1672188"/>
            <a:ext cx="304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7BAE4F"/>
                </a:solidFill>
              </a:rPr>
              <a:t>mc_aggregate_fluffy_grainy_elongated</a:t>
            </a:r>
            <a:endParaRPr lang="en-US" sz="1200" dirty="0">
              <a:solidFill>
                <a:srgbClr val="7BAE4F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12E688A-752E-D720-77BC-27452DF65498}"/>
              </a:ext>
            </a:extLst>
          </p:cNvPr>
          <p:cNvSpPr txBox="1"/>
          <p:nvPr/>
        </p:nvSpPr>
        <p:spPr>
          <a:xfrm>
            <a:off x="3048340" y="2971807"/>
            <a:ext cx="304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7BAE4F"/>
                </a:solidFill>
              </a:rPr>
              <a:t>mc_aggregate_fluffy_grey</a:t>
            </a:r>
            <a:endParaRPr lang="en-US" sz="1200" dirty="0">
              <a:solidFill>
                <a:srgbClr val="7BAE4F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17E5195-D84A-4ADD-F546-AB2E3322D2BD}"/>
              </a:ext>
            </a:extLst>
          </p:cNvPr>
          <p:cNvSpPr txBox="1"/>
          <p:nvPr/>
        </p:nvSpPr>
        <p:spPr>
          <a:xfrm>
            <a:off x="6112908" y="2969659"/>
            <a:ext cx="30574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7BAE4F"/>
                </a:solidFill>
              </a:rPr>
              <a:t>mc_aggregate_fluffy_grey_elongated</a:t>
            </a:r>
            <a:endParaRPr lang="en-US" sz="1200" dirty="0">
              <a:solidFill>
                <a:srgbClr val="7BAE4F"/>
              </a:solidFill>
            </a:endParaRPr>
          </a:p>
        </p:txBody>
      </p:sp>
      <p:pic>
        <p:nvPicPr>
          <p:cNvPr id="49" name="Picture 48" descr="A close-up of a black specks&#10;&#10;AI-generated content may be incorrect.">
            <a:extLst>
              <a:ext uri="{FF2B5EF4-FFF2-40B4-BE49-F238E27FC236}">
                <a16:creationId xmlns:a16="http://schemas.microsoft.com/office/drawing/2014/main" id="{17F57600-BA33-DAD3-8870-EBA7CF6FDE2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121" r="23480" b="30014"/>
          <a:stretch>
            <a:fillRect/>
          </a:stretch>
        </p:blipFill>
        <p:spPr>
          <a:xfrm>
            <a:off x="2085174" y="423566"/>
            <a:ext cx="957908" cy="1035660"/>
          </a:xfrm>
          <a:prstGeom prst="rect">
            <a:avLst/>
          </a:prstGeom>
        </p:spPr>
      </p:pic>
      <p:pic>
        <p:nvPicPr>
          <p:cNvPr id="51" name="Picture 50" descr="A black and white image of a cloud&#10;&#10;AI-generated content may be incorrect.">
            <a:extLst>
              <a:ext uri="{FF2B5EF4-FFF2-40B4-BE49-F238E27FC236}">
                <a16:creationId xmlns:a16="http://schemas.microsoft.com/office/drawing/2014/main" id="{17AFF81D-B05C-D984-AFFC-584206726AE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248" r="23220"/>
          <a:stretch>
            <a:fillRect/>
          </a:stretch>
        </p:blipFill>
        <p:spPr>
          <a:xfrm>
            <a:off x="684344" y="569676"/>
            <a:ext cx="920316" cy="959745"/>
          </a:xfrm>
          <a:prstGeom prst="rect">
            <a:avLst/>
          </a:prstGeom>
        </p:spPr>
      </p:pic>
      <p:pic>
        <p:nvPicPr>
          <p:cNvPr id="53" name="Picture 52" descr="A black particles on a white background&#10;&#10;AI-generated content may be incorrect.">
            <a:extLst>
              <a:ext uri="{FF2B5EF4-FFF2-40B4-BE49-F238E27FC236}">
                <a16:creationId xmlns:a16="http://schemas.microsoft.com/office/drawing/2014/main" id="{2E7D1ED1-DAF3-2085-A2C4-F31868E9912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992" r="16476"/>
          <a:stretch>
            <a:fillRect/>
          </a:stretch>
        </p:blipFill>
        <p:spPr>
          <a:xfrm>
            <a:off x="11657" y="556662"/>
            <a:ext cx="681156" cy="985773"/>
          </a:xfrm>
          <a:prstGeom prst="rect">
            <a:avLst/>
          </a:prstGeom>
        </p:spPr>
      </p:pic>
      <p:pic>
        <p:nvPicPr>
          <p:cNvPr id="55" name="Picture 54" descr="A black and white image of a black spot&#10;&#10;AI-generated content may be incorrect.">
            <a:extLst>
              <a:ext uri="{FF2B5EF4-FFF2-40B4-BE49-F238E27FC236}">
                <a16:creationId xmlns:a16="http://schemas.microsoft.com/office/drawing/2014/main" id="{6EE91D13-11C7-56CD-9A40-6D74FCF4797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5565" y="744748"/>
            <a:ext cx="485775" cy="609600"/>
          </a:xfrm>
          <a:prstGeom prst="rect">
            <a:avLst/>
          </a:prstGeom>
        </p:spPr>
      </p:pic>
      <p:pic>
        <p:nvPicPr>
          <p:cNvPr id="57" name="Picture 56" descr="A black dot with a number and text&#10;&#10;AI-generated content may be incorrect.">
            <a:extLst>
              <a:ext uri="{FF2B5EF4-FFF2-40B4-BE49-F238E27FC236}">
                <a16:creationId xmlns:a16="http://schemas.microsoft.com/office/drawing/2014/main" id="{D8DD17AB-C7AB-67F1-C795-2C1F6F0B27D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8340" y="730461"/>
            <a:ext cx="485775" cy="638175"/>
          </a:xfrm>
          <a:prstGeom prst="rect">
            <a:avLst/>
          </a:prstGeom>
        </p:spPr>
      </p:pic>
      <p:pic>
        <p:nvPicPr>
          <p:cNvPr id="59" name="Picture 58" descr="A black circle with numbers&#10;&#10;AI-generated content may be incorrect.">
            <a:extLst>
              <a:ext uri="{FF2B5EF4-FFF2-40B4-BE49-F238E27FC236}">
                <a16:creationId xmlns:a16="http://schemas.microsoft.com/office/drawing/2014/main" id="{5EECA4D0-594E-5B55-AFAB-0A9816600AD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6677" y="659023"/>
            <a:ext cx="485775" cy="781050"/>
          </a:xfrm>
          <a:prstGeom prst="rect">
            <a:avLst/>
          </a:prstGeom>
        </p:spPr>
      </p:pic>
      <p:pic>
        <p:nvPicPr>
          <p:cNvPr id="61" name="Picture 60" descr="A black dot with numbers and a line&#10;&#10;AI-generated content may be incorrect.">
            <a:extLst>
              <a:ext uri="{FF2B5EF4-FFF2-40B4-BE49-F238E27FC236}">
                <a16:creationId xmlns:a16="http://schemas.microsoft.com/office/drawing/2014/main" id="{69A0EA8A-5AC6-815F-9BBE-C0A728A6EEC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6503" y="701886"/>
            <a:ext cx="485775" cy="695325"/>
          </a:xfrm>
          <a:prstGeom prst="rect">
            <a:avLst/>
          </a:prstGeom>
        </p:spPr>
      </p:pic>
      <p:pic>
        <p:nvPicPr>
          <p:cNvPr id="63" name="Picture 62" descr="A black and white image of a cloud&#10;&#10;AI-generated content may be incorrect.">
            <a:extLst>
              <a:ext uri="{FF2B5EF4-FFF2-40B4-BE49-F238E27FC236}">
                <a16:creationId xmlns:a16="http://schemas.microsoft.com/office/drawing/2014/main" id="{09932C8F-4901-CF2E-3458-111BB2F95AEC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629" r="24356" b="25682"/>
          <a:stretch>
            <a:fillRect/>
          </a:stretch>
        </p:blipFill>
        <p:spPr>
          <a:xfrm>
            <a:off x="9281662" y="648060"/>
            <a:ext cx="778146" cy="802976"/>
          </a:xfrm>
          <a:prstGeom prst="rect">
            <a:avLst/>
          </a:prstGeom>
        </p:spPr>
      </p:pic>
      <p:pic>
        <p:nvPicPr>
          <p:cNvPr id="65" name="Picture 64" descr="A black and white image of a dog&#10;&#10;AI-generated content may be incorrect.">
            <a:extLst>
              <a:ext uri="{FF2B5EF4-FFF2-40B4-BE49-F238E27FC236}">
                <a16:creationId xmlns:a16="http://schemas.microsoft.com/office/drawing/2014/main" id="{182159BD-6285-E84E-7467-88CEAF62310C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43249" y="673311"/>
            <a:ext cx="485775" cy="752475"/>
          </a:xfrm>
          <a:prstGeom prst="rect">
            <a:avLst/>
          </a:prstGeom>
        </p:spPr>
      </p:pic>
      <p:pic>
        <p:nvPicPr>
          <p:cNvPr id="67" name="Picture 66" descr="A black and white image of a dog&#10;&#10;AI-generated content may be incorrect.">
            <a:extLst>
              <a:ext uri="{FF2B5EF4-FFF2-40B4-BE49-F238E27FC236}">
                <a16:creationId xmlns:a16="http://schemas.microsoft.com/office/drawing/2014/main" id="{F6106684-6DA7-44EB-996B-D18B32F3B67B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6922" y="601873"/>
            <a:ext cx="628650" cy="895350"/>
          </a:xfrm>
          <a:prstGeom prst="rect">
            <a:avLst/>
          </a:prstGeom>
        </p:spPr>
      </p:pic>
      <p:pic>
        <p:nvPicPr>
          <p:cNvPr id="69" name="Picture 68" descr="A black and white image of a black and white object&#10;&#10;AI-generated content may be incorrect.">
            <a:extLst>
              <a:ext uri="{FF2B5EF4-FFF2-40B4-BE49-F238E27FC236}">
                <a16:creationId xmlns:a16="http://schemas.microsoft.com/office/drawing/2014/main" id="{AB161315-F836-AD2C-B3FF-069BB2E29D75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96099" y="573298"/>
            <a:ext cx="600075" cy="952500"/>
          </a:xfrm>
          <a:prstGeom prst="rect">
            <a:avLst/>
          </a:prstGeom>
        </p:spPr>
      </p:pic>
      <p:pic>
        <p:nvPicPr>
          <p:cNvPr id="71" name="Picture 70" descr="A cloud of smoke in the sky&#10;&#10;AI-generated content may be incorrect.">
            <a:extLst>
              <a:ext uri="{FF2B5EF4-FFF2-40B4-BE49-F238E27FC236}">
                <a16:creationId xmlns:a16="http://schemas.microsoft.com/office/drawing/2014/main" id="{33B4E0C7-F076-D36A-134D-8A1DF212CC67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406" r="17530"/>
          <a:stretch>
            <a:fillRect/>
          </a:stretch>
        </p:blipFill>
        <p:spPr>
          <a:xfrm>
            <a:off x="2267484" y="1722514"/>
            <a:ext cx="754111" cy="1192513"/>
          </a:xfrm>
          <a:prstGeom prst="rect">
            <a:avLst/>
          </a:prstGeom>
        </p:spPr>
      </p:pic>
      <p:pic>
        <p:nvPicPr>
          <p:cNvPr id="73" name="Picture 72" descr="A black and white image of a person's foot&#10;&#10;AI-generated content may be incorrect.">
            <a:extLst>
              <a:ext uri="{FF2B5EF4-FFF2-40B4-BE49-F238E27FC236}">
                <a16:creationId xmlns:a16="http://schemas.microsoft.com/office/drawing/2014/main" id="{9AF056F4-A9B2-4A19-44AA-D081A2A60A39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9748" y="1728220"/>
            <a:ext cx="571500" cy="1181100"/>
          </a:xfrm>
          <a:prstGeom prst="rect">
            <a:avLst/>
          </a:prstGeom>
        </p:spPr>
      </p:pic>
      <p:pic>
        <p:nvPicPr>
          <p:cNvPr id="75" name="Picture 74" descr="A white sky with black text&#10;&#10;AI-generated content may be incorrect.">
            <a:extLst>
              <a:ext uri="{FF2B5EF4-FFF2-40B4-BE49-F238E27FC236}">
                <a16:creationId xmlns:a16="http://schemas.microsoft.com/office/drawing/2014/main" id="{56E14802-2FD3-E70F-A48C-914027D48B67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0170"/>
          <a:stretch>
            <a:fillRect/>
          </a:stretch>
        </p:blipFill>
        <p:spPr>
          <a:xfrm>
            <a:off x="743850" y="1976728"/>
            <a:ext cx="860810" cy="684085"/>
          </a:xfrm>
          <a:prstGeom prst="rect">
            <a:avLst/>
          </a:prstGeom>
        </p:spPr>
      </p:pic>
      <p:pic>
        <p:nvPicPr>
          <p:cNvPr id="77" name="Picture 76" descr="A white background with black spots&#10;&#10;AI-generated content may be incorrect.">
            <a:extLst>
              <a:ext uri="{FF2B5EF4-FFF2-40B4-BE49-F238E27FC236}">
                <a16:creationId xmlns:a16="http://schemas.microsoft.com/office/drawing/2014/main" id="{E47BC818-1043-2058-B959-315EB11A5340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130" b="24732"/>
          <a:stretch>
            <a:fillRect/>
          </a:stretch>
        </p:blipFill>
        <p:spPr>
          <a:xfrm>
            <a:off x="23431" y="1878183"/>
            <a:ext cx="690409" cy="881174"/>
          </a:xfrm>
          <a:prstGeom prst="rect">
            <a:avLst/>
          </a:prstGeom>
        </p:spPr>
      </p:pic>
      <p:pic>
        <p:nvPicPr>
          <p:cNvPr id="79" name="Picture 78" descr="A black and white image of a bird&#10;&#10;AI-generated content may be incorrect.">
            <a:extLst>
              <a:ext uri="{FF2B5EF4-FFF2-40B4-BE49-F238E27FC236}">
                <a16:creationId xmlns:a16="http://schemas.microsoft.com/office/drawing/2014/main" id="{F2D4DFC5-85FE-96F9-DB61-D655BEC0A6C2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4001" y="1916874"/>
            <a:ext cx="485775" cy="981075"/>
          </a:xfrm>
          <a:prstGeom prst="rect">
            <a:avLst/>
          </a:prstGeom>
        </p:spPr>
      </p:pic>
      <p:pic>
        <p:nvPicPr>
          <p:cNvPr id="81" name="Picture 80" descr="A black and white image of a black dot&#10;&#10;AI-generated content may be incorrect.">
            <a:extLst>
              <a:ext uri="{FF2B5EF4-FFF2-40B4-BE49-F238E27FC236}">
                <a16:creationId xmlns:a16="http://schemas.microsoft.com/office/drawing/2014/main" id="{87D9106C-5D70-794E-9301-D152F0285D64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0504" y="1988311"/>
            <a:ext cx="542925" cy="838200"/>
          </a:xfrm>
          <a:prstGeom prst="rect">
            <a:avLst/>
          </a:prstGeom>
        </p:spPr>
      </p:pic>
      <p:pic>
        <p:nvPicPr>
          <p:cNvPr id="83" name="Picture 82" descr="A black and white image of a black spot&#10;&#10;AI-generated content may be incorrect.">
            <a:extLst>
              <a:ext uri="{FF2B5EF4-FFF2-40B4-BE49-F238E27FC236}">
                <a16:creationId xmlns:a16="http://schemas.microsoft.com/office/drawing/2014/main" id="{6DACE222-4206-BEBE-D270-13AF6EE8FBB1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3377" y="1988311"/>
            <a:ext cx="485775" cy="838200"/>
          </a:xfrm>
          <a:prstGeom prst="rect">
            <a:avLst/>
          </a:prstGeom>
        </p:spPr>
      </p:pic>
      <p:pic>
        <p:nvPicPr>
          <p:cNvPr id="85" name="Picture 84" descr="A black and white image of a cloud&#10;&#10;AI-generated content may be incorrect.">
            <a:extLst>
              <a:ext uri="{FF2B5EF4-FFF2-40B4-BE49-F238E27FC236}">
                <a16:creationId xmlns:a16="http://schemas.microsoft.com/office/drawing/2014/main" id="{81611B93-CE8B-CD37-DD62-5DC961713C0D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0495" y="2045461"/>
            <a:ext cx="485775" cy="723900"/>
          </a:xfrm>
          <a:prstGeom prst="rect">
            <a:avLst/>
          </a:prstGeom>
        </p:spPr>
      </p:pic>
      <p:pic>
        <p:nvPicPr>
          <p:cNvPr id="87" name="Picture 86" descr="A blurry image of a number&#10;&#10;AI-generated content may be incorrect.">
            <a:extLst>
              <a:ext uri="{FF2B5EF4-FFF2-40B4-BE49-F238E27FC236}">
                <a16:creationId xmlns:a16="http://schemas.microsoft.com/office/drawing/2014/main" id="{196CB2B9-A514-7426-0A00-527EF8076C93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0385" y="1962262"/>
            <a:ext cx="485775" cy="809625"/>
          </a:xfrm>
          <a:prstGeom prst="rect">
            <a:avLst/>
          </a:prstGeom>
        </p:spPr>
      </p:pic>
      <p:pic>
        <p:nvPicPr>
          <p:cNvPr id="89" name="Picture 88" descr="A black and white image of a number&#10;&#10;AI-generated content may be incorrect.">
            <a:extLst>
              <a:ext uri="{FF2B5EF4-FFF2-40B4-BE49-F238E27FC236}">
                <a16:creationId xmlns:a16="http://schemas.microsoft.com/office/drawing/2014/main" id="{D8D8A2C7-4BF6-8E31-1CBA-453228D2458D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883" y="1890824"/>
            <a:ext cx="485775" cy="952500"/>
          </a:xfrm>
          <a:prstGeom prst="rect">
            <a:avLst/>
          </a:prstGeom>
        </p:spPr>
      </p:pic>
      <p:pic>
        <p:nvPicPr>
          <p:cNvPr id="91" name="Picture 90" descr="A black blotch on a white background&#10;&#10;AI-generated content may be incorrect.">
            <a:extLst>
              <a:ext uri="{FF2B5EF4-FFF2-40B4-BE49-F238E27FC236}">
                <a16:creationId xmlns:a16="http://schemas.microsoft.com/office/drawing/2014/main" id="{A506706A-C103-886F-1BA1-FE80A11706C9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1371" y="1947974"/>
            <a:ext cx="571500" cy="838200"/>
          </a:xfrm>
          <a:prstGeom prst="rect">
            <a:avLst/>
          </a:prstGeom>
        </p:spPr>
      </p:pic>
      <p:pic>
        <p:nvPicPr>
          <p:cNvPr id="93" name="Picture 92" descr="A black and white image of a number&#10;&#10;AI-generated content may be incorrect.">
            <a:extLst>
              <a:ext uri="{FF2B5EF4-FFF2-40B4-BE49-F238E27FC236}">
                <a16:creationId xmlns:a16="http://schemas.microsoft.com/office/drawing/2014/main" id="{BFCF04C0-3C6B-8006-7193-8F7E596760E4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6473" y="1947974"/>
            <a:ext cx="485775" cy="838200"/>
          </a:xfrm>
          <a:prstGeom prst="rect">
            <a:avLst/>
          </a:prstGeom>
        </p:spPr>
      </p:pic>
      <p:pic>
        <p:nvPicPr>
          <p:cNvPr id="95" name="Picture 94" descr="A black and white image of a number and a circle&#10;&#10;AI-generated content may be incorrect.">
            <a:extLst>
              <a:ext uri="{FF2B5EF4-FFF2-40B4-BE49-F238E27FC236}">
                <a16:creationId xmlns:a16="http://schemas.microsoft.com/office/drawing/2014/main" id="{EDEC57D8-20D2-6F51-843D-BC39E634C85E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12403" y="1971110"/>
            <a:ext cx="485775" cy="723900"/>
          </a:xfrm>
          <a:prstGeom prst="rect">
            <a:avLst/>
          </a:prstGeom>
        </p:spPr>
      </p:pic>
      <p:pic>
        <p:nvPicPr>
          <p:cNvPr id="97" name="Picture 96" descr="A black and white image of a bird&#10;&#10;AI-generated content may be incorrect.">
            <a:extLst>
              <a:ext uri="{FF2B5EF4-FFF2-40B4-BE49-F238E27FC236}">
                <a16:creationId xmlns:a16="http://schemas.microsoft.com/office/drawing/2014/main" id="{1338F50C-D45F-224F-DE9C-AE8FEF5D01A3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1735" y="1956823"/>
            <a:ext cx="485775" cy="752475"/>
          </a:xfrm>
          <a:prstGeom prst="rect">
            <a:avLst/>
          </a:prstGeom>
        </p:spPr>
      </p:pic>
      <p:pic>
        <p:nvPicPr>
          <p:cNvPr id="99" name="Picture 98" descr="A black and white image of a number&#10;&#10;AI-generated content may be incorrect.">
            <a:extLst>
              <a:ext uri="{FF2B5EF4-FFF2-40B4-BE49-F238E27FC236}">
                <a16:creationId xmlns:a16="http://schemas.microsoft.com/office/drawing/2014/main" id="{68B14384-791C-7D6B-58F6-D6CC33F253C5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8360" y="1985398"/>
            <a:ext cx="485775" cy="695325"/>
          </a:xfrm>
          <a:prstGeom prst="rect">
            <a:avLst/>
          </a:prstGeom>
        </p:spPr>
      </p:pic>
      <p:pic>
        <p:nvPicPr>
          <p:cNvPr id="101" name="Picture 100" descr="A black and white image of a number&#10;&#10;AI-generated content may be incorrect.">
            <a:extLst>
              <a:ext uri="{FF2B5EF4-FFF2-40B4-BE49-F238E27FC236}">
                <a16:creationId xmlns:a16="http://schemas.microsoft.com/office/drawing/2014/main" id="{1173774D-6F5A-5ABE-62BC-548BB112EBF7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10399" y="1928248"/>
            <a:ext cx="485775" cy="809625"/>
          </a:xfrm>
          <a:prstGeom prst="rect">
            <a:avLst/>
          </a:prstGeom>
        </p:spPr>
      </p:pic>
      <p:pic>
        <p:nvPicPr>
          <p:cNvPr id="103" name="Picture 102" descr="A black and white image of a cloud&#10;&#10;AI-generated content may be incorrect.">
            <a:extLst>
              <a:ext uri="{FF2B5EF4-FFF2-40B4-BE49-F238E27FC236}">
                <a16:creationId xmlns:a16="http://schemas.microsoft.com/office/drawing/2014/main" id="{BB50D0E9-6064-FC53-1E4A-579BBFACC3AC}"/>
              </a:ext>
            </a:extLst>
          </p:cNvPr>
          <p:cNvPicPr>
            <a:picLocks noChangeAspect="1"/>
          </p:cNvPicPr>
          <p:nvPr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3847" y="3322356"/>
            <a:ext cx="600075" cy="981075"/>
          </a:xfrm>
          <a:prstGeom prst="rect">
            <a:avLst/>
          </a:prstGeom>
        </p:spPr>
      </p:pic>
      <p:pic>
        <p:nvPicPr>
          <p:cNvPr id="105" name="Picture 104" descr="A black and white image of a bird&#10;&#10;AI-generated content may be incorrect.">
            <a:extLst>
              <a:ext uri="{FF2B5EF4-FFF2-40B4-BE49-F238E27FC236}">
                <a16:creationId xmlns:a16="http://schemas.microsoft.com/office/drawing/2014/main" id="{DA7F714A-C644-6175-EFB7-F55A69A01750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9193" y="3275038"/>
            <a:ext cx="600075" cy="1095375"/>
          </a:xfrm>
          <a:prstGeom prst="rect">
            <a:avLst/>
          </a:prstGeom>
        </p:spPr>
      </p:pic>
      <p:pic>
        <p:nvPicPr>
          <p:cNvPr id="107" name="Picture 106" descr="A black blotch on a white background&#10;&#10;AI-generated content may be incorrect.">
            <a:extLst>
              <a:ext uri="{FF2B5EF4-FFF2-40B4-BE49-F238E27FC236}">
                <a16:creationId xmlns:a16="http://schemas.microsoft.com/office/drawing/2014/main" id="{7771D64C-B656-2722-B296-5205E0142A8D}"/>
              </a:ext>
            </a:extLst>
          </p:cNvPr>
          <p:cNvPicPr>
            <a:picLocks noChangeAspect="1"/>
          </p:cNvPicPr>
          <p:nvPr/>
        </p:nvPicPr>
        <p:blipFill>
          <a:blip r:embed="rId3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470" y="3299157"/>
            <a:ext cx="857250" cy="1066800"/>
          </a:xfrm>
          <a:prstGeom prst="rect">
            <a:avLst/>
          </a:prstGeom>
        </p:spPr>
      </p:pic>
      <p:pic>
        <p:nvPicPr>
          <p:cNvPr id="109" name="Picture 108" descr="A black and white image of a bird&#10;&#10;AI-generated content may be incorrect.">
            <a:extLst>
              <a:ext uri="{FF2B5EF4-FFF2-40B4-BE49-F238E27FC236}">
                <a16:creationId xmlns:a16="http://schemas.microsoft.com/office/drawing/2014/main" id="{F28EC7DB-DB09-F3B0-EF5F-991A828D3B29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47" y="3465231"/>
            <a:ext cx="485775" cy="695325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AAD9600B-A127-83DB-AE89-DB14C8BCABFA}"/>
              </a:ext>
            </a:extLst>
          </p:cNvPr>
          <p:cNvSpPr txBox="1"/>
          <p:nvPr/>
        </p:nvSpPr>
        <p:spPr>
          <a:xfrm>
            <a:off x="339" y="2966501"/>
            <a:ext cx="30574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7BAE4F"/>
                </a:solidFill>
              </a:rPr>
              <a:t>mc_aggregate_fluffy_grainy_to_aggregate_dense</a:t>
            </a:r>
            <a:endParaRPr lang="en-US" sz="1200" dirty="0">
              <a:solidFill>
                <a:srgbClr val="7BAE4F"/>
              </a:solidFill>
            </a:endParaRPr>
          </a:p>
          <a:p>
            <a:pPr algn="ctr"/>
            <a:r>
              <a:rPr lang="en-US" sz="1200" dirty="0">
                <a:solidFill>
                  <a:srgbClr val="7BAE4F"/>
                </a:solidFill>
              </a:rPr>
              <a:t>Fluffy </a:t>
            </a:r>
            <a:r>
              <a:rPr lang="en-US" sz="1200" dirty="0" err="1">
                <a:solidFill>
                  <a:srgbClr val="7BAE4F"/>
                </a:solidFill>
              </a:rPr>
              <a:t>agg</a:t>
            </a:r>
            <a:r>
              <a:rPr lang="en-US" sz="1200" dirty="0">
                <a:solidFill>
                  <a:srgbClr val="7BAE4F"/>
                </a:solidFill>
              </a:rPr>
              <a:t> grainy/dense in Figure 7</a:t>
            </a:r>
          </a:p>
        </p:txBody>
      </p:sp>
      <p:pic>
        <p:nvPicPr>
          <p:cNvPr id="111" name="Picture 110" descr="A black and white image of a drop of water&#10;&#10;AI-generated content may be incorrect.">
            <a:extLst>
              <a:ext uri="{FF2B5EF4-FFF2-40B4-BE49-F238E27FC236}">
                <a16:creationId xmlns:a16="http://schemas.microsoft.com/office/drawing/2014/main" id="{18BA9058-37D2-0E58-8F0A-12BAACF363DB}"/>
              </a:ext>
            </a:extLst>
          </p:cNvPr>
          <p:cNvPicPr>
            <a:picLocks noChangeAspect="1"/>
          </p:cNvPicPr>
          <p:nvPr/>
        </p:nvPicPr>
        <p:blipFill>
          <a:blip r:embed="rId3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9497" y="3393793"/>
            <a:ext cx="485775" cy="838200"/>
          </a:xfrm>
          <a:prstGeom prst="rect">
            <a:avLst/>
          </a:prstGeom>
        </p:spPr>
      </p:pic>
      <p:pic>
        <p:nvPicPr>
          <p:cNvPr id="113" name="Picture 112" descr="A black blotch on a white background&#10;&#10;AI-generated content may be incorrect.">
            <a:extLst>
              <a:ext uri="{FF2B5EF4-FFF2-40B4-BE49-F238E27FC236}">
                <a16:creationId xmlns:a16="http://schemas.microsoft.com/office/drawing/2014/main" id="{C762E546-F4FE-F696-32A3-B04C5C4DC04F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1122" y="3350931"/>
            <a:ext cx="628650" cy="923925"/>
          </a:xfrm>
          <a:prstGeom prst="rect">
            <a:avLst/>
          </a:prstGeom>
        </p:spPr>
      </p:pic>
      <p:pic>
        <p:nvPicPr>
          <p:cNvPr id="115" name="Picture 114" descr="A number and a number&#10;&#10;AI-generated content may be incorrect.">
            <a:extLst>
              <a:ext uri="{FF2B5EF4-FFF2-40B4-BE49-F238E27FC236}">
                <a16:creationId xmlns:a16="http://schemas.microsoft.com/office/drawing/2014/main" id="{344F8060-593F-B5CE-D63E-70CCCD00325D}"/>
              </a:ext>
            </a:extLst>
          </p:cNvPr>
          <p:cNvPicPr>
            <a:picLocks noChangeAspect="1"/>
          </p:cNvPicPr>
          <p:nvPr/>
        </p:nvPicPr>
        <p:blipFill>
          <a:blip r:embed="rId3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4362" y="3450943"/>
            <a:ext cx="485775" cy="723900"/>
          </a:xfrm>
          <a:prstGeom prst="rect">
            <a:avLst/>
          </a:prstGeom>
        </p:spPr>
      </p:pic>
      <p:pic>
        <p:nvPicPr>
          <p:cNvPr id="117" name="Picture 116" descr="A smoke in the air&#10;&#10;AI-generated content may be incorrect.">
            <a:extLst>
              <a:ext uri="{FF2B5EF4-FFF2-40B4-BE49-F238E27FC236}">
                <a16:creationId xmlns:a16="http://schemas.microsoft.com/office/drawing/2014/main" id="{F7A56DEA-9074-627B-EECA-9BD14CAECF7B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4833" y="3365218"/>
            <a:ext cx="485775" cy="895350"/>
          </a:xfrm>
          <a:prstGeom prst="rect">
            <a:avLst/>
          </a:prstGeom>
        </p:spPr>
      </p:pic>
      <p:pic>
        <p:nvPicPr>
          <p:cNvPr id="119" name="Picture 118" descr="A black and white image of a cloud&#10;&#10;AI-generated content may be incorrect.">
            <a:extLst>
              <a:ext uri="{FF2B5EF4-FFF2-40B4-BE49-F238E27FC236}">
                <a16:creationId xmlns:a16="http://schemas.microsoft.com/office/drawing/2014/main" id="{25B5D509-8FBE-2411-F445-BE6334057EBA}"/>
              </a:ext>
            </a:extLst>
          </p:cNvPr>
          <p:cNvPicPr>
            <a:picLocks noChangeAspect="1"/>
          </p:cNvPicPr>
          <p:nvPr/>
        </p:nvPicPr>
        <p:blipFill>
          <a:blip r:embed="rId4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3969" y="3391336"/>
            <a:ext cx="485775" cy="838200"/>
          </a:xfrm>
          <a:prstGeom prst="rect">
            <a:avLst/>
          </a:prstGeom>
        </p:spPr>
      </p:pic>
      <p:pic>
        <p:nvPicPr>
          <p:cNvPr id="121" name="Picture 120" descr="A black and white image of a bird&#10;&#10;AI-generated content may be incorrect.">
            <a:extLst>
              <a:ext uri="{FF2B5EF4-FFF2-40B4-BE49-F238E27FC236}">
                <a16:creationId xmlns:a16="http://schemas.microsoft.com/office/drawing/2014/main" id="{A214DA5D-37A5-0BA2-0D5B-FBFFB52B65A8}"/>
              </a:ext>
            </a:extLst>
          </p:cNvPr>
          <p:cNvPicPr>
            <a:picLocks noChangeAspect="1"/>
          </p:cNvPicPr>
          <p:nvPr/>
        </p:nvPicPr>
        <p:blipFill>
          <a:blip r:embed="rId4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9949" y="3434199"/>
            <a:ext cx="485775" cy="752475"/>
          </a:xfrm>
          <a:prstGeom prst="rect">
            <a:avLst/>
          </a:prstGeom>
        </p:spPr>
      </p:pic>
      <p:pic>
        <p:nvPicPr>
          <p:cNvPr id="123" name="Picture 122" descr="A number and a number&#10;&#10;AI-generated content may be incorrect.">
            <a:extLst>
              <a:ext uri="{FF2B5EF4-FFF2-40B4-BE49-F238E27FC236}">
                <a16:creationId xmlns:a16="http://schemas.microsoft.com/office/drawing/2014/main" id="{33A42134-4780-A87B-2D74-448BDD80CF5F}"/>
              </a:ext>
            </a:extLst>
          </p:cNvPr>
          <p:cNvPicPr>
            <a:picLocks noChangeAspect="1"/>
          </p:cNvPicPr>
          <p:nvPr/>
        </p:nvPicPr>
        <p:blipFill>
          <a:blip r:embed="rId4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0082" y="3448486"/>
            <a:ext cx="485775" cy="723900"/>
          </a:xfrm>
          <a:prstGeom prst="rect">
            <a:avLst/>
          </a:prstGeom>
        </p:spPr>
      </p:pic>
      <p:pic>
        <p:nvPicPr>
          <p:cNvPr id="125" name="Picture 124" descr="A number and a number&#10;&#10;AI-generated content may be incorrect.">
            <a:extLst>
              <a:ext uri="{FF2B5EF4-FFF2-40B4-BE49-F238E27FC236}">
                <a16:creationId xmlns:a16="http://schemas.microsoft.com/office/drawing/2014/main" id="{F88E3332-3820-B0FF-8E31-87D155F0348E}"/>
              </a:ext>
            </a:extLst>
          </p:cNvPr>
          <p:cNvPicPr>
            <a:picLocks noChangeAspect="1"/>
          </p:cNvPicPr>
          <p:nvPr/>
        </p:nvPicPr>
        <p:blipFill>
          <a:blip r:embed="rId4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6245" y="3448486"/>
            <a:ext cx="485775" cy="723900"/>
          </a:xfrm>
          <a:prstGeom prst="rect">
            <a:avLst/>
          </a:prstGeom>
        </p:spPr>
      </p:pic>
      <p:pic>
        <p:nvPicPr>
          <p:cNvPr id="127" name="Picture 126" descr="A close up of a number&#10;&#10;AI-generated content may be incorrect.">
            <a:extLst>
              <a:ext uri="{FF2B5EF4-FFF2-40B4-BE49-F238E27FC236}">
                <a16:creationId xmlns:a16="http://schemas.microsoft.com/office/drawing/2014/main" id="{AA57CED6-9E62-247C-025B-DF3688235D4C}"/>
              </a:ext>
            </a:extLst>
          </p:cNvPr>
          <p:cNvPicPr>
            <a:picLocks noChangeAspect="1"/>
          </p:cNvPicPr>
          <p:nvPr/>
        </p:nvPicPr>
        <p:blipFill>
          <a:blip r:embed="rId4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5935" y="3545885"/>
            <a:ext cx="485775" cy="666750"/>
          </a:xfrm>
          <a:prstGeom prst="rect">
            <a:avLst/>
          </a:prstGeom>
        </p:spPr>
      </p:pic>
      <p:pic>
        <p:nvPicPr>
          <p:cNvPr id="129" name="Picture 128" descr="A white object with black text&#10;&#10;AI-generated content may be incorrect.">
            <a:extLst>
              <a:ext uri="{FF2B5EF4-FFF2-40B4-BE49-F238E27FC236}">
                <a16:creationId xmlns:a16="http://schemas.microsoft.com/office/drawing/2014/main" id="{43D6A3CE-D5E6-A49C-6E36-21AF61D01ECE}"/>
              </a:ext>
            </a:extLst>
          </p:cNvPr>
          <p:cNvPicPr>
            <a:picLocks noChangeAspect="1"/>
          </p:cNvPicPr>
          <p:nvPr/>
        </p:nvPicPr>
        <p:blipFill>
          <a:blip r:embed="rId4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9111" y="3364603"/>
            <a:ext cx="600075" cy="1009650"/>
          </a:xfrm>
          <a:prstGeom prst="rect">
            <a:avLst/>
          </a:prstGeom>
        </p:spPr>
      </p:pic>
      <p:pic>
        <p:nvPicPr>
          <p:cNvPr id="131" name="Picture 130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444B5DCD-0639-0374-BD63-2204934AD25A}"/>
              </a:ext>
            </a:extLst>
          </p:cNvPr>
          <p:cNvPicPr>
            <a:picLocks noChangeAspect="1"/>
          </p:cNvPicPr>
          <p:nvPr/>
        </p:nvPicPr>
        <p:blipFill>
          <a:blip r:embed="rId4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8821" y="3316364"/>
            <a:ext cx="828675" cy="1066800"/>
          </a:xfrm>
          <a:prstGeom prst="rect">
            <a:avLst/>
          </a:prstGeom>
        </p:spPr>
      </p:pic>
      <p:pic>
        <p:nvPicPr>
          <p:cNvPr id="133" name="Picture 132" descr="A number and a number&#10;&#10;AI-generated content may be incorrect.">
            <a:extLst>
              <a:ext uri="{FF2B5EF4-FFF2-40B4-BE49-F238E27FC236}">
                <a16:creationId xmlns:a16="http://schemas.microsoft.com/office/drawing/2014/main" id="{24DFE4DF-EB87-E25F-BEAA-0519C39C3BA9}"/>
              </a:ext>
            </a:extLst>
          </p:cNvPr>
          <p:cNvPicPr>
            <a:picLocks noChangeAspect="1"/>
          </p:cNvPicPr>
          <p:nvPr/>
        </p:nvPicPr>
        <p:blipFill>
          <a:blip r:embed="rId4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38812" y="3497646"/>
            <a:ext cx="485775" cy="723900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04ACBFEC-4BED-16C0-4345-C3AD7E4CE071}"/>
              </a:ext>
            </a:extLst>
          </p:cNvPr>
          <p:cNvSpPr txBox="1"/>
          <p:nvPr/>
        </p:nvSpPr>
        <p:spPr>
          <a:xfrm>
            <a:off x="9160909" y="2974965"/>
            <a:ext cx="3048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7BAE4F"/>
                </a:solidFill>
              </a:rPr>
              <a:t>mc_aggregate_fluffy_grey_to_aggregate_badfocus</a:t>
            </a:r>
            <a:endParaRPr lang="en-US" sz="1200" dirty="0">
              <a:solidFill>
                <a:srgbClr val="7BAE4F"/>
              </a:solidFill>
            </a:endParaRPr>
          </a:p>
          <a:p>
            <a:pPr algn="ctr"/>
            <a:r>
              <a:rPr lang="en-US" sz="1200" dirty="0">
                <a:solidFill>
                  <a:srgbClr val="7BAE4F"/>
                </a:solidFill>
              </a:rPr>
              <a:t>Fluffy </a:t>
            </a:r>
            <a:r>
              <a:rPr lang="en-US" sz="1200" dirty="0" err="1">
                <a:solidFill>
                  <a:srgbClr val="7BAE4F"/>
                </a:solidFill>
              </a:rPr>
              <a:t>agg</a:t>
            </a:r>
            <a:r>
              <a:rPr lang="en-US" sz="1200" dirty="0">
                <a:solidFill>
                  <a:srgbClr val="7BAE4F"/>
                </a:solidFill>
              </a:rPr>
              <a:t> gray/</a:t>
            </a:r>
            <a:r>
              <a:rPr lang="en-US" sz="1200" dirty="0" err="1">
                <a:solidFill>
                  <a:srgbClr val="7BAE4F"/>
                </a:solidFill>
              </a:rPr>
              <a:t>badfocus</a:t>
            </a:r>
            <a:r>
              <a:rPr lang="en-US" sz="1200" dirty="0">
                <a:solidFill>
                  <a:srgbClr val="7BAE4F"/>
                </a:solidFill>
              </a:rPr>
              <a:t> in Figure 7</a:t>
            </a:r>
          </a:p>
        </p:txBody>
      </p:sp>
      <p:pic>
        <p:nvPicPr>
          <p:cNvPr id="135" name="Picture 134" descr="A black dot on a white surface&#10;&#10;AI-generated content may be incorrect.">
            <a:extLst>
              <a:ext uri="{FF2B5EF4-FFF2-40B4-BE49-F238E27FC236}">
                <a16:creationId xmlns:a16="http://schemas.microsoft.com/office/drawing/2014/main" id="{36A70E9E-5A11-C07A-B51A-E736E5E4E06F}"/>
              </a:ext>
            </a:extLst>
          </p:cNvPr>
          <p:cNvPicPr>
            <a:picLocks noChangeAspect="1"/>
          </p:cNvPicPr>
          <p:nvPr/>
        </p:nvPicPr>
        <p:blipFill>
          <a:blip r:embed="rId4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14429" r="16588"/>
          <a:stretch>
            <a:fillRect/>
          </a:stretch>
        </p:blipFill>
        <p:spPr>
          <a:xfrm>
            <a:off x="11494820" y="4571700"/>
            <a:ext cx="405193" cy="888417"/>
          </a:xfrm>
          <a:prstGeom prst="rect">
            <a:avLst/>
          </a:prstGeom>
        </p:spPr>
      </p:pic>
      <p:pic>
        <p:nvPicPr>
          <p:cNvPr id="137" name="Picture 136" descr="A black dot with numbers and a white background&#10;&#10;AI-generated content may be incorrect.">
            <a:extLst>
              <a:ext uri="{FF2B5EF4-FFF2-40B4-BE49-F238E27FC236}">
                <a16:creationId xmlns:a16="http://schemas.microsoft.com/office/drawing/2014/main" id="{42B30CCA-7A6D-0A2C-521B-A6259C7D512D}"/>
              </a:ext>
            </a:extLst>
          </p:cNvPr>
          <p:cNvPicPr>
            <a:picLocks noChangeAspect="1"/>
          </p:cNvPicPr>
          <p:nvPr/>
        </p:nvPicPr>
        <p:blipFill>
          <a:blip r:embed="rId5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3437" y="4653073"/>
            <a:ext cx="485775" cy="781050"/>
          </a:xfrm>
          <a:prstGeom prst="rect">
            <a:avLst/>
          </a:prstGeom>
        </p:spPr>
      </p:pic>
      <p:pic>
        <p:nvPicPr>
          <p:cNvPr id="139" name="Picture 138" descr="A blurry image of a bird&#10;&#10;AI-generated content may be incorrect.">
            <a:extLst>
              <a:ext uri="{FF2B5EF4-FFF2-40B4-BE49-F238E27FC236}">
                <a16:creationId xmlns:a16="http://schemas.microsoft.com/office/drawing/2014/main" id="{9218E6C1-3399-640C-3518-3D1413697B83}"/>
              </a:ext>
            </a:extLst>
          </p:cNvPr>
          <p:cNvPicPr>
            <a:picLocks noChangeAspect="1"/>
          </p:cNvPicPr>
          <p:nvPr/>
        </p:nvPicPr>
        <p:blipFill>
          <a:blip r:embed="rId5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57840" y="4638786"/>
            <a:ext cx="485775" cy="809625"/>
          </a:xfrm>
          <a:prstGeom prst="rect">
            <a:avLst/>
          </a:prstGeom>
        </p:spPr>
      </p:pic>
      <p:pic>
        <p:nvPicPr>
          <p:cNvPr id="141" name="Picture 140" descr="A black object in the air&#10;&#10;AI-generated content may be incorrect.">
            <a:extLst>
              <a:ext uri="{FF2B5EF4-FFF2-40B4-BE49-F238E27FC236}">
                <a16:creationId xmlns:a16="http://schemas.microsoft.com/office/drawing/2014/main" id="{4DC0C7A1-4D34-B589-F283-2BA9754950A4}"/>
              </a:ext>
            </a:extLst>
          </p:cNvPr>
          <p:cNvPicPr>
            <a:picLocks noChangeAspect="1"/>
          </p:cNvPicPr>
          <p:nvPr/>
        </p:nvPicPr>
        <p:blipFill>
          <a:blip r:embed="rId5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16803" r="16588"/>
          <a:stretch>
            <a:fillRect/>
          </a:stretch>
        </p:blipFill>
        <p:spPr>
          <a:xfrm>
            <a:off x="9210755" y="4501250"/>
            <a:ext cx="405193" cy="958867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39CE9D74-2886-5640-61DB-71502F7785FA}"/>
              </a:ext>
            </a:extLst>
          </p:cNvPr>
          <p:cNvSpPr txBox="1"/>
          <p:nvPr/>
        </p:nvSpPr>
        <p:spPr>
          <a:xfrm>
            <a:off x="6103070" y="364096"/>
            <a:ext cx="30574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7BAE4F"/>
                </a:solidFill>
              </a:rPr>
              <a:t>mc_aggregate_dark_round_to_puff</a:t>
            </a:r>
            <a:endParaRPr lang="en-US" sz="1200" dirty="0">
              <a:solidFill>
                <a:srgbClr val="7BAE4F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87C37DD-CEC4-33D9-8321-8325AF552AE6}"/>
              </a:ext>
            </a:extLst>
          </p:cNvPr>
          <p:cNvSpPr txBox="1"/>
          <p:nvPr/>
        </p:nvSpPr>
        <p:spPr>
          <a:xfrm>
            <a:off x="3033588" y="1666573"/>
            <a:ext cx="3048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7BAE4F"/>
                </a:solidFill>
              </a:rPr>
              <a:t>mc_aggregate_fluffy_elongated_to_aggregate_dense_elong</a:t>
            </a:r>
            <a:endParaRPr lang="en-US" sz="1200" dirty="0">
              <a:solidFill>
                <a:srgbClr val="7BAE4F"/>
              </a:solidFill>
            </a:endParaRPr>
          </a:p>
        </p:txBody>
      </p:sp>
      <p:pic>
        <p:nvPicPr>
          <p:cNvPr id="142" name="Picture 141" descr="A close-up of a black specks&#10;&#10;AI-generated content may be incorrect.">
            <a:extLst>
              <a:ext uri="{FF2B5EF4-FFF2-40B4-BE49-F238E27FC236}">
                <a16:creationId xmlns:a16="http://schemas.microsoft.com/office/drawing/2014/main" id="{F97C2354-EB9F-5385-FC53-313B2BCD712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6595" r="23480"/>
          <a:stretch>
            <a:fillRect/>
          </a:stretch>
        </p:blipFill>
        <p:spPr>
          <a:xfrm>
            <a:off x="2080594" y="1247132"/>
            <a:ext cx="957908" cy="290027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5C50E58F-E159-F19C-F299-4B2E89B2C486}"/>
              </a:ext>
            </a:extLst>
          </p:cNvPr>
          <p:cNvSpPr txBox="1"/>
          <p:nvPr/>
        </p:nvSpPr>
        <p:spPr>
          <a:xfrm>
            <a:off x="-14413" y="1661267"/>
            <a:ext cx="30574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7BAE4F"/>
                </a:solidFill>
              </a:rPr>
              <a:t>mc_aggregate_fluffy_elongated</a:t>
            </a:r>
            <a:endParaRPr lang="en-US" sz="1200" dirty="0">
              <a:solidFill>
                <a:srgbClr val="7BAE4F"/>
              </a:solidFill>
            </a:endParaRPr>
          </a:p>
          <a:p>
            <a:pPr algn="ctr"/>
            <a:r>
              <a:rPr lang="en-US" sz="1200" dirty="0">
                <a:solidFill>
                  <a:srgbClr val="7BAE4F"/>
                </a:solidFill>
              </a:rPr>
              <a:t>Fluffy </a:t>
            </a:r>
            <a:r>
              <a:rPr lang="en-US" sz="1200" dirty="0" err="1">
                <a:solidFill>
                  <a:srgbClr val="7BAE4F"/>
                </a:solidFill>
              </a:rPr>
              <a:t>agg</a:t>
            </a:r>
            <a:r>
              <a:rPr lang="en-US" sz="1200" dirty="0">
                <a:solidFill>
                  <a:srgbClr val="7BAE4F"/>
                </a:solidFill>
              </a:rPr>
              <a:t> elongated in Figure 7</a:t>
            </a:r>
          </a:p>
        </p:txBody>
      </p:sp>
      <p:pic>
        <p:nvPicPr>
          <p:cNvPr id="143" name="Picture 142" descr="A white background with black spots&#10;&#10;AI-generated content may be incorrect.">
            <a:extLst>
              <a:ext uri="{FF2B5EF4-FFF2-40B4-BE49-F238E27FC236}">
                <a16:creationId xmlns:a16="http://schemas.microsoft.com/office/drawing/2014/main" id="{EBB9AEEB-F3D0-32EC-7D5A-7BEA203EC473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5535"/>
          <a:stretch>
            <a:fillRect/>
          </a:stretch>
        </p:blipFill>
        <p:spPr>
          <a:xfrm>
            <a:off x="27673" y="2511167"/>
            <a:ext cx="690409" cy="244468"/>
          </a:xfrm>
          <a:prstGeom prst="rect">
            <a:avLst/>
          </a:prstGeom>
        </p:spPr>
      </p:pic>
      <p:pic>
        <p:nvPicPr>
          <p:cNvPr id="144" name="Picture 143" descr="A black and white image of a cloud&#10;&#10;AI-generated content may be incorrect.">
            <a:extLst>
              <a:ext uri="{FF2B5EF4-FFF2-40B4-BE49-F238E27FC236}">
                <a16:creationId xmlns:a16="http://schemas.microsoft.com/office/drawing/2014/main" id="{EDB5EF21-4CF2-B87C-6A89-9F4D4FAB925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698" r="22681" b="-1975"/>
          <a:stretch>
            <a:fillRect/>
          </a:stretch>
        </p:blipFill>
        <p:spPr>
          <a:xfrm>
            <a:off x="3744806" y="1271828"/>
            <a:ext cx="905852" cy="321420"/>
          </a:xfrm>
          <a:prstGeom prst="rect">
            <a:avLst/>
          </a:prstGeom>
        </p:spPr>
      </p:pic>
      <p:pic>
        <p:nvPicPr>
          <p:cNvPr id="145" name="Picture 144" descr="A black and white image of a cloud&#10;&#10;AI-generated content may be incorrect.">
            <a:extLst>
              <a:ext uri="{FF2B5EF4-FFF2-40B4-BE49-F238E27FC236}">
                <a16:creationId xmlns:a16="http://schemas.microsoft.com/office/drawing/2014/main" id="{13C31551-A56F-E943-FA40-9E27ADFF4B14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24" r="24356"/>
          <a:stretch>
            <a:fillRect/>
          </a:stretch>
        </p:blipFill>
        <p:spPr>
          <a:xfrm>
            <a:off x="9277430" y="1119819"/>
            <a:ext cx="778146" cy="324245"/>
          </a:xfrm>
          <a:prstGeom prst="rect">
            <a:avLst/>
          </a:prstGeom>
        </p:spPr>
      </p:pic>
      <p:pic>
        <p:nvPicPr>
          <p:cNvPr id="47" name="Picture 46" descr="A black and white image of a cloud&#10;&#10;AI-generated content may be incorrect.">
            <a:extLst>
              <a:ext uri="{FF2B5EF4-FFF2-40B4-BE49-F238E27FC236}">
                <a16:creationId xmlns:a16="http://schemas.microsoft.com/office/drawing/2014/main" id="{DADAA4E5-C50F-A3AF-1E35-2CEF8C220C41}"/>
              </a:ext>
            </a:extLst>
          </p:cNvPr>
          <p:cNvPicPr>
            <a:picLocks noChangeAspect="1"/>
          </p:cNvPicPr>
          <p:nvPr/>
        </p:nvPicPr>
        <p:blipFill>
          <a:blip r:embed="rId5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9087"/>
          <a:stretch>
            <a:fillRect/>
          </a:stretch>
        </p:blipFill>
        <p:spPr>
          <a:xfrm>
            <a:off x="1512148" y="569676"/>
            <a:ext cx="601704" cy="959745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9895CF0D-6B05-237E-0756-05E303C4427D}"/>
              </a:ext>
            </a:extLst>
          </p:cNvPr>
          <p:cNvSpPr txBox="1"/>
          <p:nvPr/>
        </p:nvSpPr>
        <p:spPr>
          <a:xfrm>
            <a:off x="9151071" y="369402"/>
            <a:ext cx="3048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7BAE4F"/>
                </a:solidFill>
              </a:rPr>
              <a:t>mc_aggregate_fluffy_dark_to_aggregate_dense</a:t>
            </a:r>
            <a:endParaRPr lang="en-US" sz="1200" dirty="0">
              <a:solidFill>
                <a:srgbClr val="7BAE4F"/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E80E48D-DE0F-AF9B-6A16-26284177271C}"/>
              </a:ext>
            </a:extLst>
          </p:cNvPr>
          <p:cNvSpPr txBox="1"/>
          <p:nvPr/>
        </p:nvSpPr>
        <p:spPr>
          <a:xfrm>
            <a:off x="9138828" y="4441560"/>
            <a:ext cx="304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7BAE4F"/>
                </a:solidFill>
              </a:rPr>
              <a:t>mc_aggregate_fluffy_grey_to_rhizaria</a:t>
            </a:r>
            <a:endParaRPr lang="en-US" sz="1200" dirty="0">
              <a:solidFill>
                <a:srgbClr val="7BAE4F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4E8C787-9187-3EA6-A6EA-0EBB44529B02}"/>
              </a:ext>
            </a:extLst>
          </p:cNvPr>
          <p:cNvSpPr/>
          <p:nvPr/>
        </p:nvSpPr>
        <p:spPr>
          <a:xfrm>
            <a:off x="3048000" y="5850199"/>
            <a:ext cx="3048000" cy="966497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F5B3626-7CFE-DDE6-0DCC-AA9E7376127A}"/>
              </a:ext>
            </a:extLst>
          </p:cNvPr>
          <p:cNvSpPr/>
          <p:nvPr/>
        </p:nvSpPr>
        <p:spPr>
          <a:xfrm>
            <a:off x="0" y="4798149"/>
            <a:ext cx="3048000" cy="1051744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1E0DD3C-FFD0-B06C-0115-C9823F63C3C4}"/>
              </a:ext>
            </a:extLst>
          </p:cNvPr>
          <p:cNvSpPr/>
          <p:nvPr/>
        </p:nvSpPr>
        <p:spPr>
          <a:xfrm>
            <a:off x="0" y="5850200"/>
            <a:ext cx="3048000" cy="967429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4A3435D-BF59-3C57-0E6C-5ABF86CAB2B3}"/>
              </a:ext>
            </a:extLst>
          </p:cNvPr>
          <p:cNvSpPr/>
          <p:nvPr/>
        </p:nvSpPr>
        <p:spPr>
          <a:xfrm>
            <a:off x="3048333" y="7900225"/>
            <a:ext cx="3048000" cy="1218291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8522EDC-19C2-EE9E-E2FC-F02B39E764A4}"/>
              </a:ext>
            </a:extLst>
          </p:cNvPr>
          <p:cNvSpPr/>
          <p:nvPr/>
        </p:nvSpPr>
        <p:spPr>
          <a:xfrm>
            <a:off x="333" y="6808849"/>
            <a:ext cx="3048000" cy="1089690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B241583-BFE9-8C4B-3C8E-5FEACBF4CD6D}"/>
              </a:ext>
            </a:extLst>
          </p:cNvPr>
          <p:cNvSpPr/>
          <p:nvPr/>
        </p:nvSpPr>
        <p:spPr>
          <a:xfrm>
            <a:off x="3048333" y="6808849"/>
            <a:ext cx="3048000" cy="1089690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AFF180E-31EB-2E8F-563B-0416D874CC36}"/>
              </a:ext>
            </a:extLst>
          </p:cNvPr>
          <p:cNvSpPr/>
          <p:nvPr/>
        </p:nvSpPr>
        <p:spPr>
          <a:xfrm>
            <a:off x="333" y="7900225"/>
            <a:ext cx="3048000" cy="1218291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pic>
        <p:nvPicPr>
          <p:cNvPr id="17" name="Picture 16" descr="A black dot on a white background&#10;&#10;AI-generated content may be incorrect.">
            <a:extLst>
              <a:ext uri="{FF2B5EF4-FFF2-40B4-BE49-F238E27FC236}">
                <a16:creationId xmlns:a16="http://schemas.microsoft.com/office/drawing/2014/main" id="{CDFF8150-B5E4-D3E0-3836-6A61A79815E7}"/>
              </a:ext>
            </a:extLst>
          </p:cNvPr>
          <p:cNvPicPr>
            <a:picLocks noChangeAspect="1"/>
          </p:cNvPicPr>
          <p:nvPr/>
        </p:nvPicPr>
        <p:blipFill>
          <a:blip r:embed="rId5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3506" y="8137441"/>
            <a:ext cx="771525" cy="923925"/>
          </a:xfrm>
          <a:prstGeom prst="rect">
            <a:avLst/>
          </a:prstGeom>
        </p:spPr>
      </p:pic>
      <p:pic>
        <p:nvPicPr>
          <p:cNvPr id="23" name="Picture 22" descr="A black dot with numbers and a white background&#10;&#10;AI-generated content may be incorrect.">
            <a:extLst>
              <a:ext uri="{FF2B5EF4-FFF2-40B4-BE49-F238E27FC236}">
                <a16:creationId xmlns:a16="http://schemas.microsoft.com/office/drawing/2014/main" id="{09316268-5BE2-7AE7-9B96-6658481DD220}"/>
              </a:ext>
            </a:extLst>
          </p:cNvPr>
          <p:cNvPicPr>
            <a:picLocks noChangeAspect="1"/>
          </p:cNvPicPr>
          <p:nvPr/>
        </p:nvPicPr>
        <p:blipFill>
          <a:blip r:embed="rId5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2662" y="8294603"/>
            <a:ext cx="485775" cy="609600"/>
          </a:xfrm>
          <a:prstGeom prst="rect">
            <a:avLst/>
          </a:prstGeom>
        </p:spPr>
      </p:pic>
      <p:pic>
        <p:nvPicPr>
          <p:cNvPr id="26" name="Picture 25" descr="A black dot with numbers and a white background&#10;&#10;AI-generated content may be incorrect.">
            <a:extLst>
              <a:ext uri="{FF2B5EF4-FFF2-40B4-BE49-F238E27FC236}">
                <a16:creationId xmlns:a16="http://schemas.microsoft.com/office/drawing/2014/main" id="{E2158BD3-B053-EC0E-7E2F-935C259F2B28}"/>
              </a:ext>
            </a:extLst>
          </p:cNvPr>
          <p:cNvPicPr>
            <a:picLocks noChangeAspect="1"/>
          </p:cNvPicPr>
          <p:nvPr/>
        </p:nvPicPr>
        <p:blipFill>
          <a:blip r:embed="rId5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8919" y="8294603"/>
            <a:ext cx="485775" cy="609600"/>
          </a:xfrm>
          <a:prstGeom prst="rect">
            <a:avLst/>
          </a:prstGeom>
        </p:spPr>
      </p:pic>
      <p:pic>
        <p:nvPicPr>
          <p:cNvPr id="32" name="Picture 31" descr="A blurry image of a lamp&#10;&#10;AI-generated content may be incorrect.">
            <a:extLst>
              <a:ext uri="{FF2B5EF4-FFF2-40B4-BE49-F238E27FC236}">
                <a16:creationId xmlns:a16="http://schemas.microsoft.com/office/drawing/2014/main" id="{754BEC3A-E1AD-EFCF-110C-06875F75BBA7}"/>
              </a:ext>
            </a:extLst>
          </p:cNvPr>
          <p:cNvPicPr>
            <a:picLocks noChangeAspect="1"/>
          </p:cNvPicPr>
          <p:nvPr/>
        </p:nvPicPr>
        <p:blipFill>
          <a:blip r:embed="rId5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8402" y="8031131"/>
            <a:ext cx="485775" cy="1038225"/>
          </a:xfrm>
          <a:prstGeom prst="rect">
            <a:avLst/>
          </a:prstGeom>
        </p:spPr>
      </p:pic>
      <p:pic>
        <p:nvPicPr>
          <p:cNvPr id="44" name="Picture 43" descr="A black text and numbers&#10;&#10;AI-generated content may be incorrect.">
            <a:extLst>
              <a:ext uri="{FF2B5EF4-FFF2-40B4-BE49-F238E27FC236}">
                <a16:creationId xmlns:a16="http://schemas.microsoft.com/office/drawing/2014/main" id="{69D6658A-3E97-E1EC-327C-906C8B414F34}"/>
              </a:ext>
            </a:extLst>
          </p:cNvPr>
          <p:cNvPicPr>
            <a:picLocks noChangeAspect="1"/>
          </p:cNvPicPr>
          <p:nvPr/>
        </p:nvPicPr>
        <p:blipFill>
          <a:blip r:embed="rId5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1067" y="5185194"/>
            <a:ext cx="485775" cy="609600"/>
          </a:xfrm>
          <a:prstGeom prst="rect">
            <a:avLst/>
          </a:prstGeom>
        </p:spPr>
      </p:pic>
      <p:pic>
        <p:nvPicPr>
          <p:cNvPr id="45" name="Picture 44" descr="A black and white image of a number and a black and white image of a number&#10;&#10;AI-generated content may be incorrect.">
            <a:extLst>
              <a:ext uri="{FF2B5EF4-FFF2-40B4-BE49-F238E27FC236}">
                <a16:creationId xmlns:a16="http://schemas.microsoft.com/office/drawing/2014/main" id="{91D755BC-7905-90F8-4BD5-378068595E06}"/>
              </a:ext>
            </a:extLst>
          </p:cNvPr>
          <p:cNvPicPr>
            <a:picLocks noChangeAspect="1"/>
          </p:cNvPicPr>
          <p:nvPr/>
        </p:nvPicPr>
        <p:blipFill>
          <a:blip r:embed="rId5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1604" y="5121639"/>
            <a:ext cx="485775" cy="695325"/>
          </a:xfrm>
          <a:prstGeom prst="rect">
            <a:avLst/>
          </a:prstGeom>
        </p:spPr>
      </p:pic>
      <p:pic>
        <p:nvPicPr>
          <p:cNvPr id="46" name="Picture 45" descr="A close-up of a number&#10;&#10;AI-generated content may be incorrect.">
            <a:extLst>
              <a:ext uri="{FF2B5EF4-FFF2-40B4-BE49-F238E27FC236}">
                <a16:creationId xmlns:a16="http://schemas.microsoft.com/office/drawing/2014/main" id="{126177FA-346C-17E2-CE26-AA64BEA63077}"/>
              </a:ext>
            </a:extLst>
          </p:cNvPr>
          <p:cNvPicPr>
            <a:picLocks noChangeAspect="1"/>
          </p:cNvPicPr>
          <p:nvPr/>
        </p:nvPicPr>
        <p:blipFill>
          <a:blip r:embed="rId6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955" y="5121639"/>
            <a:ext cx="485775" cy="609600"/>
          </a:xfrm>
          <a:prstGeom prst="rect">
            <a:avLst/>
          </a:prstGeom>
        </p:spPr>
      </p:pic>
      <p:pic>
        <p:nvPicPr>
          <p:cNvPr id="48" name="Picture 47" descr="A black dot on a white background&#10;&#10;AI-generated content may be incorrect.">
            <a:extLst>
              <a:ext uri="{FF2B5EF4-FFF2-40B4-BE49-F238E27FC236}">
                <a16:creationId xmlns:a16="http://schemas.microsoft.com/office/drawing/2014/main" id="{65C43181-688A-5C5F-29D5-EF5B5E6D32C2}"/>
              </a:ext>
            </a:extLst>
          </p:cNvPr>
          <p:cNvPicPr>
            <a:picLocks noChangeAspect="1"/>
          </p:cNvPicPr>
          <p:nvPr/>
        </p:nvPicPr>
        <p:blipFill>
          <a:blip r:embed="rId6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492" y="5099469"/>
            <a:ext cx="485775" cy="695325"/>
          </a:xfrm>
          <a:prstGeom prst="rect">
            <a:avLst/>
          </a:prstGeom>
        </p:spPr>
      </p:pic>
      <p:pic>
        <p:nvPicPr>
          <p:cNvPr id="50" name="Picture 49" descr="A black and white image of a diamond&#10;&#10;AI-generated content may be incorrect.">
            <a:extLst>
              <a:ext uri="{FF2B5EF4-FFF2-40B4-BE49-F238E27FC236}">
                <a16:creationId xmlns:a16="http://schemas.microsoft.com/office/drawing/2014/main" id="{F28F7E53-5481-8CBC-EC1A-CA1DDF6DC3E9}"/>
              </a:ext>
            </a:extLst>
          </p:cNvPr>
          <p:cNvPicPr>
            <a:picLocks noChangeAspect="1"/>
          </p:cNvPicPr>
          <p:nvPr/>
        </p:nvPicPr>
        <p:blipFill>
          <a:blip r:embed="rId6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0203" y="5141972"/>
            <a:ext cx="485775" cy="609600"/>
          </a:xfrm>
          <a:prstGeom prst="rect">
            <a:avLst/>
          </a:prstGeom>
        </p:spPr>
      </p:pic>
      <p:pic>
        <p:nvPicPr>
          <p:cNvPr id="52" name="Picture 51" descr="A black circle with numbers and a white background&#10;&#10;AI-generated content may be incorrect.">
            <a:extLst>
              <a:ext uri="{FF2B5EF4-FFF2-40B4-BE49-F238E27FC236}">
                <a16:creationId xmlns:a16="http://schemas.microsoft.com/office/drawing/2014/main" id="{9743DE4E-58B2-ACCE-85A1-9F2E7D5A8530}"/>
              </a:ext>
            </a:extLst>
          </p:cNvPr>
          <p:cNvPicPr>
            <a:picLocks noChangeAspect="1"/>
          </p:cNvPicPr>
          <p:nvPr/>
        </p:nvPicPr>
        <p:blipFill>
          <a:blip r:embed="rId6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2081" y="5051227"/>
            <a:ext cx="485775" cy="723900"/>
          </a:xfrm>
          <a:prstGeom prst="rect">
            <a:avLst/>
          </a:prstGeom>
        </p:spPr>
      </p:pic>
      <p:pic>
        <p:nvPicPr>
          <p:cNvPr id="54" name="Picture 53" descr="A black spot on a white background&#10;&#10;AI-generated content may be incorrect.">
            <a:extLst>
              <a:ext uri="{FF2B5EF4-FFF2-40B4-BE49-F238E27FC236}">
                <a16:creationId xmlns:a16="http://schemas.microsoft.com/office/drawing/2014/main" id="{C32E472E-E45C-E3EB-E4C0-9C597F0F95F2}"/>
              </a:ext>
            </a:extLst>
          </p:cNvPr>
          <p:cNvPicPr>
            <a:picLocks noChangeAspect="1"/>
          </p:cNvPicPr>
          <p:nvPr/>
        </p:nvPicPr>
        <p:blipFill>
          <a:blip r:embed="rId6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9810" y="4805577"/>
            <a:ext cx="600075" cy="1038225"/>
          </a:xfrm>
          <a:prstGeom prst="rect">
            <a:avLst/>
          </a:prstGeom>
        </p:spPr>
      </p:pic>
      <p:pic>
        <p:nvPicPr>
          <p:cNvPr id="56" name="Picture 55" descr="A black dot on a white background&#10;&#10;AI-generated content may be incorrect.">
            <a:extLst>
              <a:ext uri="{FF2B5EF4-FFF2-40B4-BE49-F238E27FC236}">
                <a16:creationId xmlns:a16="http://schemas.microsoft.com/office/drawing/2014/main" id="{1474408B-5570-7CEB-E7E5-FEED4C9DFC75}"/>
              </a:ext>
            </a:extLst>
          </p:cNvPr>
          <p:cNvPicPr>
            <a:picLocks noChangeAspect="1"/>
          </p:cNvPicPr>
          <p:nvPr/>
        </p:nvPicPr>
        <p:blipFill>
          <a:blip r:embed="rId6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7903" y="5084822"/>
            <a:ext cx="485775" cy="666750"/>
          </a:xfrm>
          <a:prstGeom prst="rect">
            <a:avLst/>
          </a:prstGeom>
        </p:spPr>
      </p:pic>
      <p:pic>
        <p:nvPicPr>
          <p:cNvPr id="58" name="Picture 57" descr="A close up of a person's face&#10;&#10;AI-generated content may be incorrect.">
            <a:extLst>
              <a:ext uri="{FF2B5EF4-FFF2-40B4-BE49-F238E27FC236}">
                <a16:creationId xmlns:a16="http://schemas.microsoft.com/office/drawing/2014/main" id="{972FEFDA-59A6-161B-F4B9-22F854F02C20}"/>
              </a:ext>
            </a:extLst>
          </p:cNvPr>
          <p:cNvPicPr>
            <a:picLocks noChangeAspect="1"/>
          </p:cNvPicPr>
          <p:nvPr/>
        </p:nvPicPr>
        <p:blipFill>
          <a:blip r:embed="rId6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5657" y="6188280"/>
            <a:ext cx="504825" cy="552450"/>
          </a:xfrm>
          <a:prstGeom prst="rect">
            <a:avLst/>
          </a:prstGeom>
        </p:spPr>
      </p:pic>
      <p:pic>
        <p:nvPicPr>
          <p:cNvPr id="60" name="Picture 59" descr="A blurry image of a number and a number&#10;&#10;AI-generated content may be incorrect.">
            <a:extLst>
              <a:ext uri="{FF2B5EF4-FFF2-40B4-BE49-F238E27FC236}">
                <a16:creationId xmlns:a16="http://schemas.microsoft.com/office/drawing/2014/main" id="{AAA71E2A-C80A-ADE5-39B9-00DFAF7551D3}"/>
              </a:ext>
            </a:extLst>
          </p:cNvPr>
          <p:cNvPicPr>
            <a:picLocks noChangeAspect="1"/>
          </p:cNvPicPr>
          <p:nvPr/>
        </p:nvPicPr>
        <p:blipFill>
          <a:blip r:embed="rId6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224" y="6173993"/>
            <a:ext cx="485775" cy="581025"/>
          </a:xfrm>
          <a:prstGeom prst="rect">
            <a:avLst/>
          </a:prstGeom>
        </p:spPr>
      </p:pic>
      <p:pic>
        <p:nvPicPr>
          <p:cNvPr id="62" name="Picture 61" descr="A black and white image of a bat&#10;&#10;AI-generated content may be incorrect.">
            <a:extLst>
              <a:ext uri="{FF2B5EF4-FFF2-40B4-BE49-F238E27FC236}">
                <a16:creationId xmlns:a16="http://schemas.microsoft.com/office/drawing/2014/main" id="{01BA71F2-E703-25ED-3BA6-064B3A767896}"/>
              </a:ext>
            </a:extLst>
          </p:cNvPr>
          <p:cNvPicPr>
            <a:picLocks noChangeAspect="1"/>
          </p:cNvPicPr>
          <p:nvPr/>
        </p:nvPicPr>
        <p:blipFill>
          <a:blip r:embed="rId6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818" y="6145418"/>
            <a:ext cx="485775" cy="638175"/>
          </a:xfrm>
          <a:prstGeom prst="rect">
            <a:avLst/>
          </a:prstGeom>
        </p:spPr>
      </p:pic>
      <p:pic>
        <p:nvPicPr>
          <p:cNvPr id="64" name="Picture 63" descr="A black and white image of a bird&#10;&#10;AI-generated content may be incorrect.">
            <a:extLst>
              <a:ext uri="{FF2B5EF4-FFF2-40B4-BE49-F238E27FC236}">
                <a16:creationId xmlns:a16="http://schemas.microsoft.com/office/drawing/2014/main" id="{FAB04E0D-36C3-C40D-2C92-5286B4B76CDE}"/>
              </a:ext>
            </a:extLst>
          </p:cNvPr>
          <p:cNvPicPr>
            <a:picLocks noChangeAspect="1"/>
          </p:cNvPicPr>
          <p:nvPr/>
        </p:nvPicPr>
        <p:blipFill>
          <a:blip r:embed="rId6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408" y="6131130"/>
            <a:ext cx="485775" cy="666750"/>
          </a:xfrm>
          <a:prstGeom prst="rect">
            <a:avLst/>
          </a:prstGeom>
        </p:spPr>
      </p:pic>
      <p:pic>
        <p:nvPicPr>
          <p:cNvPr id="66" name="Picture 65" descr="A black text and numbers&#10;&#10;AI-generated content may be incorrect.">
            <a:extLst>
              <a:ext uri="{FF2B5EF4-FFF2-40B4-BE49-F238E27FC236}">
                <a16:creationId xmlns:a16="http://schemas.microsoft.com/office/drawing/2014/main" id="{33CF3C0D-D284-D879-111D-06B0E68C6AEA}"/>
              </a:ext>
            </a:extLst>
          </p:cNvPr>
          <p:cNvPicPr>
            <a:picLocks noChangeAspect="1"/>
          </p:cNvPicPr>
          <p:nvPr/>
        </p:nvPicPr>
        <p:blipFill>
          <a:blip r:embed="rId7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7504" y="6149025"/>
            <a:ext cx="485775" cy="638175"/>
          </a:xfrm>
          <a:prstGeom prst="rect">
            <a:avLst/>
          </a:prstGeom>
        </p:spPr>
      </p:pic>
      <p:pic>
        <p:nvPicPr>
          <p:cNvPr id="68" name="Picture 67" descr="A black and white image of a bird&#10;&#10;AI-generated content may be incorrect.">
            <a:extLst>
              <a:ext uri="{FF2B5EF4-FFF2-40B4-BE49-F238E27FC236}">
                <a16:creationId xmlns:a16="http://schemas.microsoft.com/office/drawing/2014/main" id="{2FCFD2EF-5EAF-E570-D1AF-FAAE1E489D09}"/>
              </a:ext>
            </a:extLst>
          </p:cNvPr>
          <p:cNvPicPr>
            <a:picLocks noChangeAspect="1"/>
          </p:cNvPicPr>
          <p:nvPr/>
        </p:nvPicPr>
        <p:blipFill>
          <a:blip r:embed="rId7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4772" y="6158857"/>
            <a:ext cx="485775" cy="638175"/>
          </a:xfrm>
          <a:prstGeom prst="rect">
            <a:avLst/>
          </a:prstGeom>
        </p:spPr>
      </p:pic>
      <p:pic>
        <p:nvPicPr>
          <p:cNvPr id="70" name="Picture 69" descr="A close-up of a number&#10;&#10;AI-generated content may be incorrect.">
            <a:extLst>
              <a:ext uri="{FF2B5EF4-FFF2-40B4-BE49-F238E27FC236}">
                <a16:creationId xmlns:a16="http://schemas.microsoft.com/office/drawing/2014/main" id="{BA0F25B5-8F8F-441F-AA63-F8E29D062ADE}"/>
              </a:ext>
            </a:extLst>
          </p:cNvPr>
          <p:cNvPicPr>
            <a:picLocks noChangeAspect="1"/>
          </p:cNvPicPr>
          <p:nvPr/>
        </p:nvPicPr>
        <p:blipFill>
          <a:blip r:embed="rId7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6887" y="6134737"/>
            <a:ext cx="485775" cy="666750"/>
          </a:xfrm>
          <a:prstGeom prst="rect">
            <a:avLst/>
          </a:prstGeom>
        </p:spPr>
      </p:pic>
      <p:pic>
        <p:nvPicPr>
          <p:cNvPr id="72" name="Picture 71" descr="A close up of a number&#10;&#10;AI-generated content may be incorrect.">
            <a:extLst>
              <a:ext uri="{FF2B5EF4-FFF2-40B4-BE49-F238E27FC236}">
                <a16:creationId xmlns:a16="http://schemas.microsoft.com/office/drawing/2014/main" id="{B500AA0F-57F0-D52C-7ED1-F012C5C68058}"/>
              </a:ext>
            </a:extLst>
          </p:cNvPr>
          <p:cNvPicPr>
            <a:picLocks noChangeAspect="1"/>
          </p:cNvPicPr>
          <p:nvPr/>
        </p:nvPicPr>
        <p:blipFill>
          <a:blip r:embed="rId7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0568" y="6182976"/>
            <a:ext cx="485775" cy="609600"/>
          </a:xfrm>
          <a:prstGeom prst="rect">
            <a:avLst/>
          </a:prstGeom>
        </p:spPr>
      </p:pic>
      <p:pic>
        <p:nvPicPr>
          <p:cNvPr id="74" name="Picture 73" descr="A black and white image of a number and a black and white image of a number and a black and white image of a number and a black and white image of a number and a black and&#10;&#10;AI-generated content may be incorrect.">
            <a:extLst>
              <a:ext uri="{FF2B5EF4-FFF2-40B4-BE49-F238E27FC236}">
                <a16:creationId xmlns:a16="http://schemas.microsoft.com/office/drawing/2014/main" id="{6EFFAD31-6D92-D3DB-1D9D-480AEA53B903}"/>
              </a:ext>
            </a:extLst>
          </p:cNvPr>
          <p:cNvPicPr>
            <a:picLocks noChangeAspect="1"/>
          </p:cNvPicPr>
          <p:nvPr/>
        </p:nvPicPr>
        <p:blipFill>
          <a:blip r:embed="rId7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7382" y="7099950"/>
            <a:ext cx="485775" cy="695325"/>
          </a:xfrm>
          <a:prstGeom prst="rect">
            <a:avLst/>
          </a:prstGeom>
        </p:spPr>
      </p:pic>
      <p:pic>
        <p:nvPicPr>
          <p:cNvPr id="76" name="Picture 75" descr="A black and white image of a black spot&#10;&#10;AI-generated content may be incorrect.">
            <a:extLst>
              <a:ext uri="{FF2B5EF4-FFF2-40B4-BE49-F238E27FC236}">
                <a16:creationId xmlns:a16="http://schemas.microsoft.com/office/drawing/2014/main" id="{80C32F96-7BDE-DD57-58E0-B1C81C703FDB}"/>
              </a:ext>
            </a:extLst>
          </p:cNvPr>
          <p:cNvPicPr>
            <a:picLocks noChangeAspect="1"/>
          </p:cNvPicPr>
          <p:nvPr/>
        </p:nvPicPr>
        <p:blipFill>
          <a:blip r:embed="rId7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7583" y="7157100"/>
            <a:ext cx="485775" cy="581025"/>
          </a:xfrm>
          <a:prstGeom prst="rect">
            <a:avLst/>
          </a:prstGeom>
        </p:spPr>
      </p:pic>
      <p:pic>
        <p:nvPicPr>
          <p:cNvPr id="78" name="Picture 77" descr="A black and white image of a number&#10;&#10;AI-generated content may be incorrect.">
            <a:extLst>
              <a:ext uri="{FF2B5EF4-FFF2-40B4-BE49-F238E27FC236}">
                <a16:creationId xmlns:a16="http://schemas.microsoft.com/office/drawing/2014/main" id="{646BC244-86B0-88CF-8A5F-69474D18551C}"/>
              </a:ext>
            </a:extLst>
          </p:cNvPr>
          <p:cNvPicPr>
            <a:picLocks noChangeAspect="1"/>
          </p:cNvPicPr>
          <p:nvPr/>
        </p:nvPicPr>
        <p:blipFill>
          <a:blip r:embed="rId7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111" y="7099950"/>
            <a:ext cx="485775" cy="695325"/>
          </a:xfrm>
          <a:prstGeom prst="rect">
            <a:avLst/>
          </a:prstGeom>
        </p:spPr>
      </p:pic>
      <p:pic>
        <p:nvPicPr>
          <p:cNvPr id="80" name="Picture 79" descr="A black and white image of a black object&#10;&#10;AI-generated content may be incorrect.">
            <a:extLst>
              <a:ext uri="{FF2B5EF4-FFF2-40B4-BE49-F238E27FC236}">
                <a16:creationId xmlns:a16="http://schemas.microsoft.com/office/drawing/2014/main" id="{6D2307FD-B10A-161B-E6BB-FBFDAF1D0905}"/>
              </a:ext>
            </a:extLst>
          </p:cNvPr>
          <p:cNvPicPr>
            <a:picLocks noChangeAspect="1"/>
          </p:cNvPicPr>
          <p:nvPr/>
        </p:nvPicPr>
        <p:blipFill>
          <a:blip r:embed="rId7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639" y="7057087"/>
            <a:ext cx="485775" cy="781050"/>
          </a:xfrm>
          <a:prstGeom prst="rect">
            <a:avLst/>
          </a:prstGeom>
        </p:spPr>
      </p:pic>
      <p:pic>
        <p:nvPicPr>
          <p:cNvPr id="82" name="Picture 81" descr="A black feather on a white background&#10;&#10;AI-generated content may be incorrect.">
            <a:extLst>
              <a:ext uri="{FF2B5EF4-FFF2-40B4-BE49-F238E27FC236}">
                <a16:creationId xmlns:a16="http://schemas.microsoft.com/office/drawing/2014/main" id="{990F65FB-EA49-8943-EEE8-023A012F6BE8}"/>
              </a:ext>
            </a:extLst>
          </p:cNvPr>
          <p:cNvPicPr>
            <a:picLocks noChangeAspect="1"/>
          </p:cNvPicPr>
          <p:nvPr/>
        </p:nvPicPr>
        <p:blipFill>
          <a:blip r:embed="rId7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9926" y="6843108"/>
            <a:ext cx="485775" cy="1038225"/>
          </a:xfrm>
          <a:prstGeom prst="rect">
            <a:avLst/>
          </a:prstGeom>
        </p:spPr>
      </p:pic>
      <p:pic>
        <p:nvPicPr>
          <p:cNvPr id="84" name="Picture 83" descr="A black oval object with a white background&#10;&#10;AI-generated content may be incorrect.">
            <a:extLst>
              <a:ext uri="{FF2B5EF4-FFF2-40B4-BE49-F238E27FC236}">
                <a16:creationId xmlns:a16="http://schemas.microsoft.com/office/drawing/2014/main" id="{C21B3AD8-A9EE-4DFB-E3DE-97C195C5A416}"/>
              </a:ext>
            </a:extLst>
          </p:cNvPr>
          <p:cNvPicPr>
            <a:picLocks noChangeAspect="1"/>
          </p:cNvPicPr>
          <p:nvPr/>
        </p:nvPicPr>
        <p:blipFill>
          <a:blip r:embed="rId7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6068" y="6851019"/>
            <a:ext cx="828675" cy="1038225"/>
          </a:xfrm>
          <a:prstGeom prst="rect">
            <a:avLst/>
          </a:prstGeom>
        </p:spPr>
      </p:pic>
      <p:pic>
        <p:nvPicPr>
          <p:cNvPr id="86" name="Picture 85" descr="A black oval with numbers and a white background&#10;&#10;AI-generated content may be incorrect.">
            <a:extLst>
              <a:ext uri="{FF2B5EF4-FFF2-40B4-BE49-F238E27FC236}">
                <a16:creationId xmlns:a16="http://schemas.microsoft.com/office/drawing/2014/main" id="{FCA7121D-5E03-E695-C0A4-118961DC3E4B}"/>
              </a:ext>
            </a:extLst>
          </p:cNvPr>
          <p:cNvPicPr>
            <a:picLocks noChangeAspect="1"/>
          </p:cNvPicPr>
          <p:nvPr/>
        </p:nvPicPr>
        <p:blipFill>
          <a:blip r:embed="rId8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0645" y="7077302"/>
            <a:ext cx="485775" cy="781050"/>
          </a:xfrm>
          <a:prstGeom prst="rect">
            <a:avLst/>
          </a:prstGeom>
        </p:spPr>
      </p:pic>
      <p:pic>
        <p:nvPicPr>
          <p:cNvPr id="88" name="Picture 87" descr="A black heart with numbers and a white background&#10;&#10;AI-generated content may be incorrect.">
            <a:extLst>
              <a:ext uri="{FF2B5EF4-FFF2-40B4-BE49-F238E27FC236}">
                <a16:creationId xmlns:a16="http://schemas.microsoft.com/office/drawing/2014/main" id="{31053EDA-2967-1652-F071-8C72CFC5E215}"/>
              </a:ext>
            </a:extLst>
          </p:cNvPr>
          <p:cNvPicPr>
            <a:picLocks noChangeAspect="1"/>
          </p:cNvPicPr>
          <p:nvPr/>
        </p:nvPicPr>
        <p:blipFill>
          <a:blip r:embed="rId8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9614" y="7117894"/>
            <a:ext cx="685800" cy="723900"/>
          </a:xfrm>
          <a:prstGeom prst="rect">
            <a:avLst/>
          </a:prstGeom>
        </p:spPr>
      </p:pic>
      <p:pic>
        <p:nvPicPr>
          <p:cNvPr id="90" name="Picture 89">
            <a:extLst>
              <a:ext uri="{FF2B5EF4-FFF2-40B4-BE49-F238E27FC236}">
                <a16:creationId xmlns:a16="http://schemas.microsoft.com/office/drawing/2014/main" id="{2C0F7506-65C4-10B2-BC0A-5550669E4EB1}"/>
              </a:ext>
            </a:extLst>
          </p:cNvPr>
          <p:cNvPicPr>
            <a:picLocks noChangeAspect="1"/>
          </p:cNvPicPr>
          <p:nvPr/>
        </p:nvPicPr>
        <p:blipFill>
          <a:blip r:embed="rId8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4707" y="8184245"/>
            <a:ext cx="485775" cy="809625"/>
          </a:xfrm>
          <a:prstGeom prst="rect">
            <a:avLst/>
          </a:prstGeom>
        </p:spPr>
      </p:pic>
      <p:pic>
        <p:nvPicPr>
          <p:cNvPr id="92" name="Picture 91" descr="A black object with a heart on it&#10;&#10;AI-generated content may be incorrect.">
            <a:extLst>
              <a:ext uri="{FF2B5EF4-FFF2-40B4-BE49-F238E27FC236}">
                <a16:creationId xmlns:a16="http://schemas.microsoft.com/office/drawing/2014/main" id="{088D2349-A6F3-6D53-9E54-8E02B5F9573B}"/>
              </a:ext>
            </a:extLst>
          </p:cNvPr>
          <p:cNvPicPr>
            <a:picLocks noChangeAspect="1"/>
          </p:cNvPicPr>
          <p:nvPr/>
        </p:nvPicPr>
        <p:blipFill>
          <a:blip r:embed="rId8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8662" y="8112807"/>
            <a:ext cx="485775" cy="952500"/>
          </a:xfrm>
          <a:prstGeom prst="rect">
            <a:avLst/>
          </a:prstGeom>
        </p:spPr>
      </p:pic>
      <p:pic>
        <p:nvPicPr>
          <p:cNvPr id="94" name="Picture 93" descr="A black spot on a white background&#10;&#10;AI-generated content may be incorrect.">
            <a:extLst>
              <a:ext uri="{FF2B5EF4-FFF2-40B4-BE49-F238E27FC236}">
                <a16:creationId xmlns:a16="http://schemas.microsoft.com/office/drawing/2014/main" id="{00C50D3C-E4ED-A51A-5686-9B49DC5168AD}"/>
              </a:ext>
            </a:extLst>
          </p:cNvPr>
          <p:cNvPicPr>
            <a:picLocks noChangeAspect="1"/>
          </p:cNvPicPr>
          <p:nvPr/>
        </p:nvPicPr>
        <p:blipFill>
          <a:blip r:embed="rId8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818" y="8127095"/>
            <a:ext cx="485775" cy="923925"/>
          </a:xfrm>
          <a:prstGeom prst="rect">
            <a:avLst/>
          </a:prstGeom>
        </p:spPr>
      </p:pic>
      <p:pic>
        <p:nvPicPr>
          <p:cNvPr id="96" name="Picture 95" descr="A black spot on a white background&#10;&#10;AI-generated content may be incorrect.">
            <a:extLst>
              <a:ext uri="{FF2B5EF4-FFF2-40B4-BE49-F238E27FC236}">
                <a16:creationId xmlns:a16="http://schemas.microsoft.com/office/drawing/2014/main" id="{70ED13C1-2431-E2CA-503F-D050CDA9DE45}"/>
              </a:ext>
            </a:extLst>
          </p:cNvPr>
          <p:cNvPicPr>
            <a:picLocks noChangeAspect="1"/>
          </p:cNvPicPr>
          <p:nvPr/>
        </p:nvPicPr>
        <p:blipFill>
          <a:blip r:embed="rId8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882" y="8040449"/>
            <a:ext cx="485775" cy="1038225"/>
          </a:xfrm>
          <a:prstGeom prst="rect">
            <a:avLst/>
          </a:prstGeom>
        </p:spPr>
      </p:pic>
      <p:sp>
        <p:nvSpPr>
          <p:cNvPr id="98" name="TextBox 97">
            <a:extLst>
              <a:ext uri="{FF2B5EF4-FFF2-40B4-BE49-F238E27FC236}">
                <a16:creationId xmlns:a16="http://schemas.microsoft.com/office/drawing/2014/main" id="{20F5E2BF-023D-4C85-CC9A-AB5A0800F861}"/>
              </a:ext>
            </a:extLst>
          </p:cNvPr>
          <p:cNvSpPr txBox="1"/>
          <p:nvPr/>
        </p:nvSpPr>
        <p:spPr>
          <a:xfrm>
            <a:off x="3038501" y="4798148"/>
            <a:ext cx="24872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3C5425"/>
                </a:solidFill>
              </a:rPr>
              <a:t>mc_aggregate_dense_dark_round_to_rhizaria</a:t>
            </a:r>
            <a:endParaRPr lang="en-US" sz="1200" dirty="0">
              <a:solidFill>
                <a:srgbClr val="3C5425"/>
              </a:solidFill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335FAB29-2195-DB12-FE27-E924D329BBDC}"/>
              </a:ext>
            </a:extLst>
          </p:cNvPr>
          <p:cNvSpPr txBox="1"/>
          <p:nvPr/>
        </p:nvSpPr>
        <p:spPr>
          <a:xfrm>
            <a:off x="3048340" y="6833436"/>
            <a:ext cx="304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3C5425"/>
                </a:solidFill>
              </a:rPr>
              <a:t>mc_mc_aggregate_dense_to_crustacea</a:t>
            </a:r>
            <a:endParaRPr lang="en-US" sz="1200" dirty="0">
              <a:solidFill>
                <a:srgbClr val="3C5425"/>
              </a:solidFill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A35A7A53-E79C-7ECD-0C51-AF7706322D3B}"/>
              </a:ext>
            </a:extLst>
          </p:cNvPr>
          <p:cNvSpPr txBox="1"/>
          <p:nvPr/>
        </p:nvSpPr>
        <p:spPr>
          <a:xfrm>
            <a:off x="-9499" y="4792842"/>
            <a:ext cx="30574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3C5425"/>
                </a:solidFill>
              </a:rPr>
              <a:t>mc_aggregate_dense_amorphous_to_detritus_dense_round</a:t>
            </a:r>
            <a:endParaRPr lang="en-US" sz="1200" dirty="0">
              <a:solidFill>
                <a:srgbClr val="3C5425"/>
              </a:solidFill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DAD25C58-A71B-8AE4-69C6-1B8C92CDB930}"/>
              </a:ext>
            </a:extLst>
          </p:cNvPr>
          <p:cNvSpPr txBox="1"/>
          <p:nvPr/>
        </p:nvSpPr>
        <p:spPr>
          <a:xfrm>
            <a:off x="-14413" y="5849813"/>
            <a:ext cx="30574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3C5425"/>
                </a:solidFill>
              </a:rPr>
              <a:t>mc_aggregate_dense_elongated_to_aggregate_fluffy</a:t>
            </a:r>
            <a:endParaRPr lang="en-US" sz="1200" dirty="0">
              <a:solidFill>
                <a:srgbClr val="3C5425"/>
              </a:solidFill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114B9E33-A56C-8463-E279-5622D48A6EF8}"/>
              </a:ext>
            </a:extLst>
          </p:cNvPr>
          <p:cNvSpPr txBox="1"/>
          <p:nvPr/>
        </p:nvSpPr>
        <p:spPr>
          <a:xfrm>
            <a:off x="3033588" y="5855119"/>
            <a:ext cx="3048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3C5425"/>
                </a:solidFill>
              </a:rPr>
              <a:t>mc_aggregate_dense_elongated_two_elements_to_bubbles</a:t>
            </a:r>
            <a:endParaRPr lang="en-US" sz="1200" dirty="0">
              <a:solidFill>
                <a:srgbClr val="3C5425"/>
              </a:solidFill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B8108B0B-F08E-0C3F-43E4-001D00AD308A}"/>
              </a:ext>
            </a:extLst>
          </p:cNvPr>
          <p:cNvSpPr txBox="1"/>
          <p:nvPr/>
        </p:nvSpPr>
        <p:spPr>
          <a:xfrm>
            <a:off x="339" y="6828130"/>
            <a:ext cx="30574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3C5425"/>
                </a:solidFill>
              </a:rPr>
              <a:t>mc_aggregate_dense_to_aggregate_fluffy_dark</a:t>
            </a:r>
            <a:endParaRPr lang="en-US" sz="1200" dirty="0">
              <a:solidFill>
                <a:srgbClr val="3C5425"/>
              </a:solidFill>
            </a:endParaRP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51001435-4CEF-2212-7012-9A095D92B21D}"/>
              </a:ext>
            </a:extLst>
          </p:cNvPr>
          <p:cNvSpPr txBox="1"/>
          <p:nvPr/>
        </p:nvSpPr>
        <p:spPr>
          <a:xfrm>
            <a:off x="-5172" y="7912960"/>
            <a:ext cx="304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3C5425"/>
                </a:solidFill>
              </a:rPr>
              <a:t>mc_aggregate_dense_to_feces</a:t>
            </a:r>
            <a:endParaRPr lang="en-US" sz="1200" dirty="0">
              <a:solidFill>
                <a:srgbClr val="3C5425"/>
              </a:solidFill>
            </a:endParaRP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C32D9BEC-04DA-D9E2-3EBC-D439FFDCD3C9}"/>
              </a:ext>
            </a:extLst>
          </p:cNvPr>
          <p:cNvSpPr txBox="1"/>
          <p:nvPr/>
        </p:nvSpPr>
        <p:spPr>
          <a:xfrm>
            <a:off x="3028662" y="7900225"/>
            <a:ext cx="3048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rgbClr val="3C5425"/>
                </a:solidFill>
              </a:rPr>
              <a:t>mc_aggregate_dense_2_black_to_aggregate_fluffy_dark</a:t>
            </a: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82596206-FB3B-2EB7-A59D-C9FB980E58BA}"/>
              </a:ext>
            </a:extLst>
          </p:cNvPr>
          <p:cNvSpPr/>
          <p:nvPr/>
        </p:nvSpPr>
        <p:spPr>
          <a:xfrm>
            <a:off x="3048000" y="4798148"/>
            <a:ext cx="3048000" cy="1052131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0470A48E-6F8D-D284-CD05-9EE13C825AF4}"/>
              </a:ext>
            </a:extLst>
          </p:cNvPr>
          <p:cNvSpPr txBox="1"/>
          <p:nvPr/>
        </p:nvSpPr>
        <p:spPr>
          <a:xfrm>
            <a:off x="1901549" y="4428407"/>
            <a:ext cx="2284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3C5425"/>
                </a:solidFill>
              </a:rPr>
              <a:t>(b) Dense Aggregates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484D64C5-7004-9891-218F-A4E603955BAF}"/>
              </a:ext>
            </a:extLst>
          </p:cNvPr>
          <p:cNvSpPr txBox="1"/>
          <p:nvPr/>
        </p:nvSpPr>
        <p:spPr>
          <a:xfrm>
            <a:off x="5014951" y="-1118"/>
            <a:ext cx="21909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BAE4F"/>
                </a:solidFill>
              </a:rPr>
              <a:t>(a) Fluffy Aggregates</a:t>
            </a: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FF740F60-11C2-FBCF-D159-27D8ABC7D9C4}"/>
              </a:ext>
            </a:extLst>
          </p:cNvPr>
          <p:cNvSpPr/>
          <p:nvPr/>
        </p:nvSpPr>
        <p:spPr>
          <a:xfrm>
            <a:off x="9146644" y="7821101"/>
            <a:ext cx="3048000" cy="1297163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9DCD19A5-AE36-B685-6649-814D54747E50}"/>
              </a:ext>
            </a:extLst>
          </p:cNvPr>
          <p:cNvSpPr/>
          <p:nvPr/>
        </p:nvSpPr>
        <p:spPr>
          <a:xfrm>
            <a:off x="6098644" y="6661444"/>
            <a:ext cx="3048000" cy="1159988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482A3D0D-4290-45F7-FF25-655328C39EC4}"/>
              </a:ext>
            </a:extLst>
          </p:cNvPr>
          <p:cNvSpPr/>
          <p:nvPr/>
        </p:nvSpPr>
        <p:spPr>
          <a:xfrm>
            <a:off x="9146644" y="6661444"/>
            <a:ext cx="3048000" cy="1159988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C4E41120-2B4E-784A-375F-D6FA63667983}"/>
              </a:ext>
            </a:extLst>
          </p:cNvPr>
          <p:cNvSpPr/>
          <p:nvPr/>
        </p:nvSpPr>
        <p:spPr>
          <a:xfrm>
            <a:off x="6098644" y="7821101"/>
            <a:ext cx="3048000" cy="1297163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pic>
        <p:nvPicPr>
          <p:cNvPr id="128" name="Picture 127" descr="A black text and a black line&#10;&#10;AI-generated content may be incorrect.">
            <a:extLst>
              <a:ext uri="{FF2B5EF4-FFF2-40B4-BE49-F238E27FC236}">
                <a16:creationId xmlns:a16="http://schemas.microsoft.com/office/drawing/2014/main" id="{D99029DD-97A6-3962-59B0-052F0EE9F85E}"/>
              </a:ext>
            </a:extLst>
          </p:cNvPr>
          <p:cNvPicPr>
            <a:picLocks noChangeAspect="1"/>
          </p:cNvPicPr>
          <p:nvPr/>
        </p:nvPicPr>
        <p:blipFill>
          <a:blip r:embed="rId8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3158"/>
          <a:stretch>
            <a:fillRect/>
          </a:stretch>
        </p:blipFill>
        <p:spPr>
          <a:xfrm>
            <a:off x="7566796" y="6993071"/>
            <a:ext cx="790475" cy="609600"/>
          </a:xfrm>
          <a:prstGeom prst="rect">
            <a:avLst/>
          </a:prstGeom>
        </p:spPr>
      </p:pic>
      <p:pic>
        <p:nvPicPr>
          <p:cNvPr id="130" name="Picture 129" descr="A close up of a white background&#10;&#10;AI-generated content may be incorrect.">
            <a:extLst>
              <a:ext uri="{FF2B5EF4-FFF2-40B4-BE49-F238E27FC236}">
                <a16:creationId xmlns:a16="http://schemas.microsoft.com/office/drawing/2014/main" id="{D91C85DA-2B23-B9E2-7376-692E4D689171}"/>
              </a:ext>
            </a:extLst>
          </p:cNvPr>
          <p:cNvPicPr>
            <a:picLocks noChangeAspect="1"/>
          </p:cNvPicPr>
          <p:nvPr/>
        </p:nvPicPr>
        <p:blipFill>
          <a:blip r:embed="rId8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930" b="20315"/>
          <a:stretch>
            <a:fillRect/>
          </a:stretch>
        </p:blipFill>
        <p:spPr>
          <a:xfrm>
            <a:off x="8563288" y="6897830"/>
            <a:ext cx="485775" cy="800082"/>
          </a:xfrm>
          <a:prstGeom prst="rect">
            <a:avLst/>
          </a:prstGeom>
        </p:spPr>
      </p:pic>
      <p:pic>
        <p:nvPicPr>
          <p:cNvPr id="132" name="Picture 131" descr="A blurry image of a white object&#10;&#10;AI-generated content may be incorrect.">
            <a:extLst>
              <a:ext uri="{FF2B5EF4-FFF2-40B4-BE49-F238E27FC236}">
                <a16:creationId xmlns:a16="http://schemas.microsoft.com/office/drawing/2014/main" id="{AA8990F4-496C-2B77-0A4C-E5A47E4897FB}"/>
              </a:ext>
            </a:extLst>
          </p:cNvPr>
          <p:cNvPicPr>
            <a:picLocks noChangeAspect="1"/>
          </p:cNvPicPr>
          <p:nvPr/>
        </p:nvPicPr>
        <p:blipFill>
          <a:blip r:embed="rId8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521" b="24066"/>
          <a:stretch>
            <a:fillRect/>
          </a:stretch>
        </p:blipFill>
        <p:spPr>
          <a:xfrm>
            <a:off x="6875006" y="6931044"/>
            <a:ext cx="485775" cy="733654"/>
          </a:xfrm>
          <a:prstGeom prst="rect">
            <a:avLst/>
          </a:prstGeom>
        </p:spPr>
      </p:pic>
      <p:pic>
        <p:nvPicPr>
          <p:cNvPr id="134" name="Picture 133" descr="A white background with black text and numbers&#10;&#10;AI-generated content may be incorrect.">
            <a:extLst>
              <a:ext uri="{FF2B5EF4-FFF2-40B4-BE49-F238E27FC236}">
                <a16:creationId xmlns:a16="http://schemas.microsoft.com/office/drawing/2014/main" id="{2BD84DDB-55EE-BF12-67A2-987CEC48249E}"/>
              </a:ext>
            </a:extLst>
          </p:cNvPr>
          <p:cNvPicPr>
            <a:picLocks noChangeAspect="1"/>
          </p:cNvPicPr>
          <p:nvPr/>
        </p:nvPicPr>
        <p:blipFill>
          <a:blip r:embed="rId8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55" r="13249" b="20056"/>
          <a:stretch>
            <a:fillRect/>
          </a:stretch>
        </p:blipFill>
        <p:spPr>
          <a:xfrm>
            <a:off x="7193564" y="8090861"/>
            <a:ext cx="1017700" cy="767843"/>
          </a:xfrm>
          <a:prstGeom prst="rect">
            <a:avLst/>
          </a:prstGeom>
        </p:spPr>
      </p:pic>
      <p:pic>
        <p:nvPicPr>
          <p:cNvPr id="136" name="Picture 135" descr="A black text and a white background&#10;&#10;AI-generated content may be incorrect.">
            <a:extLst>
              <a:ext uri="{FF2B5EF4-FFF2-40B4-BE49-F238E27FC236}">
                <a16:creationId xmlns:a16="http://schemas.microsoft.com/office/drawing/2014/main" id="{698B52C0-0DC9-EB28-238A-CF1021FD86CC}"/>
              </a:ext>
            </a:extLst>
          </p:cNvPr>
          <p:cNvPicPr>
            <a:picLocks noChangeAspect="1"/>
          </p:cNvPicPr>
          <p:nvPr/>
        </p:nvPicPr>
        <p:blipFill>
          <a:blip r:embed="rId9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986" t="19284" r="19056" b="24378"/>
          <a:stretch>
            <a:fillRect/>
          </a:stretch>
        </p:blipFill>
        <p:spPr>
          <a:xfrm>
            <a:off x="8345045" y="8131795"/>
            <a:ext cx="653258" cy="617111"/>
          </a:xfrm>
          <a:prstGeom prst="rect">
            <a:avLst/>
          </a:prstGeom>
        </p:spPr>
      </p:pic>
      <p:pic>
        <p:nvPicPr>
          <p:cNvPr id="138" name="Picture 137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F47E61F0-B81A-BC67-747B-188B813DC0F4}"/>
              </a:ext>
            </a:extLst>
          </p:cNvPr>
          <p:cNvPicPr>
            <a:picLocks noChangeAspect="1"/>
          </p:cNvPicPr>
          <p:nvPr/>
        </p:nvPicPr>
        <p:blipFill>
          <a:blip r:embed="rId9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14" t="14419" r="7517" b="7501"/>
          <a:stretch>
            <a:fillRect/>
          </a:stretch>
        </p:blipFill>
        <p:spPr>
          <a:xfrm>
            <a:off x="6249340" y="7846113"/>
            <a:ext cx="825872" cy="1099713"/>
          </a:xfrm>
          <a:prstGeom prst="rect">
            <a:avLst/>
          </a:prstGeom>
        </p:spPr>
      </p:pic>
      <p:sp>
        <p:nvSpPr>
          <p:cNvPr id="140" name="TextBox 139">
            <a:extLst>
              <a:ext uri="{FF2B5EF4-FFF2-40B4-BE49-F238E27FC236}">
                <a16:creationId xmlns:a16="http://schemas.microsoft.com/office/drawing/2014/main" id="{2C0F30DD-CBE9-4943-B3CD-F52A36B77771}"/>
              </a:ext>
            </a:extLst>
          </p:cNvPr>
          <p:cNvSpPr txBox="1"/>
          <p:nvPr/>
        </p:nvSpPr>
        <p:spPr>
          <a:xfrm>
            <a:off x="6084231" y="7820715"/>
            <a:ext cx="30574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5679BF"/>
                </a:solidFill>
              </a:rPr>
              <a:t>mc_fiber_thin_straight</a:t>
            </a:r>
            <a:endParaRPr lang="en-US" sz="1200" dirty="0">
              <a:solidFill>
                <a:srgbClr val="5679BF"/>
              </a:solidFill>
            </a:endParaRPr>
          </a:p>
        </p:txBody>
      </p:sp>
      <p:pic>
        <p:nvPicPr>
          <p:cNvPr id="146" name="Picture 145" descr="A blurry image of a white object&#10;&#10;AI-generated content may be incorrect.">
            <a:extLst>
              <a:ext uri="{FF2B5EF4-FFF2-40B4-BE49-F238E27FC236}">
                <a16:creationId xmlns:a16="http://schemas.microsoft.com/office/drawing/2014/main" id="{CA608F41-76FC-43F9-2F80-5CBF240AC4D9}"/>
              </a:ext>
            </a:extLst>
          </p:cNvPr>
          <p:cNvPicPr>
            <a:picLocks noChangeAspect="1"/>
          </p:cNvPicPr>
          <p:nvPr/>
        </p:nvPicPr>
        <p:blipFill>
          <a:blip r:embed="rId8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9079" b="-1"/>
          <a:stretch>
            <a:fillRect/>
          </a:stretch>
        </p:blipFill>
        <p:spPr>
          <a:xfrm>
            <a:off x="6875005" y="7493017"/>
            <a:ext cx="485775" cy="276999"/>
          </a:xfrm>
          <a:prstGeom prst="rect">
            <a:avLst/>
          </a:prstGeom>
        </p:spPr>
      </p:pic>
      <p:pic>
        <p:nvPicPr>
          <p:cNvPr id="147" name="Picture 146" descr="A white background with a black and white flag&#10;&#10;AI-generated content may be incorrect.">
            <a:extLst>
              <a:ext uri="{FF2B5EF4-FFF2-40B4-BE49-F238E27FC236}">
                <a16:creationId xmlns:a16="http://schemas.microsoft.com/office/drawing/2014/main" id="{23C9C5C4-956C-1B09-17ED-72D50EA71210}"/>
              </a:ext>
            </a:extLst>
          </p:cNvPr>
          <p:cNvPicPr>
            <a:picLocks noChangeAspect="1"/>
          </p:cNvPicPr>
          <p:nvPr/>
        </p:nvPicPr>
        <p:blipFill>
          <a:blip r:embed="rId9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586" b="23915"/>
          <a:stretch>
            <a:fillRect/>
          </a:stretch>
        </p:blipFill>
        <p:spPr>
          <a:xfrm>
            <a:off x="6158276" y="6897830"/>
            <a:ext cx="485775" cy="800082"/>
          </a:xfrm>
          <a:prstGeom prst="rect">
            <a:avLst/>
          </a:prstGeom>
        </p:spPr>
      </p:pic>
      <p:pic>
        <p:nvPicPr>
          <p:cNvPr id="148" name="Picture 147" descr="A white background with a black and white flag&#10;&#10;AI-generated content may be incorrect.">
            <a:extLst>
              <a:ext uri="{FF2B5EF4-FFF2-40B4-BE49-F238E27FC236}">
                <a16:creationId xmlns:a16="http://schemas.microsoft.com/office/drawing/2014/main" id="{886CF289-EF03-402A-884C-D01493B2853A}"/>
              </a:ext>
            </a:extLst>
          </p:cNvPr>
          <p:cNvPicPr>
            <a:picLocks noChangeAspect="1"/>
          </p:cNvPicPr>
          <p:nvPr/>
        </p:nvPicPr>
        <p:blipFill>
          <a:blip r:embed="rId9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9806"/>
          <a:stretch>
            <a:fillRect/>
          </a:stretch>
        </p:blipFill>
        <p:spPr>
          <a:xfrm>
            <a:off x="6158276" y="7385023"/>
            <a:ext cx="485775" cy="307752"/>
          </a:xfrm>
          <a:prstGeom prst="rect">
            <a:avLst/>
          </a:prstGeom>
        </p:spPr>
      </p:pic>
      <p:pic>
        <p:nvPicPr>
          <p:cNvPr id="149" name="Picture 148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BB0128D6-7AF6-7438-B0A8-52BCB9AFFD74}"/>
              </a:ext>
            </a:extLst>
          </p:cNvPr>
          <p:cNvPicPr>
            <a:picLocks noChangeAspect="1"/>
          </p:cNvPicPr>
          <p:nvPr/>
        </p:nvPicPr>
        <p:blipFill>
          <a:blip r:embed="rId9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155" t="13528" r="15706" b="22020"/>
          <a:stretch>
            <a:fillRect/>
          </a:stretch>
        </p:blipFill>
        <p:spPr>
          <a:xfrm>
            <a:off x="9846666" y="6826667"/>
            <a:ext cx="714376" cy="963831"/>
          </a:xfrm>
          <a:prstGeom prst="rect">
            <a:avLst/>
          </a:prstGeom>
        </p:spPr>
      </p:pic>
      <p:pic>
        <p:nvPicPr>
          <p:cNvPr id="150" name="Picture 149" descr="A white object with a black object in the middle&#10;&#10;AI-generated content may be incorrect.">
            <a:extLst>
              <a:ext uri="{FF2B5EF4-FFF2-40B4-BE49-F238E27FC236}">
                <a16:creationId xmlns:a16="http://schemas.microsoft.com/office/drawing/2014/main" id="{3EB911A4-20E8-068A-2766-2CC184BC14AA}"/>
              </a:ext>
            </a:extLst>
          </p:cNvPr>
          <p:cNvPicPr>
            <a:picLocks noChangeAspect="1"/>
          </p:cNvPicPr>
          <p:nvPr/>
        </p:nvPicPr>
        <p:blipFill>
          <a:blip r:embed="rId9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874" b="26357"/>
          <a:stretch>
            <a:fillRect/>
          </a:stretch>
        </p:blipFill>
        <p:spPr>
          <a:xfrm>
            <a:off x="10758718" y="6849158"/>
            <a:ext cx="485775" cy="932749"/>
          </a:xfrm>
          <a:prstGeom prst="rect">
            <a:avLst/>
          </a:prstGeom>
        </p:spPr>
      </p:pic>
      <p:pic>
        <p:nvPicPr>
          <p:cNvPr id="151" name="Picture 150" descr="A close-up of a curved object&#10;&#10;AI-generated content may be incorrect.">
            <a:extLst>
              <a:ext uri="{FF2B5EF4-FFF2-40B4-BE49-F238E27FC236}">
                <a16:creationId xmlns:a16="http://schemas.microsoft.com/office/drawing/2014/main" id="{9E723AC6-429E-887C-C308-77F1AC5C9537}"/>
              </a:ext>
            </a:extLst>
          </p:cNvPr>
          <p:cNvPicPr>
            <a:picLocks noChangeAspect="1"/>
          </p:cNvPicPr>
          <p:nvPr/>
        </p:nvPicPr>
        <p:blipFill>
          <a:blip r:embed="rId9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67" t="22763" r="25008" b="23450"/>
          <a:stretch>
            <a:fillRect/>
          </a:stretch>
        </p:blipFill>
        <p:spPr>
          <a:xfrm>
            <a:off x="11442169" y="6798273"/>
            <a:ext cx="690563" cy="988777"/>
          </a:xfrm>
          <a:prstGeom prst="rect">
            <a:avLst/>
          </a:prstGeom>
        </p:spPr>
      </p:pic>
      <p:pic>
        <p:nvPicPr>
          <p:cNvPr id="152" name="Picture 151" descr="A white background with black lines&#10;&#10;AI-generated content may be incorrect.">
            <a:extLst>
              <a:ext uri="{FF2B5EF4-FFF2-40B4-BE49-F238E27FC236}">
                <a16:creationId xmlns:a16="http://schemas.microsoft.com/office/drawing/2014/main" id="{9E864A01-8768-9CF4-7FE7-E94FED30746C}"/>
              </a:ext>
            </a:extLst>
          </p:cNvPr>
          <p:cNvPicPr>
            <a:picLocks noChangeAspect="1"/>
          </p:cNvPicPr>
          <p:nvPr/>
        </p:nvPicPr>
        <p:blipFill>
          <a:blip r:embed="rId9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24" b="22702"/>
          <a:stretch>
            <a:fillRect/>
          </a:stretch>
        </p:blipFill>
        <p:spPr>
          <a:xfrm>
            <a:off x="9206291" y="6688466"/>
            <a:ext cx="485775" cy="1097269"/>
          </a:xfrm>
          <a:prstGeom prst="rect">
            <a:avLst/>
          </a:prstGeom>
        </p:spPr>
      </p:pic>
      <p:pic>
        <p:nvPicPr>
          <p:cNvPr id="153" name="Picture 152" descr="A close-up of a curved object&#10;&#10;AI-generated content may be incorrect.">
            <a:extLst>
              <a:ext uri="{FF2B5EF4-FFF2-40B4-BE49-F238E27FC236}">
                <a16:creationId xmlns:a16="http://schemas.microsoft.com/office/drawing/2014/main" id="{333DFCED-2955-2DD6-2C21-F1C8E1F95094}"/>
              </a:ext>
            </a:extLst>
          </p:cNvPr>
          <p:cNvPicPr>
            <a:picLocks noChangeAspect="1"/>
          </p:cNvPicPr>
          <p:nvPr/>
        </p:nvPicPr>
        <p:blipFill>
          <a:blip r:embed="rId9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82742" r="45076"/>
          <a:stretch>
            <a:fillRect/>
          </a:stretch>
        </p:blipFill>
        <p:spPr>
          <a:xfrm>
            <a:off x="11442169" y="7469784"/>
            <a:ext cx="690562" cy="317266"/>
          </a:xfrm>
          <a:prstGeom prst="rect">
            <a:avLst/>
          </a:prstGeom>
        </p:spPr>
      </p:pic>
      <p:pic>
        <p:nvPicPr>
          <p:cNvPr id="154" name="Picture 153" descr="A white background with black lines&#10;&#10;AI-generated content may be incorrect.">
            <a:extLst>
              <a:ext uri="{FF2B5EF4-FFF2-40B4-BE49-F238E27FC236}">
                <a16:creationId xmlns:a16="http://schemas.microsoft.com/office/drawing/2014/main" id="{A3A679CC-8942-468F-2243-1D3ADA3B3D3B}"/>
              </a:ext>
            </a:extLst>
          </p:cNvPr>
          <p:cNvPicPr>
            <a:picLocks noChangeAspect="1"/>
          </p:cNvPicPr>
          <p:nvPr/>
        </p:nvPicPr>
        <p:blipFill>
          <a:blip r:embed="rId9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9402"/>
          <a:stretch>
            <a:fillRect/>
          </a:stretch>
        </p:blipFill>
        <p:spPr>
          <a:xfrm>
            <a:off x="9206276" y="7461169"/>
            <a:ext cx="485775" cy="319803"/>
          </a:xfrm>
          <a:prstGeom prst="rect">
            <a:avLst/>
          </a:prstGeom>
        </p:spPr>
      </p:pic>
      <p:pic>
        <p:nvPicPr>
          <p:cNvPr id="155" name="Picture 154" descr="A white object with a black object in the middle&#10;&#10;AI-generated content may be incorrect.">
            <a:extLst>
              <a:ext uri="{FF2B5EF4-FFF2-40B4-BE49-F238E27FC236}">
                <a16:creationId xmlns:a16="http://schemas.microsoft.com/office/drawing/2014/main" id="{B1F6F50D-17DE-DABF-9D73-962D0B7866B4}"/>
              </a:ext>
            </a:extLst>
          </p:cNvPr>
          <p:cNvPicPr>
            <a:picLocks noChangeAspect="1"/>
          </p:cNvPicPr>
          <p:nvPr/>
        </p:nvPicPr>
        <p:blipFill>
          <a:blip r:embed="rId9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3752"/>
          <a:stretch>
            <a:fillRect/>
          </a:stretch>
        </p:blipFill>
        <p:spPr>
          <a:xfrm>
            <a:off x="10758718" y="7461200"/>
            <a:ext cx="485775" cy="317266"/>
          </a:xfrm>
          <a:prstGeom prst="rect">
            <a:avLst/>
          </a:prstGeom>
        </p:spPr>
      </p:pic>
      <p:pic>
        <p:nvPicPr>
          <p:cNvPr id="156" name="Picture 155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2ED38AA2-0CC2-1183-63FE-0767F8D2B282}"/>
              </a:ext>
            </a:extLst>
          </p:cNvPr>
          <p:cNvPicPr>
            <a:picLocks noChangeAspect="1"/>
          </p:cNvPicPr>
          <p:nvPr/>
        </p:nvPicPr>
        <p:blipFill>
          <a:blip r:embed="rId9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84" r="41860"/>
          <a:stretch>
            <a:fillRect/>
          </a:stretch>
        </p:blipFill>
        <p:spPr>
          <a:xfrm>
            <a:off x="9846666" y="7466696"/>
            <a:ext cx="714376" cy="317266"/>
          </a:xfrm>
          <a:prstGeom prst="rect">
            <a:avLst/>
          </a:prstGeom>
        </p:spPr>
      </p:pic>
      <p:sp>
        <p:nvSpPr>
          <p:cNvPr id="157" name="TextBox 156">
            <a:extLst>
              <a:ext uri="{FF2B5EF4-FFF2-40B4-BE49-F238E27FC236}">
                <a16:creationId xmlns:a16="http://schemas.microsoft.com/office/drawing/2014/main" id="{91B27AE1-051C-EA92-9B98-BD640F35392F}"/>
              </a:ext>
            </a:extLst>
          </p:cNvPr>
          <p:cNvSpPr txBox="1"/>
          <p:nvPr/>
        </p:nvSpPr>
        <p:spPr>
          <a:xfrm>
            <a:off x="9137146" y="6661443"/>
            <a:ext cx="304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5679BF"/>
                </a:solidFill>
              </a:rPr>
              <a:t>mc_fiber_thin_to_fiber_fluffy</a:t>
            </a:r>
            <a:endParaRPr lang="en-US" sz="1200" dirty="0">
              <a:solidFill>
                <a:srgbClr val="5679BF"/>
              </a:solidFill>
            </a:endParaRPr>
          </a:p>
        </p:txBody>
      </p:sp>
      <p:pic>
        <p:nvPicPr>
          <p:cNvPr id="158" name="Picture 157" descr="A close up of a white background&#10;&#10;AI-generated content may be incorrect.">
            <a:extLst>
              <a:ext uri="{FF2B5EF4-FFF2-40B4-BE49-F238E27FC236}">
                <a16:creationId xmlns:a16="http://schemas.microsoft.com/office/drawing/2014/main" id="{875A0BF0-11FD-398C-E111-819DBAFBD450}"/>
              </a:ext>
            </a:extLst>
          </p:cNvPr>
          <p:cNvPicPr>
            <a:picLocks noChangeAspect="1"/>
          </p:cNvPicPr>
          <p:nvPr/>
        </p:nvPicPr>
        <p:blipFill>
          <a:blip r:embed="rId8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314"/>
          <a:stretch>
            <a:fillRect/>
          </a:stretch>
        </p:blipFill>
        <p:spPr>
          <a:xfrm>
            <a:off x="8563288" y="7372971"/>
            <a:ext cx="485775" cy="319804"/>
          </a:xfrm>
          <a:prstGeom prst="rect">
            <a:avLst/>
          </a:prstGeom>
        </p:spPr>
      </p:pic>
      <p:sp>
        <p:nvSpPr>
          <p:cNvPr id="159" name="TextBox 158">
            <a:extLst>
              <a:ext uri="{FF2B5EF4-FFF2-40B4-BE49-F238E27FC236}">
                <a16:creationId xmlns:a16="http://schemas.microsoft.com/office/drawing/2014/main" id="{EEED49F8-1F2C-3C71-F405-22CFDCA09EA2}"/>
              </a:ext>
            </a:extLst>
          </p:cNvPr>
          <p:cNvSpPr txBox="1"/>
          <p:nvPr/>
        </p:nvSpPr>
        <p:spPr>
          <a:xfrm>
            <a:off x="6089145" y="6656137"/>
            <a:ext cx="30574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5679BF"/>
                </a:solidFill>
              </a:rPr>
              <a:t>mc_fiber_fluffy_to_feces</a:t>
            </a:r>
            <a:endParaRPr lang="en-US" sz="1200" dirty="0">
              <a:solidFill>
                <a:srgbClr val="5679BF"/>
              </a:solidFill>
            </a:endParaRPr>
          </a:p>
        </p:txBody>
      </p:sp>
      <p:pic>
        <p:nvPicPr>
          <p:cNvPr id="160" name="Picture 159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16988C2F-FE96-75F3-2070-7199747A1022}"/>
              </a:ext>
            </a:extLst>
          </p:cNvPr>
          <p:cNvPicPr>
            <a:picLocks noChangeAspect="1"/>
          </p:cNvPicPr>
          <p:nvPr/>
        </p:nvPicPr>
        <p:blipFill>
          <a:blip r:embed="rId9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0333" r="19380"/>
          <a:stretch>
            <a:fillRect/>
          </a:stretch>
        </p:blipFill>
        <p:spPr>
          <a:xfrm>
            <a:off x="6249340" y="8668826"/>
            <a:ext cx="801526" cy="276999"/>
          </a:xfrm>
          <a:prstGeom prst="rect">
            <a:avLst/>
          </a:prstGeom>
        </p:spPr>
      </p:pic>
      <p:pic>
        <p:nvPicPr>
          <p:cNvPr id="161" name="Picture 160" descr="A white background with black text and numbers&#10;&#10;AI-generated content may be incorrect.">
            <a:extLst>
              <a:ext uri="{FF2B5EF4-FFF2-40B4-BE49-F238E27FC236}">
                <a16:creationId xmlns:a16="http://schemas.microsoft.com/office/drawing/2014/main" id="{6A587478-828D-13EC-A8F2-C6EF761186B3}"/>
              </a:ext>
            </a:extLst>
          </p:cNvPr>
          <p:cNvPicPr>
            <a:picLocks noChangeAspect="1"/>
          </p:cNvPicPr>
          <p:nvPr/>
        </p:nvPicPr>
        <p:blipFill>
          <a:blip r:embed="rId8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9231" r="13249"/>
          <a:stretch>
            <a:fillRect/>
          </a:stretch>
        </p:blipFill>
        <p:spPr>
          <a:xfrm>
            <a:off x="7193564" y="8622053"/>
            <a:ext cx="1017700" cy="236651"/>
          </a:xfrm>
          <a:prstGeom prst="rect">
            <a:avLst/>
          </a:prstGeom>
        </p:spPr>
      </p:pic>
      <p:pic>
        <p:nvPicPr>
          <p:cNvPr id="162" name="Picture 161" descr="A black text and a white background&#10;&#10;AI-generated content may be incorrect.">
            <a:extLst>
              <a:ext uri="{FF2B5EF4-FFF2-40B4-BE49-F238E27FC236}">
                <a16:creationId xmlns:a16="http://schemas.microsoft.com/office/drawing/2014/main" id="{82B84F8E-18E4-1109-465D-12EFB45BEA94}"/>
              </a:ext>
            </a:extLst>
          </p:cNvPr>
          <p:cNvPicPr>
            <a:picLocks noChangeAspect="1"/>
          </p:cNvPicPr>
          <p:nvPr/>
        </p:nvPicPr>
        <p:blipFill>
          <a:blip r:embed="rId9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3122" r="48042" b="1589"/>
          <a:stretch>
            <a:fillRect/>
          </a:stretch>
        </p:blipFill>
        <p:spPr>
          <a:xfrm>
            <a:off x="8345045" y="8519679"/>
            <a:ext cx="653258" cy="276998"/>
          </a:xfrm>
          <a:prstGeom prst="rect">
            <a:avLst/>
          </a:prstGeom>
        </p:spPr>
      </p:pic>
      <p:pic>
        <p:nvPicPr>
          <p:cNvPr id="163" name="Picture 162" descr="A black and white image of a needle&#10;&#10;AI-generated content may be incorrect.">
            <a:extLst>
              <a:ext uri="{FF2B5EF4-FFF2-40B4-BE49-F238E27FC236}">
                <a16:creationId xmlns:a16="http://schemas.microsoft.com/office/drawing/2014/main" id="{730628ED-CF54-3AEE-2E0B-248CC4F6566D}"/>
              </a:ext>
            </a:extLst>
          </p:cNvPr>
          <p:cNvPicPr>
            <a:picLocks noChangeAspect="1"/>
          </p:cNvPicPr>
          <p:nvPr/>
        </p:nvPicPr>
        <p:blipFill>
          <a:blip r:embed="rId9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987" t="24423" r="27411" b="24827"/>
          <a:stretch>
            <a:fillRect/>
          </a:stretch>
        </p:blipFill>
        <p:spPr>
          <a:xfrm>
            <a:off x="9172629" y="8019033"/>
            <a:ext cx="720924" cy="961944"/>
          </a:xfrm>
          <a:prstGeom prst="rect">
            <a:avLst/>
          </a:prstGeom>
        </p:spPr>
      </p:pic>
      <p:pic>
        <p:nvPicPr>
          <p:cNvPr id="164" name="Picture 163" descr="A black object in the sky&#10;&#10;AI-generated content may be incorrect.">
            <a:extLst>
              <a:ext uri="{FF2B5EF4-FFF2-40B4-BE49-F238E27FC236}">
                <a16:creationId xmlns:a16="http://schemas.microsoft.com/office/drawing/2014/main" id="{DCE0519B-D266-2EB2-B8AC-A79C75F4B92C}"/>
              </a:ext>
            </a:extLst>
          </p:cNvPr>
          <p:cNvPicPr>
            <a:picLocks noChangeAspect="1"/>
          </p:cNvPicPr>
          <p:nvPr/>
        </p:nvPicPr>
        <p:blipFill>
          <a:blip r:embed="rId9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227" b="27340"/>
          <a:stretch>
            <a:fillRect/>
          </a:stretch>
        </p:blipFill>
        <p:spPr>
          <a:xfrm>
            <a:off x="11663591" y="7916433"/>
            <a:ext cx="485775" cy="1167144"/>
          </a:xfrm>
          <a:prstGeom prst="rect">
            <a:avLst/>
          </a:prstGeom>
        </p:spPr>
      </p:pic>
      <p:pic>
        <p:nvPicPr>
          <p:cNvPr id="165" name="Picture 164" descr="A black and white image of a swoosh&#10;&#10;AI-generated content may be incorrect.">
            <a:extLst>
              <a:ext uri="{FF2B5EF4-FFF2-40B4-BE49-F238E27FC236}">
                <a16:creationId xmlns:a16="http://schemas.microsoft.com/office/drawing/2014/main" id="{1A751B4B-7238-04BD-FC86-457C35A9CC14}"/>
              </a:ext>
            </a:extLst>
          </p:cNvPr>
          <p:cNvPicPr>
            <a:picLocks noChangeAspect="1"/>
          </p:cNvPicPr>
          <p:nvPr/>
        </p:nvPicPr>
        <p:blipFill>
          <a:blip r:embed="rId9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245" t="19343" r="30904" b="13836"/>
          <a:stretch>
            <a:fillRect/>
          </a:stretch>
        </p:blipFill>
        <p:spPr>
          <a:xfrm>
            <a:off x="9931965" y="8143581"/>
            <a:ext cx="1077535" cy="712849"/>
          </a:xfrm>
          <a:prstGeom prst="rect">
            <a:avLst/>
          </a:prstGeom>
        </p:spPr>
      </p:pic>
      <p:pic>
        <p:nvPicPr>
          <p:cNvPr id="166" name="Picture 165" descr="A white object with a black handle&#10;&#10;AI-generated content may be incorrect.">
            <a:extLst>
              <a:ext uri="{FF2B5EF4-FFF2-40B4-BE49-F238E27FC236}">
                <a16:creationId xmlns:a16="http://schemas.microsoft.com/office/drawing/2014/main" id="{63DCC94B-A121-EC16-D3BB-F452EBDA9CBF}"/>
              </a:ext>
            </a:extLst>
          </p:cNvPr>
          <p:cNvPicPr>
            <a:picLocks noChangeAspect="1"/>
          </p:cNvPicPr>
          <p:nvPr/>
        </p:nvPicPr>
        <p:blipFill>
          <a:blip r:embed="rId10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21" t="21457" r="24227" b="24245"/>
          <a:stretch>
            <a:fillRect/>
          </a:stretch>
        </p:blipFill>
        <p:spPr>
          <a:xfrm>
            <a:off x="11054779" y="7923338"/>
            <a:ext cx="549088" cy="1153335"/>
          </a:xfrm>
          <a:prstGeom prst="rect">
            <a:avLst/>
          </a:prstGeom>
        </p:spPr>
      </p:pic>
      <p:pic>
        <p:nvPicPr>
          <p:cNvPr id="167" name="Picture 166" descr="A black object in the sky&#10;&#10;AI-generated content may be incorrect.">
            <a:extLst>
              <a:ext uri="{FF2B5EF4-FFF2-40B4-BE49-F238E27FC236}">
                <a16:creationId xmlns:a16="http://schemas.microsoft.com/office/drawing/2014/main" id="{9CDEDC37-DCDC-B530-632B-267B1A781261}"/>
              </a:ext>
            </a:extLst>
          </p:cNvPr>
          <p:cNvPicPr>
            <a:picLocks noChangeAspect="1"/>
          </p:cNvPicPr>
          <p:nvPr/>
        </p:nvPicPr>
        <p:blipFill>
          <a:blip r:embed="rId9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8217"/>
          <a:stretch>
            <a:fillRect/>
          </a:stretch>
        </p:blipFill>
        <p:spPr>
          <a:xfrm>
            <a:off x="11663590" y="8794195"/>
            <a:ext cx="485775" cy="283936"/>
          </a:xfrm>
          <a:prstGeom prst="rect">
            <a:avLst/>
          </a:prstGeom>
        </p:spPr>
      </p:pic>
      <p:pic>
        <p:nvPicPr>
          <p:cNvPr id="168" name="Picture 167" descr="A white object with a black handle&#10;&#10;AI-generated content may be incorrect.">
            <a:extLst>
              <a:ext uri="{FF2B5EF4-FFF2-40B4-BE49-F238E27FC236}">
                <a16:creationId xmlns:a16="http://schemas.microsoft.com/office/drawing/2014/main" id="{985ADC90-3C47-D5C7-EF49-C4576B783672}"/>
              </a:ext>
            </a:extLst>
          </p:cNvPr>
          <p:cNvPicPr>
            <a:picLocks noChangeAspect="1"/>
          </p:cNvPicPr>
          <p:nvPr/>
        </p:nvPicPr>
        <p:blipFill>
          <a:blip r:embed="rId10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6084" r="35948"/>
          <a:stretch>
            <a:fillRect/>
          </a:stretch>
        </p:blipFill>
        <p:spPr>
          <a:xfrm>
            <a:off x="11054778" y="8775153"/>
            <a:ext cx="549089" cy="295591"/>
          </a:xfrm>
          <a:prstGeom prst="rect">
            <a:avLst/>
          </a:prstGeom>
        </p:spPr>
      </p:pic>
      <p:pic>
        <p:nvPicPr>
          <p:cNvPr id="169" name="Picture 168" descr="A black and white image of a swoosh&#10;&#10;AI-generated content may be incorrect.">
            <a:extLst>
              <a:ext uri="{FF2B5EF4-FFF2-40B4-BE49-F238E27FC236}">
                <a16:creationId xmlns:a16="http://schemas.microsoft.com/office/drawing/2014/main" id="{00FED97F-0C8F-5340-4184-B7A40E616F2D}"/>
              </a:ext>
            </a:extLst>
          </p:cNvPr>
          <p:cNvPicPr>
            <a:picLocks noChangeAspect="1"/>
          </p:cNvPicPr>
          <p:nvPr/>
        </p:nvPicPr>
        <p:blipFill>
          <a:blip r:embed="rId9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210" r="57242"/>
          <a:stretch>
            <a:fillRect/>
          </a:stretch>
        </p:blipFill>
        <p:spPr>
          <a:xfrm>
            <a:off x="9934305" y="8531973"/>
            <a:ext cx="1075195" cy="317792"/>
          </a:xfrm>
          <a:prstGeom prst="rect">
            <a:avLst/>
          </a:prstGeom>
        </p:spPr>
      </p:pic>
      <p:pic>
        <p:nvPicPr>
          <p:cNvPr id="170" name="Picture 169" descr="A black and white image of a needle&#10;&#10;AI-generated content may be incorrect.">
            <a:extLst>
              <a:ext uri="{FF2B5EF4-FFF2-40B4-BE49-F238E27FC236}">
                <a16:creationId xmlns:a16="http://schemas.microsoft.com/office/drawing/2014/main" id="{3621BA61-5463-712F-1079-0BE21F6C98A3}"/>
              </a:ext>
            </a:extLst>
          </p:cNvPr>
          <p:cNvPicPr>
            <a:picLocks noChangeAspect="1"/>
          </p:cNvPicPr>
          <p:nvPr/>
        </p:nvPicPr>
        <p:blipFill>
          <a:blip r:embed="rId9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3662" r="52398"/>
          <a:stretch>
            <a:fillRect/>
          </a:stretch>
        </p:blipFill>
        <p:spPr>
          <a:xfrm>
            <a:off x="9172629" y="8669592"/>
            <a:ext cx="720924" cy="309688"/>
          </a:xfrm>
          <a:prstGeom prst="rect">
            <a:avLst/>
          </a:prstGeom>
        </p:spPr>
      </p:pic>
      <p:sp>
        <p:nvSpPr>
          <p:cNvPr id="171" name="TextBox 170">
            <a:extLst>
              <a:ext uri="{FF2B5EF4-FFF2-40B4-BE49-F238E27FC236}">
                <a16:creationId xmlns:a16="http://schemas.microsoft.com/office/drawing/2014/main" id="{855ABD1F-BB27-823E-1B83-D4B2D732ACA5}"/>
              </a:ext>
            </a:extLst>
          </p:cNvPr>
          <p:cNvSpPr txBox="1"/>
          <p:nvPr/>
        </p:nvSpPr>
        <p:spPr>
          <a:xfrm>
            <a:off x="9132232" y="7826021"/>
            <a:ext cx="304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5679BF"/>
                </a:solidFill>
              </a:rPr>
              <a:t>mc_fiber_thin_straight_with_black_element</a:t>
            </a:r>
            <a:endParaRPr lang="en-US" sz="1200" dirty="0">
              <a:solidFill>
                <a:srgbClr val="5679BF"/>
              </a:solidFill>
            </a:endParaRP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6181DC77-5CDA-E23C-49AD-84D5E805FD93}"/>
              </a:ext>
            </a:extLst>
          </p:cNvPr>
          <p:cNvSpPr txBox="1"/>
          <p:nvPr/>
        </p:nvSpPr>
        <p:spPr>
          <a:xfrm>
            <a:off x="8606113" y="6289376"/>
            <a:ext cx="1099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5679BF"/>
                </a:solidFill>
              </a:rPr>
              <a:t>(c) Fibers</a:t>
            </a:r>
          </a:p>
        </p:txBody>
      </p:sp>
      <p:sp>
        <p:nvSpPr>
          <p:cNvPr id="173" name="Rectangle 172">
            <a:extLst>
              <a:ext uri="{FF2B5EF4-FFF2-40B4-BE49-F238E27FC236}">
                <a16:creationId xmlns:a16="http://schemas.microsoft.com/office/drawing/2014/main" id="{530A9CC9-F4B7-401E-EE65-C2E8609530A9}"/>
              </a:ext>
            </a:extLst>
          </p:cNvPr>
          <p:cNvSpPr/>
          <p:nvPr/>
        </p:nvSpPr>
        <p:spPr>
          <a:xfrm>
            <a:off x="3048000" y="10362875"/>
            <a:ext cx="3048000" cy="898559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74" name="Rectangle 173">
            <a:extLst>
              <a:ext uri="{FF2B5EF4-FFF2-40B4-BE49-F238E27FC236}">
                <a16:creationId xmlns:a16="http://schemas.microsoft.com/office/drawing/2014/main" id="{2852B8EB-DD93-0E85-CD62-E18A88BA8793}"/>
              </a:ext>
            </a:extLst>
          </p:cNvPr>
          <p:cNvSpPr/>
          <p:nvPr/>
        </p:nvSpPr>
        <p:spPr>
          <a:xfrm>
            <a:off x="0" y="9438641"/>
            <a:ext cx="3048000" cy="917267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175" name="Rectangle 174">
            <a:extLst>
              <a:ext uri="{FF2B5EF4-FFF2-40B4-BE49-F238E27FC236}">
                <a16:creationId xmlns:a16="http://schemas.microsoft.com/office/drawing/2014/main" id="{2AB4A8E2-36FC-BAED-7B11-0F9C2AFA774E}"/>
              </a:ext>
            </a:extLst>
          </p:cNvPr>
          <p:cNvSpPr/>
          <p:nvPr/>
        </p:nvSpPr>
        <p:spPr>
          <a:xfrm>
            <a:off x="3048000" y="9438641"/>
            <a:ext cx="3048000" cy="917267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48BD21A0-578A-DF91-B447-D84B39193B55}"/>
              </a:ext>
            </a:extLst>
          </p:cNvPr>
          <p:cNvSpPr/>
          <p:nvPr/>
        </p:nvSpPr>
        <p:spPr>
          <a:xfrm>
            <a:off x="0" y="10362875"/>
            <a:ext cx="3048000" cy="898559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8AD8CF78-A36B-661C-044D-0DEC1A5654DD}"/>
              </a:ext>
            </a:extLst>
          </p:cNvPr>
          <p:cNvSpPr/>
          <p:nvPr/>
        </p:nvSpPr>
        <p:spPr>
          <a:xfrm>
            <a:off x="6096000" y="9438641"/>
            <a:ext cx="3048000" cy="917267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261D4A77-777A-2DB6-51DD-B62B2C2E15F9}"/>
              </a:ext>
            </a:extLst>
          </p:cNvPr>
          <p:cNvSpPr/>
          <p:nvPr/>
        </p:nvSpPr>
        <p:spPr>
          <a:xfrm>
            <a:off x="9144000" y="9438641"/>
            <a:ext cx="3048000" cy="917267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79" name="Rectangle 178">
            <a:extLst>
              <a:ext uri="{FF2B5EF4-FFF2-40B4-BE49-F238E27FC236}">
                <a16:creationId xmlns:a16="http://schemas.microsoft.com/office/drawing/2014/main" id="{D51D7995-29F9-B7FA-6413-54BEBA756856}"/>
              </a:ext>
            </a:extLst>
          </p:cNvPr>
          <p:cNvSpPr/>
          <p:nvPr/>
        </p:nvSpPr>
        <p:spPr>
          <a:xfrm>
            <a:off x="6096000" y="10362875"/>
            <a:ext cx="3048000" cy="898559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D922C42B-FCFF-40A4-CCFA-6D71D88BF100}"/>
              </a:ext>
            </a:extLst>
          </p:cNvPr>
          <p:cNvSpPr/>
          <p:nvPr/>
        </p:nvSpPr>
        <p:spPr>
          <a:xfrm>
            <a:off x="9144000" y="10362875"/>
            <a:ext cx="3048000" cy="898559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0E5B3B85-0504-F627-184A-6CCE26AA4CB7}"/>
              </a:ext>
            </a:extLst>
          </p:cNvPr>
          <p:cNvSpPr/>
          <p:nvPr/>
        </p:nvSpPr>
        <p:spPr>
          <a:xfrm>
            <a:off x="3048333" y="12412910"/>
            <a:ext cx="3048000" cy="1094022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D2B49D8F-BE6C-005D-1454-C0CAA8F5E30F}"/>
              </a:ext>
            </a:extLst>
          </p:cNvPr>
          <p:cNvSpPr/>
          <p:nvPr/>
        </p:nvSpPr>
        <p:spPr>
          <a:xfrm>
            <a:off x="333" y="11252698"/>
            <a:ext cx="3048000" cy="1168051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59096D1C-3246-5819-9D37-87E7F3A00295}"/>
              </a:ext>
            </a:extLst>
          </p:cNvPr>
          <p:cNvSpPr/>
          <p:nvPr/>
        </p:nvSpPr>
        <p:spPr>
          <a:xfrm>
            <a:off x="3048333" y="11252698"/>
            <a:ext cx="3048000" cy="1168051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id="{EE837555-BE59-FE29-082F-DC2E6CA4FA38}"/>
              </a:ext>
            </a:extLst>
          </p:cNvPr>
          <p:cNvSpPr/>
          <p:nvPr/>
        </p:nvSpPr>
        <p:spPr>
          <a:xfrm>
            <a:off x="333" y="12412910"/>
            <a:ext cx="3048000" cy="1094022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85" name="Rectangle 184">
            <a:extLst>
              <a:ext uri="{FF2B5EF4-FFF2-40B4-BE49-F238E27FC236}">
                <a16:creationId xmlns:a16="http://schemas.microsoft.com/office/drawing/2014/main" id="{2D9E2867-B969-0F04-F174-123A121AF354}"/>
              </a:ext>
            </a:extLst>
          </p:cNvPr>
          <p:cNvSpPr/>
          <p:nvPr/>
        </p:nvSpPr>
        <p:spPr>
          <a:xfrm>
            <a:off x="6096333" y="11252698"/>
            <a:ext cx="3048000" cy="1168051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186" name="Rectangle 185">
            <a:extLst>
              <a:ext uri="{FF2B5EF4-FFF2-40B4-BE49-F238E27FC236}">
                <a16:creationId xmlns:a16="http://schemas.microsoft.com/office/drawing/2014/main" id="{515749FC-6880-D16D-49F5-14C5F8E211EA}"/>
              </a:ext>
            </a:extLst>
          </p:cNvPr>
          <p:cNvSpPr/>
          <p:nvPr/>
        </p:nvSpPr>
        <p:spPr>
          <a:xfrm>
            <a:off x="9144333" y="11252698"/>
            <a:ext cx="3048000" cy="1168051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58AD2AC3-B905-CF84-37AE-78191A2810BE}"/>
              </a:ext>
            </a:extLst>
          </p:cNvPr>
          <p:cNvSpPr/>
          <p:nvPr/>
        </p:nvSpPr>
        <p:spPr>
          <a:xfrm>
            <a:off x="6096333" y="12412910"/>
            <a:ext cx="3048000" cy="1094022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88" name="Rectangle 187">
            <a:extLst>
              <a:ext uri="{FF2B5EF4-FFF2-40B4-BE49-F238E27FC236}">
                <a16:creationId xmlns:a16="http://schemas.microsoft.com/office/drawing/2014/main" id="{D82EE76F-0731-4524-2AF1-9F33ABEB6E5D}"/>
              </a:ext>
            </a:extLst>
          </p:cNvPr>
          <p:cNvSpPr/>
          <p:nvPr/>
        </p:nvSpPr>
        <p:spPr>
          <a:xfrm>
            <a:off x="9144333" y="12412910"/>
            <a:ext cx="3048000" cy="1094022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pic>
        <p:nvPicPr>
          <p:cNvPr id="189" name="Picture 188" descr="A close up of a number&#10;&#10;AI-generated content may be incorrect.">
            <a:extLst>
              <a:ext uri="{FF2B5EF4-FFF2-40B4-BE49-F238E27FC236}">
                <a16:creationId xmlns:a16="http://schemas.microsoft.com/office/drawing/2014/main" id="{D41C61A1-C668-5351-CB2C-FB2C293D89A6}"/>
              </a:ext>
            </a:extLst>
          </p:cNvPr>
          <p:cNvPicPr>
            <a:picLocks noChangeAspect="1"/>
          </p:cNvPicPr>
          <p:nvPr/>
        </p:nvPicPr>
        <p:blipFill>
          <a:blip r:embed="rId10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7036" y="9573452"/>
            <a:ext cx="485775" cy="638175"/>
          </a:xfrm>
          <a:prstGeom prst="rect">
            <a:avLst/>
          </a:prstGeom>
        </p:spPr>
      </p:pic>
      <p:pic>
        <p:nvPicPr>
          <p:cNvPr id="190" name="Picture 189">
            <a:extLst>
              <a:ext uri="{FF2B5EF4-FFF2-40B4-BE49-F238E27FC236}">
                <a16:creationId xmlns:a16="http://schemas.microsoft.com/office/drawing/2014/main" id="{6328FE6D-2C3E-A3E6-FC8C-26499DB7E178}"/>
              </a:ext>
            </a:extLst>
          </p:cNvPr>
          <p:cNvPicPr>
            <a:picLocks noChangeAspect="1"/>
          </p:cNvPicPr>
          <p:nvPr/>
        </p:nvPicPr>
        <p:blipFill>
          <a:blip r:embed="rId10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5847" y="9559164"/>
            <a:ext cx="485775" cy="666750"/>
          </a:xfrm>
          <a:prstGeom prst="rect">
            <a:avLst/>
          </a:prstGeom>
        </p:spPr>
      </p:pic>
      <p:pic>
        <p:nvPicPr>
          <p:cNvPr id="191" name="Picture 190">
            <a:extLst>
              <a:ext uri="{FF2B5EF4-FFF2-40B4-BE49-F238E27FC236}">
                <a16:creationId xmlns:a16="http://schemas.microsoft.com/office/drawing/2014/main" id="{5F237D64-2AB4-1890-AB36-CBE8AE9A61B1}"/>
              </a:ext>
            </a:extLst>
          </p:cNvPr>
          <p:cNvPicPr>
            <a:picLocks noChangeAspect="1"/>
          </p:cNvPicPr>
          <p:nvPr/>
        </p:nvPicPr>
        <p:blipFill>
          <a:blip r:embed="rId10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268" y="9616314"/>
            <a:ext cx="485775" cy="552450"/>
          </a:xfrm>
          <a:prstGeom prst="rect">
            <a:avLst/>
          </a:prstGeom>
        </p:spPr>
      </p:pic>
      <p:pic>
        <p:nvPicPr>
          <p:cNvPr id="1024" name="Picture 1023">
            <a:extLst>
              <a:ext uri="{FF2B5EF4-FFF2-40B4-BE49-F238E27FC236}">
                <a16:creationId xmlns:a16="http://schemas.microsoft.com/office/drawing/2014/main" id="{ABBE1759-CB3E-AF4F-E77B-2C8B44657BA1}"/>
              </a:ext>
            </a:extLst>
          </p:cNvPr>
          <p:cNvPicPr>
            <a:picLocks noChangeAspect="1"/>
          </p:cNvPicPr>
          <p:nvPr/>
        </p:nvPicPr>
        <p:blipFill>
          <a:blip r:embed="rId10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666" y="9559164"/>
            <a:ext cx="485775" cy="666750"/>
          </a:xfrm>
          <a:prstGeom prst="rect">
            <a:avLst/>
          </a:prstGeom>
        </p:spPr>
      </p:pic>
      <p:sp>
        <p:nvSpPr>
          <p:cNvPr id="1025" name="TextBox 1024">
            <a:extLst>
              <a:ext uri="{FF2B5EF4-FFF2-40B4-BE49-F238E27FC236}">
                <a16:creationId xmlns:a16="http://schemas.microsoft.com/office/drawing/2014/main" id="{1123DC1B-F694-B7A2-CAF9-78B6E159597A}"/>
              </a:ext>
            </a:extLst>
          </p:cNvPr>
          <p:cNvSpPr txBox="1"/>
          <p:nvPr/>
        </p:nvSpPr>
        <p:spPr>
          <a:xfrm>
            <a:off x="-9499" y="9433334"/>
            <a:ext cx="30574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BD9224"/>
                </a:solidFill>
              </a:rPr>
              <a:t>feces_little_fluffy</a:t>
            </a:r>
            <a:endParaRPr lang="en-US" sz="1200" dirty="0">
              <a:solidFill>
                <a:srgbClr val="BD9224"/>
              </a:solidFill>
            </a:endParaRPr>
          </a:p>
        </p:txBody>
      </p:sp>
      <p:pic>
        <p:nvPicPr>
          <p:cNvPr id="1027" name="Picture 1026">
            <a:extLst>
              <a:ext uri="{FF2B5EF4-FFF2-40B4-BE49-F238E27FC236}">
                <a16:creationId xmlns:a16="http://schemas.microsoft.com/office/drawing/2014/main" id="{814974F0-A251-9DB8-048E-62BA163813CA}"/>
              </a:ext>
            </a:extLst>
          </p:cNvPr>
          <p:cNvPicPr>
            <a:picLocks noChangeAspect="1"/>
          </p:cNvPicPr>
          <p:nvPr/>
        </p:nvPicPr>
        <p:blipFill>
          <a:blip r:embed="rId10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79"/>
          <a:stretch>
            <a:fillRect/>
          </a:stretch>
        </p:blipFill>
        <p:spPr>
          <a:xfrm>
            <a:off x="5346693" y="9538806"/>
            <a:ext cx="628650" cy="707466"/>
          </a:xfrm>
          <a:prstGeom prst="rect">
            <a:avLst/>
          </a:prstGeom>
        </p:spPr>
      </p:pic>
      <p:pic>
        <p:nvPicPr>
          <p:cNvPr id="1028" name="Picture 1027">
            <a:extLst>
              <a:ext uri="{FF2B5EF4-FFF2-40B4-BE49-F238E27FC236}">
                <a16:creationId xmlns:a16="http://schemas.microsoft.com/office/drawing/2014/main" id="{FC42D505-0386-7447-D443-A3EF0F2111B6}"/>
              </a:ext>
            </a:extLst>
          </p:cNvPr>
          <p:cNvPicPr>
            <a:picLocks noChangeAspect="1"/>
          </p:cNvPicPr>
          <p:nvPr/>
        </p:nvPicPr>
        <p:blipFill>
          <a:blip r:embed="rId10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9764" y="9573452"/>
            <a:ext cx="485775" cy="638175"/>
          </a:xfrm>
          <a:prstGeom prst="rect">
            <a:avLst/>
          </a:prstGeom>
        </p:spPr>
      </p:pic>
      <p:pic>
        <p:nvPicPr>
          <p:cNvPr id="1029" name="Picture 1028">
            <a:extLst>
              <a:ext uri="{FF2B5EF4-FFF2-40B4-BE49-F238E27FC236}">
                <a16:creationId xmlns:a16="http://schemas.microsoft.com/office/drawing/2014/main" id="{776FD69D-9198-8691-F8BE-16560F5072BC}"/>
              </a:ext>
            </a:extLst>
          </p:cNvPr>
          <p:cNvPicPr>
            <a:picLocks noChangeAspect="1"/>
          </p:cNvPicPr>
          <p:nvPr/>
        </p:nvPicPr>
        <p:blipFill>
          <a:blip r:embed="rId10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1489" y="9544877"/>
            <a:ext cx="485775" cy="695325"/>
          </a:xfrm>
          <a:prstGeom prst="rect">
            <a:avLst/>
          </a:prstGeom>
        </p:spPr>
      </p:pic>
      <p:pic>
        <p:nvPicPr>
          <p:cNvPr id="1030" name="Picture 1029">
            <a:extLst>
              <a:ext uri="{FF2B5EF4-FFF2-40B4-BE49-F238E27FC236}">
                <a16:creationId xmlns:a16="http://schemas.microsoft.com/office/drawing/2014/main" id="{A776CAA8-0B96-9387-AB18-0B1811291433}"/>
              </a:ext>
            </a:extLst>
          </p:cNvPr>
          <p:cNvPicPr>
            <a:picLocks noChangeAspect="1"/>
          </p:cNvPicPr>
          <p:nvPr/>
        </p:nvPicPr>
        <p:blipFill>
          <a:blip r:embed="rId10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904"/>
          <a:stretch>
            <a:fillRect/>
          </a:stretch>
        </p:blipFill>
        <p:spPr>
          <a:xfrm>
            <a:off x="3174487" y="9544014"/>
            <a:ext cx="571500" cy="697050"/>
          </a:xfrm>
          <a:prstGeom prst="rect">
            <a:avLst/>
          </a:prstGeom>
        </p:spPr>
      </p:pic>
      <p:sp>
        <p:nvSpPr>
          <p:cNvPr id="1031" name="TextBox 1030">
            <a:extLst>
              <a:ext uri="{FF2B5EF4-FFF2-40B4-BE49-F238E27FC236}">
                <a16:creationId xmlns:a16="http://schemas.microsoft.com/office/drawing/2014/main" id="{5ED59AF8-C2ED-0B12-F3C6-706FFD584C37}"/>
              </a:ext>
            </a:extLst>
          </p:cNvPr>
          <p:cNvSpPr txBox="1"/>
          <p:nvPr/>
        </p:nvSpPr>
        <p:spPr>
          <a:xfrm>
            <a:off x="3038502" y="9438640"/>
            <a:ext cx="304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dirty="0" err="1">
                <a:solidFill>
                  <a:srgbClr val="BD9224"/>
                </a:solidFill>
              </a:rPr>
              <a:t>mc_feces_bent_circular_fluffy</a:t>
            </a:r>
            <a:endParaRPr lang="en-US" sz="1200" dirty="0">
              <a:solidFill>
                <a:srgbClr val="BD9224"/>
              </a:solidFill>
            </a:endParaRPr>
          </a:p>
        </p:txBody>
      </p:sp>
      <p:pic>
        <p:nvPicPr>
          <p:cNvPr id="1032" name="Picture 1031">
            <a:extLst>
              <a:ext uri="{FF2B5EF4-FFF2-40B4-BE49-F238E27FC236}">
                <a16:creationId xmlns:a16="http://schemas.microsoft.com/office/drawing/2014/main" id="{8DA31625-BE7A-51A2-95E7-F8A881BA9611}"/>
              </a:ext>
            </a:extLst>
          </p:cNvPr>
          <p:cNvPicPr>
            <a:picLocks noChangeAspect="1"/>
          </p:cNvPicPr>
          <p:nvPr/>
        </p:nvPicPr>
        <p:blipFill>
          <a:blip r:embed="rId10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938"/>
          <a:stretch>
            <a:fillRect/>
          </a:stretch>
        </p:blipFill>
        <p:spPr>
          <a:xfrm>
            <a:off x="7766440" y="9567816"/>
            <a:ext cx="485775" cy="767430"/>
          </a:xfrm>
          <a:prstGeom prst="rect">
            <a:avLst/>
          </a:prstGeom>
        </p:spPr>
      </p:pic>
      <p:pic>
        <p:nvPicPr>
          <p:cNvPr id="1033" name="Picture 1032">
            <a:extLst>
              <a:ext uri="{FF2B5EF4-FFF2-40B4-BE49-F238E27FC236}">
                <a16:creationId xmlns:a16="http://schemas.microsoft.com/office/drawing/2014/main" id="{0090A83B-4559-EDF7-B142-C849D804B6C0}"/>
              </a:ext>
            </a:extLst>
          </p:cNvPr>
          <p:cNvPicPr>
            <a:picLocks noChangeAspect="1"/>
          </p:cNvPicPr>
          <p:nvPr/>
        </p:nvPicPr>
        <p:blipFill>
          <a:blip r:embed="rId1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430"/>
          <a:stretch>
            <a:fillRect/>
          </a:stretch>
        </p:blipFill>
        <p:spPr>
          <a:xfrm>
            <a:off x="6297688" y="9508824"/>
            <a:ext cx="485775" cy="767430"/>
          </a:xfrm>
          <a:prstGeom prst="rect">
            <a:avLst/>
          </a:prstGeom>
        </p:spPr>
      </p:pic>
      <p:pic>
        <p:nvPicPr>
          <p:cNvPr id="1034" name="Picture 1033">
            <a:extLst>
              <a:ext uri="{FF2B5EF4-FFF2-40B4-BE49-F238E27FC236}">
                <a16:creationId xmlns:a16="http://schemas.microsoft.com/office/drawing/2014/main" id="{981BFAFD-429D-5ADD-A450-3F423EB2AB88}"/>
              </a:ext>
            </a:extLst>
          </p:cNvPr>
          <p:cNvPicPr>
            <a:picLocks noChangeAspect="1"/>
          </p:cNvPicPr>
          <p:nvPr/>
        </p:nvPicPr>
        <p:blipFill>
          <a:blip r:embed="rId1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811" r="444"/>
          <a:stretch>
            <a:fillRect/>
          </a:stretch>
        </p:blipFill>
        <p:spPr>
          <a:xfrm>
            <a:off x="8478262" y="9455501"/>
            <a:ext cx="483619" cy="874077"/>
          </a:xfrm>
          <a:prstGeom prst="rect">
            <a:avLst/>
          </a:prstGeom>
        </p:spPr>
      </p:pic>
      <p:pic>
        <p:nvPicPr>
          <p:cNvPr id="1035" name="Picture 1034">
            <a:extLst>
              <a:ext uri="{FF2B5EF4-FFF2-40B4-BE49-F238E27FC236}">
                <a16:creationId xmlns:a16="http://schemas.microsoft.com/office/drawing/2014/main" id="{C4944B08-C1CD-760B-2F46-860881887857}"/>
              </a:ext>
            </a:extLst>
          </p:cNvPr>
          <p:cNvPicPr>
            <a:picLocks noChangeAspect="1"/>
          </p:cNvPicPr>
          <p:nvPr/>
        </p:nvPicPr>
        <p:blipFill>
          <a:blip r:embed="rId1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5579" y="9646731"/>
            <a:ext cx="542925" cy="609600"/>
          </a:xfrm>
          <a:prstGeom prst="rect">
            <a:avLst/>
          </a:prstGeom>
        </p:spPr>
      </p:pic>
      <p:sp>
        <p:nvSpPr>
          <p:cNvPr id="1036" name="TextBox 1035">
            <a:extLst>
              <a:ext uri="{FF2B5EF4-FFF2-40B4-BE49-F238E27FC236}">
                <a16:creationId xmlns:a16="http://schemas.microsoft.com/office/drawing/2014/main" id="{A2ED3949-1601-25E0-2953-9010249666D8}"/>
              </a:ext>
            </a:extLst>
          </p:cNvPr>
          <p:cNvSpPr txBox="1"/>
          <p:nvPr/>
        </p:nvSpPr>
        <p:spPr>
          <a:xfrm>
            <a:off x="6103070" y="9438949"/>
            <a:ext cx="30574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BD9224"/>
                </a:solidFill>
              </a:rPr>
              <a:t>mc_feces_bent_thin</a:t>
            </a:r>
            <a:endParaRPr lang="en-US" sz="1200" dirty="0">
              <a:solidFill>
                <a:srgbClr val="BD9224"/>
              </a:solidFill>
            </a:endParaRPr>
          </a:p>
        </p:txBody>
      </p:sp>
      <p:pic>
        <p:nvPicPr>
          <p:cNvPr id="1037" name="Picture 1036">
            <a:extLst>
              <a:ext uri="{FF2B5EF4-FFF2-40B4-BE49-F238E27FC236}">
                <a16:creationId xmlns:a16="http://schemas.microsoft.com/office/drawing/2014/main" id="{904FA24A-295C-EFD6-6A15-633E63CA94ED}"/>
              </a:ext>
            </a:extLst>
          </p:cNvPr>
          <p:cNvPicPr>
            <a:picLocks noChangeAspect="1"/>
          </p:cNvPicPr>
          <p:nvPr/>
        </p:nvPicPr>
        <p:blipFill>
          <a:blip r:embed="rId1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603" r="5537"/>
          <a:stretch>
            <a:fillRect/>
          </a:stretch>
        </p:blipFill>
        <p:spPr>
          <a:xfrm>
            <a:off x="10861364" y="9625871"/>
            <a:ext cx="458874" cy="690649"/>
          </a:xfrm>
          <a:prstGeom prst="rect">
            <a:avLst/>
          </a:prstGeom>
        </p:spPr>
      </p:pic>
      <p:pic>
        <p:nvPicPr>
          <p:cNvPr id="1038" name="Picture 1037">
            <a:extLst>
              <a:ext uri="{FF2B5EF4-FFF2-40B4-BE49-F238E27FC236}">
                <a16:creationId xmlns:a16="http://schemas.microsoft.com/office/drawing/2014/main" id="{C2102439-F329-AEE5-E198-FECC2AC844B7}"/>
              </a:ext>
            </a:extLst>
          </p:cNvPr>
          <p:cNvPicPr>
            <a:picLocks noChangeAspect="1"/>
          </p:cNvPicPr>
          <p:nvPr/>
        </p:nvPicPr>
        <p:blipFill>
          <a:blip r:embed="rId1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603"/>
          <a:stretch>
            <a:fillRect/>
          </a:stretch>
        </p:blipFill>
        <p:spPr>
          <a:xfrm>
            <a:off x="10104326" y="9625870"/>
            <a:ext cx="485775" cy="690650"/>
          </a:xfrm>
          <a:prstGeom prst="rect">
            <a:avLst/>
          </a:prstGeom>
        </p:spPr>
      </p:pic>
      <p:pic>
        <p:nvPicPr>
          <p:cNvPr id="1039" name="Picture 1038">
            <a:extLst>
              <a:ext uri="{FF2B5EF4-FFF2-40B4-BE49-F238E27FC236}">
                <a16:creationId xmlns:a16="http://schemas.microsoft.com/office/drawing/2014/main" id="{BD5148E7-17EB-72B2-1272-5C51C55DB275}"/>
              </a:ext>
            </a:extLst>
          </p:cNvPr>
          <p:cNvPicPr>
            <a:picLocks noChangeAspect="1"/>
          </p:cNvPicPr>
          <p:nvPr/>
        </p:nvPicPr>
        <p:blipFill>
          <a:blip r:embed="rId1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068"/>
          <a:stretch>
            <a:fillRect/>
          </a:stretch>
        </p:blipFill>
        <p:spPr>
          <a:xfrm>
            <a:off x="9288296" y="9492813"/>
            <a:ext cx="485775" cy="799453"/>
          </a:xfrm>
          <a:prstGeom prst="rect">
            <a:avLst/>
          </a:prstGeom>
        </p:spPr>
      </p:pic>
      <p:pic>
        <p:nvPicPr>
          <p:cNvPr id="1040" name="Picture 1039">
            <a:extLst>
              <a:ext uri="{FF2B5EF4-FFF2-40B4-BE49-F238E27FC236}">
                <a16:creationId xmlns:a16="http://schemas.microsoft.com/office/drawing/2014/main" id="{FC956BBB-8766-CC06-1FA2-941A64C7E74F}"/>
              </a:ext>
            </a:extLst>
          </p:cNvPr>
          <p:cNvPicPr>
            <a:picLocks noChangeAspect="1"/>
          </p:cNvPicPr>
          <p:nvPr/>
        </p:nvPicPr>
        <p:blipFill>
          <a:blip r:embed="rId1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422" r="-8646" b="20737"/>
          <a:stretch>
            <a:fillRect/>
          </a:stretch>
        </p:blipFill>
        <p:spPr>
          <a:xfrm>
            <a:off x="11629208" y="9516256"/>
            <a:ext cx="527774" cy="752567"/>
          </a:xfrm>
          <a:prstGeom prst="rect">
            <a:avLst/>
          </a:prstGeom>
        </p:spPr>
      </p:pic>
      <p:sp>
        <p:nvSpPr>
          <p:cNvPr id="1041" name="TextBox 1040">
            <a:extLst>
              <a:ext uri="{FF2B5EF4-FFF2-40B4-BE49-F238E27FC236}">
                <a16:creationId xmlns:a16="http://schemas.microsoft.com/office/drawing/2014/main" id="{05AFB7AE-5A72-164C-F3A2-B79527B3851C}"/>
              </a:ext>
            </a:extLst>
          </p:cNvPr>
          <p:cNvSpPr txBox="1"/>
          <p:nvPr/>
        </p:nvSpPr>
        <p:spPr>
          <a:xfrm>
            <a:off x="9151071" y="9444255"/>
            <a:ext cx="304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BD9224"/>
                </a:solidFill>
              </a:rPr>
              <a:t>mc_feces_bent_to_crustacea</a:t>
            </a:r>
            <a:endParaRPr lang="en-US" sz="1200" dirty="0">
              <a:solidFill>
                <a:srgbClr val="BD9224"/>
              </a:solidFill>
            </a:endParaRPr>
          </a:p>
        </p:txBody>
      </p:sp>
      <p:pic>
        <p:nvPicPr>
          <p:cNvPr id="1042" name="Picture 1041">
            <a:extLst>
              <a:ext uri="{FF2B5EF4-FFF2-40B4-BE49-F238E27FC236}">
                <a16:creationId xmlns:a16="http://schemas.microsoft.com/office/drawing/2014/main" id="{4FA5D758-81B1-E099-7EF2-9FFA10A1D812}"/>
              </a:ext>
            </a:extLst>
          </p:cNvPr>
          <p:cNvPicPr>
            <a:picLocks noChangeAspect="1"/>
          </p:cNvPicPr>
          <p:nvPr/>
        </p:nvPicPr>
        <p:blipFill>
          <a:blip r:embed="rId1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3315" r="-8646"/>
          <a:stretch>
            <a:fillRect/>
          </a:stretch>
        </p:blipFill>
        <p:spPr>
          <a:xfrm>
            <a:off x="11629208" y="9956997"/>
            <a:ext cx="527774" cy="353306"/>
          </a:xfrm>
          <a:prstGeom prst="rect">
            <a:avLst/>
          </a:prstGeom>
        </p:spPr>
      </p:pic>
      <p:pic>
        <p:nvPicPr>
          <p:cNvPr id="1043" name="Picture 1042">
            <a:extLst>
              <a:ext uri="{FF2B5EF4-FFF2-40B4-BE49-F238E27FC236}">
                <a16:creationId xmlns:a16="http://schemas.microsoft.com/office/drawing/2014/main" id="{31633BFD-3B21-B426-22EE-A6CA845ABB90}"/>
              </a:ext>
            </a:extLst>
          </p:cNvPr>
          <p:cNvPicPr>
            <a:picLocks noChangeAspect="1"/>
          </p:cNvPicPr>
          <p:nvPr/>
        </p:nvPicPr>
        <p:blipFill>
          <a:blip r:embed="rId1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9453" y="10508959"/>
            <a:ext cx="485775" cy="666750"/>
          </a:xfrm>
          <a:prstGeom prst="rect">
            <a:avLst/>
          </a:prstGeom>
        </p:spPr>
      </p:pic>
      <p:pic>
        <p:nvPicPr>
          <p:cNvPr id="1044" name="Picture 1043" descr="A black spot on a white background&#10;&#10;AI-generated content may be incorrect.">
            <a:extLst>
              <a:ext uri="{FF2B5EF4-FFF2-40B4-BE49-F238E27FC236}">
                <a16:creationId xmlns:a16="http://schemas.microsoft.com/office/drawing/2014/main" id="{D49B02CF-2EFC-DEE2-5C35-C53153E87388}"/>
              </a:ext>
            </a:extLst>
          </p:cNvPr>
          <p:cNvPicPr>
            <a:picLocks noChangeAspect="1"/>
          </p:cNvPicPr>
          <p:nvPr/>
        </p:nvPicPr>
        <p:blipFill>
          <a:blip r:embed="rId1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9635" y="10523247"/>
            <a:ext cx="485775" cy="638175"/>
          </a:xfrm>
          <a:prstGeom prst="rect">
            <a:avLst/>
          </a:prstGeom>
        </p:spPr>
      </p:pic>
      <p:pic>
        <p:nvPicPr>
          <p:cNvPr id="1045" name="Picture 1044" descr="A black dot with numbers and a white background&#10;&#10;AI-generated content may be incorrect.">
            <a:extLst>
              <a:ext uri="{FF2B5EF4-FFF2-40B4-BE49-F238E27FC236}">
                <a16:creationId xmlns:a16="http://schemas.microsoft.com/office/drawing/2014/main" id="{CC965B35-3F7A-2950-900F-59ABD588493D}"/>
              </a:ext>
            </a:extLst>
          </p:cNvPr>
          <p:cNvPicPr>
            <a:picLocks noChangeAspect="1"/>
          </p:cNvPicPr>
          <p:nvPr/>
        </p:nvPicPr>
        <p:blipFill>
          <a:blip r:embed="rId1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9817" y="10537534"/>
            <a:ext cx="485775" cy="609600"/>
          </a:xfrm>
          <a:prstGeom prst="rect">
            <a:avLst/>
          </a:prstGeom>
        </p:spPr>
      </p:pic>
      <p:pic>
        <p:nvPicPr>
          <p:cNvPr id="1046" name="Picture 1045">
            <a:extLst>
              <a:ext uri="{FF2B5EF4-FFF2-40B4-BE49-F238E27FC236}">
                <a16:creationId xmlns:a16="http://schemas.microsoft.com/office/drawing/2014/main" id="{D749F21F-6681-66FB-C309-B74DA86CD80E}"/>
              </a:ext>
            </a:extLst>
          </p:cNvPr>
          <p:cNvPicPr>
            <a:picLocks noChangeAspect="1"/>
          </p:cNvPicPr>
          <p:nvPr/>
        </p:nvPicPr>
        <p:blipFill>
          <a:blip r:embed="rId1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999" y="10508959"/>
            <a:ext cx="485775" cy="666750"/>
          </a:xfrm>
          <a:prstGeom prst="rect">
            <a:avLst/>
          </a:prstGeom>
        </p:spPr>
      </p:pic>
      <p:pic>
        <p:nvPicPr>
          <p:cNvPr id="1047" name="Picture 1046">
            <a:extLst>
              <a:ext uri="{FF2B5EF4-FFF2-40B4-BE49-F238E27FC236}">
                <a16:creationId xmlns:a16="http://schemas.microsoft.com/office/drawing/2014/main" id="{A2F0D54B-7F3B-1B53-71CE-B846DA09BB63}"/>
              </a:ext>
            </a:extLst>
          </p:cNvPr>
          <p:cNvPicPr>
            <a:picLocks noChangeAspect="1"/>
          </p:cNvPicPr>
          <p:nvPr/>
        </p:nvPicPr>
        <p:blipFill>
          <a:blip r:embed="rId1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9944" y="10508959"/>
            <a:ext cx="485775" cy="666750"/>
          </a:xfrm>
          <a:prstGeom prst="rect">
            <a:avLst/>
          </a:prstGeom>
        </p:spPr>
      </p:pic>
      <p:pic>
        <p:nvPicPr>
          <p:cNvPr id="1048" name="Picture 1047">
            <a:extLst>
              <a:ext uri="{FF2B5EF4-FFF2-40B4-BE49-F238E27FC236}">
                <a16:creationId xmlns:a16="http://schemas.microsoft.com/office/drawing/2014/main" id="{FE9F0901-C28B-BF0F-C653-2F4E37633A90}"/>
              </a:ext>
            </a:extLst>
          </p:cNvPr>
          <p:cNvPicPr>
            <a:picLocks noChangeAspect="1"/>
          </p:cNvPicPr>
          <p:nvPr/>
        </p:nvPicPr>
        <p:blipFill>
          <a:blip r:embed="rId1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6234" y="10508959"/>
            <a:ext cx="485775" cy="666750"/>
          </a:xfrm>
          <a:prstGeom prst="rect">
            <a:avLst/>
          </a:prstGeom>
        </p:spPr>
      </p:pic>
      <p:pic>
        <p:nvPicPr>
          <p:cNvPr id="1049" name="Picture 1048">
            <a:extLst>
              <a:ext uri="{FF2B5EF4-FFF2-40B4-BE49-F238E27FC236}">
                <a16:creationId xmlns:a16="http://schemas.microsoft.com/office/drawing/2014/main" id="{CF11A392-544D-4E6C-734A-B69361AF43B1}"/>
              </a:ext>
            </a:extLst>
          </p:cNvPr>
          <p:cNvPicPr>
            <a:picLocks noChangeAspect="1"/>
          </p:cNvPicPr>
          <p:nvPr/>
        </p:nvPicPr>
        <p:blipFill>
          <a:blip r:embed="rId1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8225" y="10466097"/>
            <a:ext cx="600075" cy="752475"/>
          </a:xfrm>
          <a:prstGeom prst="rect">
            <a:avLst/>
          </a:prstGeom>
        </p:spPr>
      </p:pic>
      <p:pic>
        <p:nvPicPr>
          <p:cNvPr id="1050" name="Picture 1049">
            <a:extLst>
              <a:ext uri="{FF2B5EF4-FFF2-40B4-BE49-F238E27FC236}">
                <a16:creationId xmlns:a16="http://schemas.microsoft.com/office/drawing/2014/main" id="{23DA2E92-1E3B-A37A-DB59-7CFFF77416CC}"/>
              </a:ext>
            </a:extLst>
          </p:cNvPr>
          <p:cNvPicPr>
            <a:picLocks noChangeAspect="1"/>
          </p:cNvPicPr>
          <p:nvPr/>
        </p:nvPicPr>
        <p:blipFill>
          <a:blip r:embed="rId1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8791" y="10451809"/>
            <a:ext cx="571500" cy="781050"/>
          </a:xfrm>
          <a:prstGeom prst="rect">
            <a:avLst/>
          </a:prstGeom>
        </p:spPr>
      </p:pic>
      <p:pic>
        <p:nvPicPr>
          <p:cNvPr id="1051" name="Picture 1050">
            <a:extLst>
              <a:ext uri="{FF2B5EF4-FFF2-40B4-BE49-F238E27FC236}">
                <a16:creationId xmlns:a16="http://schemas.microsoft.com/office/drawing/2014/main" id="{BFF2FDA2-51D4-0E37-AA70-A1E489265343}"/>
              </a:ext>
            </a:extLst>
          </p:cNvPr>
          <p:cNvPicPr>
            <a:picLocks noChangeAspect="1"/>
          </p:cNvPicPr>
          <p:nvPr/>
        </p:nvPicPr>
        <p:blipFill>
          <a:blip r:embed="rId1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9361" y="10494672"/>
            <a:ext cx="485775" cy="695325"/>
          </a:xfrm>
          <a:prstGeom prst="rect">
            <a:avLst/>
          </a:prstGeom>
        </p:spPr>
      </p:pic>
      <p:pic>
        <p:nvPicPr>
          <p:cNvPr id="1052" name="Picture 1051">
            <a:extLst>
              <a:ext uri="{FF2B5EF4-FFF2-40B4-BE49-F238E27FC236}">
                <a16:creationId xmlns:a16="http://schemas.microsoft.com/office/drawing/2014/main" id="{8EC8DB6B-5878-53DB-528C-9A8756F8523A}"/>
              </a:ext>
            </a:extLst>
          </p:cNvPr>
          <p:cNvPicPr>
            <a:picLocks noChangeAspect="1"/>
          </p:cNvPicPr>
          <p:nvPr/>
        </p:nvPicPr>
        <p:blipFill>
          <a:blip r:embed="rId1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4781" y="10403570"/>
            <a:ext cx="485775" cy="838200"/>
          </a:xfrm>
          <a:prstGeom prst="rect">
            <a:avLst/>
          </a:prstGeom>
        </p:spPr>
      </p:pic>
      <p:pic>
        <p:nvPicPr>
          <p:cNvPr id="1053" name="Picture 1052" descr="A black text and a black object&#10;&#10;AI-generated content may be incorrect.">
            <a:extLst>
              <a:ext uri="{FF2B5EF4-FFF2-40B4-BE49-F238E27FC236}">
                <a16:creationId xmlns:a16="http://schemas.microsoft.com/office/drawing/2014/main" id="{1BE60EE6-722F-75E3-1D76-C6585EBD2D68}"/>
              </a:ext>
            </a:extLst>
          </p:cNvPr>
          <p:cNvPicPr>
            <a:picLocks noChangeAspect="1"/>
          </p:cNvPicPr>
          <p:nvPr/>
        </p:nvPicPr>
        <p:blipFill>
          <a:blip r:embed="rId1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0201" y="10580397"/>
            <a:ext cx="485775" cy="523875"/>
          </a:xfrm>
          <a:prstGeom prst="rect">
            <a:avLst/>
          </a:prstGeom>
        </p:spPr>
      </p:pic>
      <p:pic>
        <p:nvPicPr>
          <p:cNvPr id="1054" name="Picture 1053" descr="A black blob with numbers&#10;&#10;AI-generated content may be incorrect.">
            <a:extLst>
              <a:ext uri="{FF2B5EF4-FFF2-40B4-BE49-F238E27FC236}">
                <a16:creationId xmlns:a16="http://schemas.microsoft.com/office/drawing/2014/main" id="{115C1C13-452E-4554-1A3C-B9B280AC2D71}"/>
              </a:ext>
            </a:extLst>
          </p:cNvPr>
          <p:cNvPicPr>
            <a:picLocks noChangeAspect="1"/>
          </p:cNvPicPr>
          <p:nvPr/>
        </p:nvPicPr>
        <p:blipFill>
          <a:blip r:embed="rId1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5621" y="10494672"/>
            <a:ext cx="485775" cy="695325"/>
          </a:xfrm>
          <a:prstGeom prst="rect">
            <a:avLst/>
          </a:prstGeom>
        </p:spPr>
      </p:pic>
      <p:pic>
        <p:nvPicPr>
          <p:cNvPr id="1055" name="Picture 1054">
            <a:extLst>
              <a:ext uri="{FF2B5EF4-FFF2-40B4-BE49-F238E27FC236}">
                <a16:creationId xmlns:a16="http://schemas.microsoft.com/office/drawing/2014/main" id="{44137954-2CB0-4AF0-B5B3-DDA33EA95759}"/>
              </a:ext>
            </a:extLst>
          </p:cNvPr>
          <p:cNvPicPr>
            <a:picLocks noChangeAspect="1"/>
          </p:cNvPicPr>
          <p:nvPr/>
        </p:nvPicPr>
        <p:blipFill>
          <a:blip r:embed="rId1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95050" y="10523247"/>
            <a:ext cx="485775" cy="638175"/>
          </a:xfrm>
          <a:prstGeom prst="rect">
            <a:avLst/>
          </a:prstGeom>
        </p:spPr>
      </p:pic>
      <p:pic>
        <p:nvPicPr>
          <p:cNvPr id="1056" name="Picture 1055">
            <a:extLst>
              <a:ext uri="{FF2B5EF4-FFF2-40B4-BE49-F238E27FC236}">
                <a16:creationId xmlns:a16="http://schemas.microsoft.com/office/drawing/2014/main" id="{2A55E645-C447-B635-C75E-5BB003B722FA}"/>
              </a:ext>
            </a:extLst>
          </p:cNvPr>
          <p:cNvPicPr>
            <a:picLocks noChangeAspect="1"/>
          </p:cNvPicPr>
          <p:nvPr/>
        </p:nvPicPr>
        <p:blipFill>
          <a:blip r:embed="rId1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3345" y="10523247"/>
            <a:ext cx="485775" cy="638175"/>
          </a:xfrm>
          <a:prstGeom prst="rect">
            <a:avLst/>
          </a:prstGeom>
        </p:spPr>
      </p:pic>
      <p:pic>
        <p:nvPicPr>
          <p:cNvPr id="1057" name="Picture 1056">
            <a:extLst>
              <a:ext uri="{FF2B5EF4-FFF2-40B4-BE49-F238E27FC236}">
                <a16:creationId xmlns:a16="http://schemas.microsoft.com/office/drawing/2014/main" id="{F446A1B6-BD83-3F3B-4E76-65E45263A33B}"/>
              </a:ext>
            </a:extLst>
          </p:cNvPr>
          <p:cNvPicPr>
            <a:picLocks noChangeAspect="1"/>
          </p:cNvPicPr>
          <p:nvPr/>
        </p:nvPicPr>
        <p:blipFill>
          <a:blip r:embed="rId1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1640" y="10537534"/>
            <a:ext cx="485775" cy="609600"/>
          </a:xfrm>
          <a:prstGeom prst="rect">
            <a:avLst/>
          </a:prstGeom>
        </p:spPr>
      </p:pic>
      <p:pic>
        <p:nvPicPr>
          <p:cNvPr id="1058" name="Picture 1057">
            <a:extLst>
              <a:ext uri="{FF2B5EF4-FFF2-40B4-BE49-F238E27FC236}">
                <a16:creationId xmlns:a16="http://schemas.microsoft.com/office/drawing/2014/main" id="{209B5AB2-D8A7-8871-D27F-EF4EEBE4544C}"/>
              </a:ext>
            </a:extLst>
          </p:cNvPr>
          <p:cNvPicPr>
            <a:picLocks noChangeAspect="1"/>
          </p:cNvPicPr>
          <p:nvPr/>
        </p:nvPicPr>
        <p:blipFill>
          <a:blip r:embed="rId1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9935" y="10537534"/>
            <a:ext cx="485775" cy="609600"/>
          </a:xfrm>
          <a:prstGeom prst="rect">
            <a:avLst/>
          </a:prstGeom>
        </p:spPr>
      </p:pic>
      <p:sp>
        <p:nvSpPr>
          <p:cNvPr id="1059" name="TextBox 1058">
            <a:extLst>
              <a:ext uri="{FF2B5EF4-FFF2-40B4-BE49-F238E27FC236}">
                <a16:creationId xmlns:a16="http://schemas.microsoft.com/office/drawing/2014/main" id="{75F552F9-88E2-00F5-7380-E4BADF47E8DD}"/>
              </a:ext>
            </a:extLst>
          </p:cNvPr>
          <p:cNvSpPr txBox="1"/>
          <p:nvPr/>
        </p:nvSpPr>
        <p:spPr>
          <a:xfrm>
            <a:off x="-14413" y="10362489"/>
            <a:ext cx="30574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BD9224"/>
                </a:solidFill>
              </a:rPr>
              <a:t>mc_feces_dark_roundish</a:t>
            </a:r>
            <a:endParaRPr lang="en-US" sz="1200" dirty="0">
              <a:solidFill>
                <a:srgbClr val="BD9224"/>
              </a:solidFill>
            </a:endParaRPr>
          </a:p>
        </p:txBody>
      </p:sp>
      <p:sp>
        <p:nvSpPr>
          <p:cNvPr id="1060" name="TextBox 1059">
            <a:extLst>
              <a:ext uri="{FF2B5EF4-FFF2-40B4-BE49-F238E27FC236}">
                <a16:creationId xmlns:a16="http://schemas.microsoft.com/office/drawing/2014/main" id="{9E9841F0-7A8E-0FF9-7DE5-E7AA7BE97EAD}"/>
              </a:ext>
            </a:extLst>
          </p:cNvPr>
          <p:cNvSpPr txBox="1"/>
          <p:nvPr/>
        </p:nvSpPr>
        <p:spPr>
          <a:xfrm>
            <a:off x="3033588" y="10367795"/>
            <a:ext cx="304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BD9224"/>
                </a:solidFill>
              </a:rPr>
              <a:t>mc_feces_dark_small_irregular_shape</a:t>
            </a:r>
            <a:endParaRPr lang="en-US" sz="1200" dirty="0">
              <a:solidFill>
                <a:srgbClr val="BD9224"/>
              </a:solidFill>
            </a:endParaRPr>
          </a:p>
        </p:txBody>
      </p:sp>
      <p:sp>
        <p:nvSpPr>
          <p:cNvPr id="1061" name="TextBox 1060">
            <a:extLst>
              <a:ext uri="{FF2B5EF4-FFF2-40B4-BE49-F238E27FC236}">
                <a16:creationId xmlns:a16="http://schemas.microsoft.com/office/drawing/2014/main" id="{42E9381E-3EBB-A0DA-C115-32F7DA752651}"/>
              </a:ext>
            </a:extLst>
          </p:cNvPr>
          <p:cNvSpPr txBox="1"/>
          <p:nvPr/>
        </p:nvSpPr>
        <p:spPr>
          <a:xfrm>
            <a:off x="6098156" y="10368104"/>
            <a:ext cx="30574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BD9224"/>
                </a:solidFill>
              </a:rPr>
              <a:t>mc_feces_short_straight</a:t>
            </a:r>
            <a:endParaRPr lang="en-US" sz="1200" dirty="0">
              <a:solidFill>
                <a:srgbClr val="BD9224"/>
              </a:solidFill>
            </a:endParaRPr>
          </a:p>
        </p:txBody>
      </p:sp>
      <p:sp>
        <p:nvSpPr>
          <p:cNvPr id="1062" name="TextBox 1061">
            <a:extLst>
              <a:ext uri="{FF2B5EF4-FFF2-40B4-BE49-F238E27FC236}">
                <a16:creationId xmlns:a16="http://schemas.microsoft.com/office/drawing/2014/main" id="{9669A9F6-0C58-8C76-7FE0-E6BECF18AB07}"/>
              </a:ext>
            </a:extLst>
          </p:cNvPr>
          <p:cNvSpPr txBox="1"/>
          <p:nvPr/>
        </p:nvSpPr>
        <p:spPr>
          <a:xfrm>
            <a:off x="9146157" y="10373410"/>
            <a:ext cx="304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BD9224"/>
                </a:solidFill>
              </a:rPr>
              <a:t>mc_feces_small_round_grey</a:t>
            </a:r>
            <a:endParaRPr lang="en-US" sz="1200" dirty="0">
              <a:solidFill>
                <a:srgbClr val="BD9224"/>
              </a:solidFill>
            </a:endParaRPr>
          </a:p>
        </p:txBody>
      </p:sp>
      <p:pic>
        <p:nvPicPr>
          <p:cNvPr id="1063" name="Picture 1062" descr="A black object on a white background&#10;&#10;AI-generated content may be incorrect.">
            <a:extLst>
              <a:ext uri="{FF2B5EF4-FFF2-40B4-BE49-F238E27FC236}">
                <a16:creationId xmlns:a16="http://schemas.microsoft.com/office/drawing/2014/main" id="{8C1FB4A0-5422-A8D0-CB19-E7CBC4287741}"/>
              </a:ext>
            </a:extLst>
          </p:cNvPr>
          <p:cNvPicPr>
            <a:picLocks noChangeAspect="1"/>
          </p:cNvPicPr>
          <p:nvPr/>
        </p:nvPicPr>
        <p:blipFill>
          <a:blip r:embed="rId13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087" b="1"/>
          <a:stretch>
            <a:fillRect/>
          </a:stretch>
        </p:blipFill>
        <p:spPr>
          <a:xfrm>
            <a:off x="92690" y="11469652"/>
            <a:ext cx="485775" cy="875335"/>
          </a:xfrm>
          <a:prstGeom prst="rect">
            <a:avLst/>
          </a:prstGeom>
        </p:spPr>
      </p:pic>
      <p:pic>
        <p:nvPicPr>
          <p:cNvPr id="1064" name="Picture 1063" descr="A black object with text&#10;&#10;AI-generated content may be incorrect.">
            <a:extLst>
              <a:ext uri="{FF2B5EF4-FFF2-40B4-BE49-F238E27FC236}">
                <a16:creationId xmlns:a16="http://schemas.microsoft.com/office/drawing/2014/main" id="{20813E67-E771-30AD-79C8-90A8C0A59CA0}"/>
              </a:ext>
            </a:extLst>
          </p:cNvPr>
          <p:cNvPicPr>
            <a:picLocks noChangeAspect="1"/>
          </p:cNvPicPr>
          <p:nvPr/>
        </p:nvPicPr>
        <p:blipFill>
          <a:blip r:embed="rId13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306" r="22535"/>
          <a:stretch>
            <a:fillRect/>
          </a:stretch>
        </p:blipFill>
        <p:spPr>
          <a:xfrm>
            <a:off x="2428914" y="11462469"/>
            <a:ext cx="575529" cy="889700"/>
          </a:xfrm>
          <a:prstGeom prst="rect">
            <a:avLst/>
          </a:prstGeom>
        </p:spPr>
      </p:pic>
      <p:pic>
        <p:nvPicPr>
          <p:cNvPr id="1065" name="Picture 1064" descr="A black text and a black and white image&#10;&#10;AI-generated content may be incorrect.">
            <a:extLst>
              <a:ext uri="{FF2B5EF4-FFF2-40B4-BE49-F238E27FC236}">
                <a16:creationId xmlns:a16="http://schemas.microsoft.com/office/drawing/2014/main" id="{8D5C8DDE-2931-3287-9CA8-DA00D0E81B75}"/>
              </a:ext>
            </a:extLst>
          </p:cNvPr>
          <p:cNvPicPr>
            <a:picLocks noChangeAspect="1"/>
          </p:cNvPicPr>
          <p:nvPr/>
        </p:nvPicPr>
        <p:blipFill>
          <a:blip r:embed="rId13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664" r="23892"/>
          <a:stretch>
            <a:fillRect/>
          </a:stretch>
        </p:blipFill>
        <p:spPr>
          <a:xfrm>
            <a:off x="634505" y="11508478"/>
            <a:ext cx="935157" cy="797683"/>
          </a:xfrm>
          <a:prstGeom prst="rect">
            <a:avLst/>
          </a:prstGeom>
        </p:spPr>
      </p:pic>
      <p:pic>
        <p:nvPicPr>
          <p:cNvPr id="1066" name="Picture 1065" descr="A black and white image of a snake&#10;&#10;AI-generated content may be incorrect.">
            <a:extLst>
              <a:ext uri="{FF2B5EF4-FFF2-40B4-BE49-F238E27FC236}">
                <a16:creationId xmlns:a16="http://schemas.microsoft.com/office/drawing/2014/main" id="{CCBED2A6-3525-5B06-A819-58E8CB919CA1}"/>
              </a:ext>
            </a:extLst>
          </p:cNvPr>
          <p:cNvPicPr>
            <a:picLocks noChangeAspect="1"/>
          </p:cNvPicPr>
          <p:nvPr/>
        </p:nvPicPr>
        <p:blipFill>
          <a:blip r:embed="rId13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135" r="25292"/>
          <a:stretch>
            <a:fillRect/>
          </a:stretch>
        </p:blipFill>
        <p:spPr>
          <a:xfrm>
            <a:off x="1625702" y="11529134"/>
            <a:ext cx="747171" cy="756370"/>
          </a:xfrm>
          <a:prstGeom prst="rect">
            <a:avLst/>
          </a:prstGeom>
        </p:spPr>
      </p:pic>
      <p:pic>
        <p:nvPicPr>
          <p:cNvPr id="1067" name="Picture 1066">
            <a:extLst>
              <a:ext uri="{FF2B5EF4-FFF2-40B4-BE49-F238E27FC236}">
                <a16:creationId xmlns:a16="http://schemas.microsoft.com/office/drawing/2014/main" id="{1174E778-617B-E6FF-4A15-26A543151E4F}"/>
              </a:ext>
            </a:extLst>
          </p:cNvPr>
          <p:cNvPicPr>
            <a:picLocks noChangeAspect="1"/>
          </p:cNvPicPr>
          <p:nvPr/>
        </p:nvPicPr>
        <p:blipFill>
          <a:blip r:embed="rId13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4747" y="11373919"/>
            <a:ext cx="485775" cy="952500"/>
          </a:xfrm>
          <a:prstGeom prst="rect">
            <a:avLst/>
          </a:prstGeom>
        </p:spPr>
      </p:pic>
      <p:pic>
        <p:nvPicPr>
          <p:cNvPr id="1068" name="Picture 1067">
            <a:extLst>
              <a:ext uri="{FF2B5EF4-FFF2-40B4-BE49-F238E27FC236}">
                <a16:creationId xmlns:a16="http://schemas.microsoft.com/office/drawing/2014/main" id="{ADC4995B-51F9-8076-9E96-D61EDDFE9D13}"/>
              </a:ext>
            </a:extLst>
          </p:cNvPr>
          <p:cNvPicPr>
            <a:picLocks noChangeAspect="1"/>
          </p:cNvPicPr>
          <p:nvPr/>
        </p:nvPicPr>
        <p:blipFill>
          <a:blip r:embed="rId13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6561" y="11474546"/>
            <a:ext cx="485775" cy="866775"/>
          </a:xfrm>
          <a:prstGeom prst="rect">
            <a:avLst/>
          </a:prstGeom>
        </p:spPr>
      </p:pic>
      <p:pic>
        <p:nvPicPr>
          <p:cNvPr id="1069" name="Picture 1068">
            <a:extLst>
              <a:ext uri="{FF2B5EF4-FFF2-40B4-BE49-F238E27FC236}">
                <a16:creationId xmlns:a16="http://schemas.microsoft.com/office/drawing/2014/main" id="{E49DCDFE-AD7E-27E0-8605-3A07FD9870FF}"/>
              </a:ext>
            </a:extLst>
          </p:cNvPr>
          <p:cNvPicPr>
            <a:picLocks noChangeAspect="1"/>
          </p:cNvPicPr>
          <p:nvPr/>
        </p:nvPicPr>
        <p:blipFill>
          <a:blip r:embed="rId13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355"/>
          <a:stretch>
            <a:fillRect/>
          </a:stretch>
        </p:blipFill>
        <p:spPr>
          <a:xfrm>
            <a:off x="3938375" y="11431683"/>
            <a:ext cx="485775" cy="952501"/>
          </a:xfrm>
          <a:prstGeom prst="rect">
            <a:avLst/>
          </a:prstGeom>
        </p:spPr>
      </p:pic>
      <p:pic>
        <p:nvPicPr>
          <p:cNvPr id="1070" name="Picture 1069">
            <a:extLst>
              <a:ext uri="{FF2B5EF4-FFF2-40B4-BE49-F238E27FC236}">
                <a16:creationId xmlns:a16="http://schemas.microsoft.com/office/drawing/2014/main" id="{77910BE5-DC4D-FDDC-A5A6-B76D81BB0ECA}"/>
              </a:ext>
            </a:extLst>
          </p:cNvPr>
          <p:cNvPicPr>
            <a:picLocks noChangeAspect="1"/>
          </p:cNvPicPr>
          <p:nvPr/>
        </p:nvPicPr>
        <p:blipFill>
          <a:blip r:embed="rId14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895"/>
          <a:stretch>
            <a:fillRect/>
          </a:stretch>
        </p:blipFill>
        <p:spPr>
          <a:xfrm>
            <a:off x="3150189" y="11382422"/>
            <a:ext cx="485775" cy="935495"/>
          </a:xfrm>
          <a:prstGeom prst="rect">
            <a:avLst/>
          </a:prstGeom>
        </p:spPr>
      </p:pic>
      <p:pic>
        <p:nvPicPr>
          <p:cNvPr id="1071" name="Picture 1070">
            <a:extLst>
              <a:ext uri="{FF2B5EF4-FFF2-40B4-BE49-F238E27FC236}">
                <a16:creationId xmlns:a16="http://schemas.microsoft.com/office/drawing/2014/main" id="{7ACA5BED-7B82-E1F5-943E-303384B7BC3C}"/>
              </a:ext>
            </a:extLst>
          </p:cNvPr>
          <p:cNvPicPr>
            <a:picLocks noChangeAspect="1"/>
          </p:cNvPicPr>
          <p:nvPr/>
        </p:nvPicPr>
        <p:blipFill>
          <a:blip r:embed="rId14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295"/>
          <a:stretch>
            <a:fillRect/>
          </a:stretch>
        </p:blipFill>
        <p:spPr>
          <a:xfrm>
            <a:off x="6269436" y="11448006"/>
            <a:ext cx="485775" cy="918627"/>
          </a:xfrm>
          <a:prstGeom prst="rect">
            <a:avLst/>
          </a:prstGeom>
        </p:spPr>
      </p:pic>
      <p:pic>
        <p:nvPicPr>
          <p:cNvPr id="1072" name="Picture 1071" descr="A blurry image of a black object&#10;&#10;AI-generated content may be incorrect.">
            <a:extLst>
              <a:ext uri="{FF2B5EF4-FFF2-40B4-BE49-F238E27FC236}">
                <a16:creationId xmlns:a16="http://schemas.microsoft.com/office/drawing/2014/main" id="{59F3B0E0-97D5-37B9-57EB-D2FF7A9B8186}"/>
              </a:ext>
            </a:extLst>
          </p:cNvPr>
          <p:cNvPicPr>
            <a:picLocks noChangeAspect="1"/>
          </p:cNvPicPr>
          <p:nvPr/>
        </p:nvPicPr>
        <p:blipFill>
          <a:blip r:embed="rId14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0388" y="11588232"/>
            <a:ext cx="542925" cy="638175"/>
          </a:xfrm>
          <a:prstGeom prst="rect">
            <a:avLst/>
          </a:prstGeom>
        </p:spPr>
      </p:pic>
      <p:pic>
        <p:nvPicPr>
          <p:cNvPr id="1073" name="Picture 1072">
            <a:extLst>
              <a:ext uri="{FF2B5EF4-FFF2-40B4-BE49-F238E27FC236}">
                <a16:creationId xmlns:a16="http://schemas.microsoft.com/office/drawing/2014/main" id="{6639410A-167F-82C2-68F3-93C163ACAEDA}"/>
              </a:ext>
            </a:extLst>
          </p:cNvPr>
          <p:cNvPicPr>
            <a:picLocks noChangeAspect="1"/>
          </p:cNvPicPr>
          <p:nvPr/>
        </p:nvPicPr>
        <p:blipFill>
          <a:blip r:embed="rId14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621" r="8995"/>
          <a:stretch>
            <a:fillRect/>
          </a:stretch>
        </p:blipFill>
        <p:spPr>
          <a:xfrm>
            <a:off x="7728490" y="11519752"/>
            <a:ext cx="442081" cy="775134"/>
          </a:xfrm>
          <a:prstGeom prst="rect">
            <a:avLst/>
          </a:prstGeom>
        </p:spPr>
      </p:pic>
      <p:pic>
        <p:nvPicPr>
          <p:cNvPr id="1074" name="Picture 1073">
            <a:extLst>
              <a:ext uri="{FF2B5EF4-FFF2-40B4-BE49-F238E27FC236}">
                <a16:creationId xmlns:a16="http://schemas.microsoft.com/office/drawing/2014/main" id="{0D3B6B59-CE48-AC2E-930C-89C4970A61AE}"/>
              </a:ext>
            </a:extLst>
          </p:cNvPr>
          <p:cNvPicPr>
            <a:picLocks noChangeAspect="1"/>
          </p:cNvPicPr>
          <p:nvPr/>
        </p:nvPicPr>
        <p:blipFill>
          <a:blip r:embed="rId14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572" r="16430"/>
          <a:stretch>
            <a:fillRect/>
          </a:stretch>
        </p:blipFill>
        <p:spPr>
          <a:xfrm>
            <a:off x="8385749" y="11519752"/>
            <a:ext cx="668644" cy="775134"/>
          </a:xfrm>
          <a:prstGeom prst="rect">
            <a:avLst/>
          </a:prstGeom>
        </p:spPr>
      </p:pic>
      <p:pic>
        <p:nvPicPr>
          <p:cNvPr id="1075" name="Picture 1074">
            <a:extLst>
              <a:ext uri="{FF2B5EF4-FFF2-40B4-BE49-F238E27FC236}">
                <a16:creationId xmlns:a16="http://schemas.microsoft.com/office/drawing/2014/main" id="{96513ADC-B85F-AA10-79A9-06BB3710FB66}"/>
              </a:ext>
            </a:extLst>
          </p:cNvPr>
          <p:cNvPicPr>
            <a:picLocks noChangeAspect="1"/>
          </p:cNvPicPr>
          <p:nvPr/>
        </p:nvPicPr>
        <p:blipFill>
          <a:blip r:embed="rId14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691" r="-14639"/>
          <a:stretch>
            <a:fillRect/>
          </a:stretch>
        </p:blipFill>
        <p:spPr>
          <a:xfrm>
            <a:off x="9216444" y="11312307"/>
            <a:ext cx="556889" cy="1075725"/>
          </a:xfrm>
          <a:prstGeom prst="rect">
            <a:avLst/>
          </a:prstGeom>
        </p:spPr>
      </p:pic>
      <p:pic>
        <p:nvPicPr>
          <p:cNvPr id="1076" name="Picture 1075">
            <a:extLst>
              <a:ext uri="{FF2B5EF4-FFF2-40B4-BE49-F238E27FC236}">
                <a16:creationId xmlns:a16="http://schemas.microsoft.com/office/drawing/2014/main" id="{3A5A3C8F-294A-E0ED-6A70-FC52A74F7455}"/>
              </a:ext>
            </a:extLst>
          </p:cNvPr>
          <p:cNvPicPr>
            <a:picLocks noChangeAspect="1"/>
          </p:cNvPicPr>
          <p:nvPr/>
        </p:nvPicPr>
        <p:blipFill>
          <a:blip r:embed="rId14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3232" t="22203"/>
          <a:stretch>
            <a:fillRect/>
          </a:stretch>
        </p:blipFill>
        <p:spPr>
          <a:xfrm>
            <a:off x="11549258" y="11270278"/>
            <a:ext cx="550052" cy="1141159"/>
          </a:xfrm>
          <a:prstGeom prst="rect">
            <a:avLst/>
          </a:prstGeom>
        </p:spPr>
      </p:pic>
      <p:pic>
        <p:nvPicPr>
          <p:cNvPr id="1077" name="Picture 1076">
            <a:extLst>
              <a:ext uri="{FF2B5EF4-FFF2-40B4-BE49-F238E27FC236}">
                <a16:creationId xmlns:a16="http://schemas.microsoft.com/office/drawing/2014/main" id="{9F2B2A14-FCBC-965D-342C-30A8F1D948A9}"/>
              </a:ext>
            </a:extLst>
          </p:cNvPr>
          <p:cNvPicPr>
            <a:picLocks noChangeAspect="1"/>
          </p:cNvPicPr>
          <p:nvPr/>
        </p:nvPicPr>
        <p:blipFill>
          <a:blip r:embed="rId14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3178" t="18136"/>
          <a:stretch>
            <a:fillRect/>
          </a:stretch>
        </p:blipFill>
        <p:spPr>
          <a:xfrm>
            <a:off x="10799552" y="11529139"/>
            <a:ext cx="549795" cy="756361"/>
          </a:xfrm>
          <a:prstGeom prst="rect">
            <a:avLst/>
          </a:prstGeom>
        </p:spPr>
      </p:pic>
      <p:pic>
        <p:nvPicPr>
          <p:cNvPr id="1078" name="Picture 1077">
            <a:extLst>
              <a:ext uri="{FF2B5EF4-FFF2-40B4-BE49-F238E27FC236}">
                <a16:creationId xmlns:a16="http://schemas.microsoft.com/office/drawing/2014/main" id="{48A2BA32-3887-92BF-3B16-58DFE6D370CF}"/>
              </a:ext>
            </a:extLst>
          </p:cNvPr>
          <p:cNvPicPr>
            <a:picLocks noChangeAspect="1"/>
          </p:cNvPicPr>
          <p:nvPr/>
        </p:nvPicPr>
        <p:blipFill>
          <a:blip r:embed="rId14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858" r="-10050"/>
          <a:stretch>
            <a:fillRect/>
          </a:stretch>
        </p:blipFill>
        <p:spPr>
          <a:xfrm>
            <a:off x="10019146" y="11494172"/>
            <a:ext cx="534593" cy="865623"/>
          </a:xfrm>
          <a:prstGeom prst="rect">
            <a:avLst/>
          </a:prstGeom>
        </p:spPr>
      </p:pic>
      <p:sp>
        <p:nvSpPr>
          <p:cNvPr id="1079" name="TextBox 1078">
            <a:extLst>
              <a:ext uri="{FF2B5EF4-FFF2-40B4-BE49-F238E27FC236}">
                <a16:creationId xmlns:a16="http://schemas.microsoft.com/office/drawing/2014/main" id="{B538B0DE-C353-AAFF-F3FE-86D82EF43EE4}"/>
              </a:ext>
            </a:extLst>
          </p:cNvPr>
          <p:cNvSpPr txBox="1"/>
          <p:nvPr/>
        </p:nvSpPr>
        <p:spPr>
          <a:xfrm>
            <a:off x="3048340" y="11277286"/>
            <a:ext cx="304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BD9224"/>
                </a:solidFill>
              </a:rPr>
              <a:t>mc_feces_straight_fluffy</a:t>
            </a:r>
            <a:endParaRPr lang="en-US" sz="1200" dirty="0">
              <a:solidFill>
                <a:srgbClr val="BD9224"/>
              </a:solidFill>
            </a:endParaRPr>
          </a:p>
        </p:txBody>
      </p:sp>
      <p:sp>
        <p:nvSpPr>
          <p:cNvPr id="1080" name="TextBox 1079">
            <a:extLst>
              <a:ext uri="{FF2B5EF4-FFF2-40B4-BE49-F238E27FC236}">
                <a16:creationId xmlns:a16="http://schemas.microsoft.com/office/drawing/2014/main" id="{8BE274FA-9C3E-523D-11ED-C8A59ADFD4FA}"/>
              </a:ext>
            </a:extLst>
          </p:cNvPr>
          <p:cNvSpPr txBox="1"/>
          <p:nvPr/>
        </p:nvSpPr>
        <p:spPr>
          <a:xfrm>
            <a:off x="9160909" y="11282901"/>
            <a:ext cx="304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BD9224"/>
                </a:solidFill>
              </a:rPr>
              <a:t>mc_feces_straight_thin</a:t>
            </a:r>
            <a:endParaRPr lang="en-US" sz="1200" dirty="0">
              <a:solidFill>
                <a:srgbClr val="BD9224"/>
              </a:solidFill>
            </a:endParaRPr>
          </a:p>
        </p:txBody>
      </p:sp>
      <p:sp>
        <p:nvSpPr>
          <p:cNvPr id="1081" name="TextBox 1080">
            <a:extLst>
              <a:ext uri="{FF2B5EF4-FFF2-40B4-BE49-F238E27FC236}">
                <a16:creationId xmlns:a16="http://schemas.microsoft.com/office/drawing/2014/main" id="{82057210-97E3-E0A1-E5AB-D1E0840CB6A9}"/>
              </a:ext>
            </a:extLst>
          </p:cNvPr>
          <p:cNvSpPr txBox="1"/>
          <p:nvPr/>
        </p:nvSpPr>
        <p:spPr>
          <a:xfrm>
            <a:off x="339" y="11271980"/>
            <a:ext cx="30574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BD9224"/>
                </a:solidFill>
              </a:rPr>
              <a:t>mc_feces_straight_to_feces_bent</a:t>
            </a:r>
            <a:endParaRPr lang="en-US" sz="1200" dirty="0">
              <a:solidFill>
                <a:srgbClr val="BD9224"/>
              </a:solidFill>
            </a:endParaRPr>
          </a:p>
        </p:txBody>
      </p:sp>
      <p:sp>
        <p:nvSpPr>
          <p:cNvPr id="1082" name="TextBox 1081">
            <a:extLst>
              <a:ext uri="{FF2B5EF4-FFF2-40B4-BE49-F238E27FC236}">
                <a16:creationId xmlns:a16="http://schemas.microsoft.com/office/drawing/2014/main" id="{6A19A832-E937-0F59-AE5F-D884CFA26DE1}"/>
              </a:ext>
            </a:extLst>
          </p:cNvPr>
          <p:cNvSpPr txBox="1"/>
          <p:nvPr/>
        </p:nvSpPr>
        <p:spPr>
          <a:xfrm>
            <a:off x="6112908" y="11277595"/>
            <a:ext cx="30574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BD9224"/>
                </a:solidFill>
              </a:rPr>
              <a:t>mc_feces_straight_fluffy_to_trichodesmium_tuff</a:t>
            </a:r>
            <a:endParaRPr lang="en-US" sz="1200" dirty="0">
              <a:solidFill>
                <a:srgbClr val="BD9224"/>
              </a:solidFill>
            </a:endParaRPr>
          </a:p>
        </p:txBody>
      </p:sp>
      <p:pic>
        <p:nvPicPr>
          <p:cNvPr id="1083" name="Picture 1082">
            <a:extLst>
              <a:ext uri="{FF2B5EF4-FFF2-40B4-BE49-F238E27FC236}">
                <a16:creationId xmlns:a16="http://schemas.microsoft.com/office/drawing/2014/main" id="{8A4E936D-5A3C-A988-4F30-25D4DB3C2B8F}"/>
              </a:ext>
            </a:extLst>
          </p:cNvPr>
          <p:cNvPicPr>
            <a:picLocks noChangeAspect="1"/>
          </p:cNvPicPr>
          <p:nvPr/>
        </p:nvPicPr>
        <p:blipFill>
          <a:blip r:embed="rId14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6970" y="12603502"/>
            <a:ext cx="485775" cy="781050"/>
          </a:xfrm>
          <a:prstGeom prst="rect">
            <a:avLst/>
          </a:prstGeom>
        </p:spPr>
      </p:pic>
      <p:pic>
        <p:nvPicPr>
          <p:cNvPr id="1084" name="Picture 1083" descr="A black and white image of a bird&#10;&#10;AI-generated content may be incorrect.">
            <a:extLst>
              <a:ext uri="{FF2B5EF4-FFF2-40B4-BE49-F238E27FC236}">
                <a16:creationId xmlns:a16="http://schemas.microsoft.com/office/drawing/2014/main" id="{13B560D1-88E7-1B91-A323-F7A1F5DA9A16}"/>
              </a:ext>
            </a:extLst>
          </p:cNvPr>
          <p:cNvPicPr>
            <a:picLocks noChangeAspect="1"/>
          </p:cNvPicPr>
          <p:nvPr/>
        </p:nvPicPr>
        <p:blipFill>
          <a:blip r:embed="rId15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5107" y="12674940"/>
            <a:ext cx="485775" cy="638175"/>
          </a:xfrm>
          <a:prstGeom prst="rect">
            <a:avLst/>
          </a:prstGeom>
        </p:spPr>
      </p:pic>
      <p:pic>
        <p:nvPicPr>
          <p:cNvPr id="1085" name="Picture 1084">
            <a:extLst>
              <a:ext uri="{FF2B5EF4-FFF2-40B4-BE49-F238E27FC236}">
                <a16:creationId xmlns:a16="http://schemas.microsoft.com/office/drawing/2014/main" id="{F44CEB80-0360-1544-4563-23E12E8D3081}"/>
              </a:ext>
            </a:extLst>
          </p:cNvPr>
          <p:cNvPicPr>
            <a:picLocks noChangeAspect="1"/>
          </p:cNvPicPr>
          <p:nvPr/>
        </p:nvPicPr>
        <p:blipFill>
          <a:blip r:embed="rId15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219" y="12703515"/>
            <a:ext cx="685800" cy="581025"/>
          </a:xfrm>
          <a:prstGeom prst="rect">
            <a:avLst/>
          </a:prstGeom>
        </p:spPr>
      </p:pic>
      <p:pic>
        <p:nvPicPr>
          <p:cNvPr id="1086" name="Picture 1085">
            <a:extLst>
              <a:ext uri="{FF2B5EF4-FFF2-40B4-BE49-F238E27FC236}">
                <a16:creationId xmlns:a16="http://schemas.microsoft.com/office/drawing/2014/main" id="{26E6F0D1-0622-257E-A54A-B0F94E7123C0}"/>
              </a:ext>
            </a:extLst>
          </p:cNvPr>
          <p:cNvPicPr>
            <a:picLocks noChangeAspect="1"/>
          </p:cNvPicPr>
          <p:nvPr/>
        </p:nvPicPr>
        <p:blipFill>
          <a:blip r:embed="rId15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56" y="12603502"/>
            <a:ext cx="485775" cy="781050"/>
          </a:xfrm>
          <a:prstGeom prst="rect">
            <a:avLst/>
          </a:prstGeom>
        </p:spPr>
      </p:pic>
      <p:pic>
        <p:nvPicPr>
          <p:cNvPr id="1087" name="Picture 1086">
            <a:extLst>
              <a:ext uri="{FF2B5EF4-FFF2-40B4-BE49-F238E27FC236}">
                <a16:creationId xmlns:a16="http://schemas.microsoft.com/office/drawing/2014/main" id="{8960FAAF-F016-FEDB-47D9-2FDB05F8AD77}"/>
              </a:ext>
            </a:extLst>
          </p:cNvPr>
          <p:cNvPicPr>
            <a:picLocks noChangeAspect="1"/>
          </p:cNvPicPr>
          <p:nvPr/>
        </p:nvPicPr>
        <p:blipFill>
          <a:blip r:embed="rId15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5349" y="12646365"/>
            <a:ext cx="485775" cy="695325"/>
          </a:xfrm>
          <a:prstGeom prst="rect">
            <a:avLst/>
          </a:prstGeom>
        </p:spPr>
      </p:pic>
      <p:pic>
        <p:nvPicPr>
          <p:cNvPr id="1088" name="Picture 1087">
            <a:extLst>
              <a:ext uri="{FF2B5EF4-FFF2-40B4-BE49-F238E27FC236}">
                <a16:creationId xmlns:a16="http://schemas.microsoft.com/office/drawing/2014/main" id="{1F7C01EC-D889-0147-27E3-176E7F2FCD1A}"/>
              </a:ext>
            </a:extLst>
          </p:cNvPr>
          <p:cNvPicPr>
            <a:picLocks noChangeAspect="1"/>
          </p:cNvPicPr>
          <p:nvPr/>
        </p:nvPicPr>
        <p:blipFill>
          <a:blip r:embed="rId15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3839" y="12674940"/>
            <a:ext cx="571500" cy="638175"/>
          </a:xfrm>
          <a:prstGeom prst="rect">
            <a:avLst/>
          </a:prstGeom>
        </p:spPr>
      </p:pic>
      <p:pic>
        <p:nvPicPr>
          <p:cNvPr id="1089" name="Picture 1088">
            <a:extLst>
              <a:ext uri="{FF2B5EF4-FFF2-40B4-BE49-F238E27FC236}">
                <a16:creationId xmlns:a16="http://schemas.microsoft.com/office/drawing/2014/main" id="{E1CCF017-6879-5CF4-B59C-95F5B51CE636}"/>
              </a:ext>
            </a:extLst>
          </p:cNvPr>
          <p:cNvPicPr>
            <a:picLocks noChangeAspect="1"/>
          </p:cNvPicPr>
          <p:nvPr/>
        </p:nvPicPr>
        <p:blipFill>
          <a:blip r:embed="rId15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9479" y="12589215"/>
            <a:ext cx="514350" cy="809625"/>
          </a:xfrm>
          <a:prstGeom prst="rect">
            <a:avLst/>
          </a:prstGeom>
        </p:spPr>
      </p:pic>
      <p:pic>
        <p:nvPicPr>
          <p:cNvPr id="1090" name="Picture 1089">
            <a:extLst>
              <a:ext uri="{FF2B5EF4-FFF2-40B4-BE49-F238E27FC236}">
                <a16:creationId xmlns:a16="http://schemas.microsoft.com/office/drawing/2014/main" id="{90169303-A2A7-9AC9-FB81-1865E77379BC}"/>
              </a:ext>
            </a:extLst>
          </p:cNvPr>
          <p:cNvPicPr>
            <a:picLocks noChangeAspect="1"/>
          </p:cNvPicPr>
          <p:nvPr/>
        </p:nvPicPr>
        <p:blipFill>
          <a:blip r:embed="rId15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19409" r="-11641"/>
          <a:stretch>
            <a:fillRect/>
          </a:stretch>
        </p:blipFill>
        <p:spPr>
          <a:xfrm>
            <a:off x="3227145" y="12541126"/>
            <a:ext cx="542324" cy="905802"/>
          </a:xfrm>
          <a:prstGeom prst="rect">
            <a:avLst/>
          </a:prstGeom>
        </p:spPr>
      </p:pic>
      <p:pic>
        <p:nvPicPr>
          <p:cNvPr id="1091" name="Picture 1090">
            <a:extLst>
              <a:ext uri="{FF2B5EF4-FFF2-40B4-BE49-F238E27FC236}">
                <a16:creationId xmlns:a16="http://schemas.microsoft.com/office/drawing/2014/main" id="{C8CB75F4-3BC8-7947-5622-6DB6741CEBC9}"/>
              </a:ext>
            </a:extLst>
          </p:cNvPr>
          <p:cNvPicPr>
            <a:picLocks noChangeAspect="1"/>
          </p:cNvPicPr>
          <p:nvPr/>
        </p:nvPicPr>
        <p:blipFill>
          <a:blip r:embed="rId15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038"/>
          <a:stretch>
            <a:fillRect/>
          </a:stretch>
        </p:blipFill>
        <p:spPr>
          <a:xfrm>
            <a:off x="8606192" y="12521710"/>
            <a:ext cx="485775" cy="944635"/>
          </a:xfrm>
          <a:prstGeom prst="rect">
            <a:avLst/>
          </a:prstGeom>
        </p:spPr>
      </p:pic>
      <p:pic>
        <p:nvPicPr>
          <p:cNvPr id="1092" name="Picture 1091">
            <a:extLst>
              <a:ext uri="{FF2B5EF4-FFF2-40B4-BE49-F238E27FC236}">
                <a16:creationId xmlns:a16="http://schemas.microsoft.com/office/drawing/2014/main" id="{37E9C0CA-1910-1CD7-DCC3-2534863E3008}"/>
              </a:ext>
            </a:extLst>
          </p:cNvPr>
          <p:cNvPicPr>
            <a:picLocks noChangeAspect="1"/>
          </p:cNvPicPr>
          <p:nvPr/>
        </p:nvPicPr>
        <p:blipFill>
          <a:blip r:embed="rId15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771"/>
          <a:stretch>
            <a:fillRect/>
          </a:stretch>
        </p:blipFill>
        <p:spPr>
          <a:xfrm>
            <a:off x="6141641" y="12514819"/>
            <a:ext cx="485775" cy="958417"/>
          </a:xfrm>
          <a:prstGeom prst="rect">
            <a:avLst/>
          </a:prstGeom>
        </p:spPr>
      </p:pic>
      <p:pic>
        <p:nvPicPr>
          <p:cNvPr id="1093" name="Picture 1092">
            <a:extLst>
              <a:ext uri="{FF2B5EF4-FFF2-40B4-BE49-F238E27FC236}">
                <a16:creationId xmlns:a16="http://schemas.microsoft.com/office/drawing/2014/main" id="{1D2B5443-C6A0-A775-3A4A-9FD539A298A1}"/>
              </a:ext>
            </a:extLst>
          </p:cNvPr>
          <p:cNvPicPr>
            <a:picLocks noChangeAspect="1"/>
          </p:cNvPicPr>
          <p:nvPr/>
        </p:nvPicPr>
        <p:blipFill>
          <a:blip r:embed="rId15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767"/>
          <a:stretch>
            <a:fillRect/>
          </a:stretch>
        </p:blipFill>
        <p:spPr>
          <a:xfrm>
            <a:off x="6900623" y="12544731"/>
            <a:ext cx="485775" cy="898593"/>
          </a:xfrm>
          <a:prstGeom prst="rect">
            <a:avLst/>
          </a:prstGeom>
        </p:spPr>
      </p:pic>
      <p:pic>
        <p:nvPicPr>
          <p:cNvPr id="1094" name="Picture 1093">
            <a:extLst>
              <a:ext uri="{FF2B5EF4-FFF2-40B4-BE49-F238E27FC236}">
                <a16:creationId xmlns:a16="http://schemas.microsoft.com/office/drawing/2014/main" id="{F8F9AEC1-7D49-9F52-ED28-BF8508A40F4C}"/>
              </a:ext>
            </a:extLst>
          </p:cNvPr>
          <p:cNvPicPr>
            <a:picLocks noChangeAspect="1"/>
          </p:cNvPicPr>
          <p:nvPr/>
        </p:nvPicPr>
        <p:blipFill>
          <a:blip r:embed="rId16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819"/>
          <a:stretch>
            <a:fillRect/>
          </a:stretch>
        </p:blipFill>
        <p:spPr>
          <a:xfrm>
            <a:off x="7692017" y="12616076"/>
            <a:ext cx="714375" cy="755903"/>
          </a:xfrm>
          <a:prstGeom prst="rect">
            <a:avLst/>
          </a:prstGeom>
        </p:spPr>
      </p:pic>
      <p:pic>
        <p:nvPicPr>
          <p:cNvPr id="1095" name="Picture 1094">
            <a:extLst>
              <a:ext uri="{FF2B5EF4-FFF2-40B4-BE49-F238E27FC236}">
                <a16:creationId xmlns:a16="http://schemas.microsoft.com/office/drawing/2014/main" id="{4A79E4A5-5343-4E48-7226-A54E4421FECF}"/>
              </a:ext>
            </a:extLst>
          </p:cNvPr>
          <p:cNvPicPr>
            <a:picLocks noChangeAspect="1"/>
          </p:cNvPicPr>
          <p:nvPr/>
        </p:nvPicPr>
        <p:blipFill>
          <a:blip r:embed="rId16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5975" y="12517777"/>
            <a:ext cx="485775" cy="952500"/>
          </a:xfrm>
          <a:prstGeom prst="rect">
            <a:avLst/>
          </a:prstGeom>
        </p:spPr>
      </p:pic>
      <p:pic>
        <p:nvPicPr>
          <p:cNvPr id="1096" name="Picture 1095">
            <a:extLst>
              <a:ext uri="{FF2B5EF4-FFF2-40B4-BE49-F238E27FC236}">
                <a16:creationId xmlns:a16="http://schemas.microsoft.com/office/drawing/2014/main" id="{544C5E9A-66F9-56A8-8CE0-4BC1965C28B2}"/>
              </a:ext>
            </a:extLst>
          </p:cNvPr>
          <p:cNvPicPr>
            <a:picLocks noChangeAspect="1"/>
          </p:cNvPicPr>
          <p:nvPr/>
        </p:nvPicPr>
        <p:blipFill>
          <a:blip r:embed="rId16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862" t="23176" r="30054" b="20293"/>
          <a:stretch>
            <a:fillRect/>
          </a:stretch>
        </p:blipFill>
        <p:spPr>
          <a:xfrm>
            <a:off x="9188304" y="12433340"/>
            <a:ext cx="857007" cy="1023055"/>
          </a:xfrm>
          <a:prstGeom prst="rect">
            <a:avLst/>
          </a:prstGeom>
        </p:spPr>
      </p:pic>
      <p:pic>
        <p:nvPicPr>
          <p:cNvPr id="1097" name="Picture 1096">
            <a:extLst>
              <a:ext uri="{FF2B5EF4-FFF2-40B4-BE49-F238E27FC236}">
                <a16:creationId xmlns:a16="http://schemas.microsoft.com/office/drawing/2014/main" id="{7F7CBEAF-4897-E7F0-28DB-DC30ABC91799}"/>
              </a:ext>
            </a:extLst>
          </p:cNvPr>
          <p:cNvPicPr>
            <a:picLocks noChangeAspect="1"/>
          </p:cNvPicPr>
          <p:nvPr/>
        </p:nvPicPr>
        <p:blipFill>
          <a:blip r:embed="rId16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026" r="20577"/>
          <a:stretch>
            <a:fillRect/>
          </a:stretch>
        </p:blipFill>
        <p:spPr>
          <a:xfrm>
            <a:off x="10089261" y="12552217"/>
            <a:ext cx="612764" cy="921721"/>
          </a:xfrm>
          <a:prstGeom prst="rect">
            <a:avLst/>
          </a:prstGeom>
        </p:spPr>
      </p:pic>
      <p:pic>
        <p:nvPicPr>
          <p:cNvPr id="1098" name="Picture 1097">
            <a:extLst>
              <a:ext uri="{FF2B5EF4-FFF2-40B4-BE49-F238E27FC236}">
                <a16:creationId xmlns:a16="http://schemas.microsoft.com/office/drawing/2014/main" id="{57392F5E-C75D-B9CE-F14C-7E0AF689B46F}"/>
              </a:ext>
            </a:extLst>
          </p:cNvPr>
          <p:cNvPicPr>
            <a:picLocks noChangeAspect="1"/>
          </p:cNvPicPr>
          <p:nvPr/>
        </p:nvPicPr>
        <p:blipFill>
          <a:blip r:embed="rId16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192" r="21976" b="20759"/>
          <a:stretch>
            <a:fillRect/>
          </a:stretch>
        </p:blipFill>
        <p:spPr>
          <a:xfrm>
            <a:off x="11275699" y="12530235"/>
            <a:ext cx="869513" cy="853121"/>
          </a:xfrm>
          <a:prstGeom prst="rect">
            <a:avLst/>
          </a:prstGeom>
        </p:spPr>
      </p:pic>
      <p:pic>
        <p:nvPicPr>
          <p:cNvPr id="1099" name="Picture 1098">
            <a:extLst>
              <a:ext uri="{FF2B5EF4-FFF2-40B4-BE49-F238E27FC236}">
                <a16:creationId xmlns:a16="http://schemas.microsoft.com/office/drawing/2014/main" id="{112F2F18-DA47-2C39-7523-0A7D8958B137}"/>
              </a:ext>
            </a:extLst>
          </p:cNvPr>
          <p:cNvPicPr>
            <a:picLocks noChangeAspect="1"/>
          </p:cNvPicPr>
          <p:nvPr/>
        </p:nvPicPr>
        <p:blipFill>
          <a:blip r:embed="rId16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0393" r="61449" b="-720"/>
          <a:stretch>
            <a:fillRect/>
          </a:stretch>
        </p:blipFill>
        <p:spPr>
          <a:xfrm>
            <a:off x="9188305" y="13114145"/>
            <a:ext cx="804153" cy="367878"/>
          </a:xfrm>
          <a:prstGeom prst="rect">
            <a:avLst/>
          </a:prstGeom>
        </p:spPr>
      </p:pic>
      <p:pic>
        <p:nvPicPr>
          <p:cNvPr id="1100" name="Picture 1099">
            <a:extLst>
              <a:ext uri="{FF2B5EF4-FFF2-40B4-BE49-F238E27FC236}">
                <a16:creationId xmlns:a16="http://schemas.microsoft.com/office/drawing/2014/main" id="{E8BF2856-E24E-7FF4-BC52-3A75E97E24A2}"/>
              </a:ext>
            </a:extLst>
          </p:cNvPr>
          <p:cNvPicPr>
            <a:picLocks noChangeAspect="1"/>
          </p:cNvPicPr>
          <p:nvPr/>
        </p:nvPicPr>
        <p:blipFill>
          <a:blip r:embed="rId16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5493" r="21976" b="-1"/>
          <a:stretch>
            <a:fillRect/>
          </a:stretch>
        </p:blipFill>
        <p:spPr>
          <a:xfrm>
            <a:off x="11278952" y="13008979"/>
            <a:ext cx="869513" cy="366492"/>
          </a:xfrm>
          <a:prstGeom prst="rect">
            <a:avLst/>
          </a:prstGeom>
        </p:spPr>
      </p:pic>
      <p:sp>
        <p:nvSpPr>
          <p:cNvPr id="1101" name="TextBox 1100">
            <a:extLst>
              <a:ext uri="{FF2B5EF4-FFF2-40B4-BE49-F238E27FC236}">
                <a16:creationId xmlns:a16="http://schemas.microsoft.com/office/drawing/2014/main" id="{9ADA2068-E995-0845-7348-5F7516C7597D}"/>
              </a:ext>
            </a:extLst>
          </p:cNvPr>
          <p:cNvSpPr txBox="1"/>
          <p:nvPr/>
        </p:nvSpPr>
        <p:spPr>
          <a:xfrm>
            <a:off x="-5172" y="12425644"/>
            <a:ext cx="304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BD9224"/>
                </a:solidFill>
              </a:rPr>
              <a:t>mc_feces_to_copepoda</a:t>
            </a:r>
            <a:endParaRPr lang="en-US" sz="1200" dirty="0">
              <a:solidFill>
                <a:srgbClr val="BD9224"/>
              </a:solidFill>
            </a:endParaRPr>
          </a:p>
        </p:txBody>
      </p:sp>
      <p:sp>
        <p:nvSpPr>
          <p:cNvPr id="1102" name="TextBox 1101">
            <a:extLst>
              <a:ext uri="{FF2B5EF4-FFF2-40B4-BE49-F238E27FC236}">
                <a16:creationId xmlns:a16="http://schemas.microsoft.com/office/drawing/2014/main" id="{B6C7119B-FE4A-7B3E-32BC-623D4617A25D}"/>
              </a:ext>
            </a:extLst>
          </p:cNvPr>
          <p:cNvSpPr txBox="1"/>
          <p:nvPr/>
        </p:nvSpPr>
        <p:spPr>
          <a:xfrm>
            <a:off x="3049669" y="12419753"/>
            <a:ext cx="304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BD9224"/>
                </a:solidFill>
              </a:rPr>
              <a:t>mc_feces_to_fiber</a:t>
            </a:r>
            <a:endParaRPr lang="en-US" sz="1200" dirty="0">
              <a:solidFill>
                <a:srgbClr val="BD9224"/>
              </a:solidFill>
            </a:endParaRPr>
          </a:p>
        </p:txBody>
      </p:sp>
      <p:sp>
        <p:nvSpPr>
          <p:cNvPr id="1103" name="TextBox 1102">
            <a:extLst>
              <a:ext uri="{FF2B5EF4-FFF2-40B4-BE49-F238E27FC236}">
                <a16:creationId xmlns:a16="http://schemas.microsoft.com/office/drawing/2014/main" id="{7A109E99-50C3-27FD-5CEE-CD689E17DE74}"/>
              </a:ext>
            </a:extLst>
          </p:cNvPr>
          <p:cNvSpPr txBox="1"/>
          <p:nvPr/>
        </p:nvSpPr>
        <p:spPr>
          <a:xfrm>
            <a:off x="6114237" y="12420062"/>
            <a:ext cx="30574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BD9224"/>
                </a:solidFill>
              </a:rPr>
              <a:t>mc_feces_straight_thin_to_fiber</a:t>
            </a:r>
            <a:endParaRPr lang="en-US" sz="1200" dirty="0">
              <a:solidFill>
                <a:srgbClr val="BD9224"/>
              </a:solidFill>
            </a:endParaRPr>
          </a:p>
        </p:txBody>
      </p:sp>
      <p:sp>
        <p:nvSpPr>
          <p:cNvPr id="1104" name="TextBox 1103">
            <a:extLst>
              <a:ext uri="{FF2B5EF4-FFF2-40B4-BE49-F238E27FC236}">
                <a16:creationId xmlns:a16="http://schemas.microsoft.com/office/drawing/2014/main" id="{E1FF52CA-0152-5581-3290-B20E62CE34C8}"/>
              </a:ext>
            </a:extLst>
          </p:cNvPr>
          <p:cNvSpPr txBox="1"/>
          <p:nvPr/>
        </p:nvSpPr>
        <p:spPr>
          <a:xfrm>
            <a:off x="9162238" y="12425368"/>
            <a:ext cx="304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rgbClr val="BD9224"/>
                </a:solidFill>
              </a:rPr>
              <a:t>t006</a:t>
            </a:r>
          </a:p>
        </p:txBody>
      </p:sp>
      <p:sp>
        <p:nvSpPr>
          <p:cNvPr id="1105" name="TextBox 1104">
            <a:extLst>
              <a:ext uri="{FF2B5EF4-FFF2-40B4-BE49-F238E27FC236}">
                <a16:creationId xmlns:a16="http://schemas.microsoft.com/office/drawing/2014/main" id="{4CCC8695-1B75-0147-0968-B1EEB9265ABC}"/>
              </a:ext>
            </a:extLst>
          </p:cNvPr>
          <p:cNvSpPr txBox="1"/>
          <p:nvPr/>
        </p:nvSpPr>
        <p:spPr>
          <a:xfrm>
            <a:off x="5529301" y="9092082"/>
            <a:ext cx="10922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BD9224"/>
                </a:solidFill>
              </a:rPr>
              <a:t>(d) Feces</a:t>
            </a:r>
          </a:p>
        </p:txBody>
      </p:sp>
    </p:spTree>
    <p:extLst>
      <p:ext uri="{BB962C8B-B14F-4D97-AF65-F5344CB8AC3E}">
        <p14:creationId xmlns:p14="http://schemas.microsoft.com/office/powerpoint/2010/main" val="35317326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8F2808-25A6-7AEE-C880-662E7F396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872657C-5CB0-8C6C-F9BA-CF1C9FBEDA78}"/>
              </a:ext>
            </a:extLst>
          </p:cNvPr>
          <p:cNvSpPr/>
          <p:nvPr/>
        </p:nvSpPr>
        <p:spPr>
          <a:xfrm>
            <a:off x="3048000" y="1052051"/>
            <a:ext cx="3048000" cy="966497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F92DF9F-AAA9-1763-D884-CB5AEF3EC3C9}"/>
              </a:ext>
            </a:extLst>
          </p:cNvPr>
          <p:cNvSpPr/>
          <p:nvPr/>
        </p:nvSpPr>
        <p:spPr>
          <a:xfrm>
            <a:off x="0" y="1"/>
            <a:ext cx="3048000" cy="1051744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3C12204-3AE2-F01B-CA4C-916B040DD924}"/>
              </a:ext>
            </a:extLst>
          </p:cNvPr>
          <p:cNvSpPr/>
          <p:nvPr/>
        </p:nvSpPr>
        <p:spPr>
          <a:xfrm>
            <a:off x="0" y="1052052"/>
            <a:ext cx="3048000" cy="967429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95EC336-5BE9-FCD3-348E-11CD713BCE7D}"/>
              </a:ext>
            </a:extLst>
          </p:cNvPr>
          <p:cNvSpPr/>
          <p:nvPr/>
        </p:nvSpPr>
        <p:spPr>
          <a:xfrm>
            <a:off x="3048333" y="3102077"/>
            <a:ext cx="3048000" cy="1218291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EDF0A82-7882-D738-C1F2-4E66AF2B62A4}"/>
              </a:ext>
            </a:extLst>
          </p:cNvPr>
          <p:cNvSpPr/>
          <p:nvPr/>
        </p:nvSpPr>
        <p:spPr>
          <a:xfrm>
            <a:off x="333" y="2010701"/>
            <a:ext cx="3048000" cy="1089690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723ABD9-37A0-9817-EEA4-90BAEBC0E3DB}"/>
              </a:ext>
            </a:extLst>
          </p:cNvPr>
          <p:cNvSpPr/>
          <p:nvPr/>
        </p:nvSpPr>
        <p:spPr>
          <a:xfrm>
            <a:off x="3048333" y="2010701"/>
            <a:ext cx="3048000" cy="1089690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6650048-EA0B-324E-764B-D32B75E3E91E}"/>
              </a:ext>
            </a:extLst>
          </p:cNvPr>
          <p:cNvSpPr/>
          <p:nvPr/>
        </p:nvSpPr>
        <p:spPr>
          <a:xfrm>
            <a:off x="333" y="3102077"/>
            <a:ext cx="3048000" cy="1218291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pic>
        <p:nvPicPr>
          <p:cNvPr id="4" name="Picture 3" descr="A black dot on a white background&#10;&#10;AI-generated content may be incorrect.">
            <a:extLst>
              <a:ext uri="{FF2B5EF4-FFF2-40B4-BE49-F238E27FC236}">
                <a16:creationId xmlns:a16="http://schemas.microsoft.com/office/drawing/2014/main" id="{94F239A5-DCD0-6623-4DFD-3A2721B1A8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3506" y="3339293"/>
            <a:ext cx="771525" cy="923925"/>
          </a:xfrm>
          <a:prstGeom prst="rect">
            <a:avLst/>
          </a:prstGeom>
        </p:spPr>
      </p:pic>
      <p:pic>
        <p:nvPicPr>
          <p:cNvPr id="11" name="Picture 10" descr="A black dot with numbers and a white background&#10;&#10;AI-generated content may be incorrect.">
            <a:extLst>
              <a:ext uri="{FF2B5EF4-FFF2-40B4-BE49-F238E27FC236}">
                <a16:creationId xmlns:a16="http://schemas.microsoft.com/office/drawing/2014/main" id="{FD6EF3A2-ACD3-C593-E15A-5336151289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2662" y="3496455"/>
            <a:ext cx="485775" cy="609600"/>
          </a:xfrm>
          <a:prstGeom prst="rect">
            <a:avLst/>
          </a:prstGeom>
        </p:spPr>
      </p:pic>
      <p:pic>
        <p:nvPicPr>
          <p:cNvPr id="15" name="Picture 14" descr="A black dot with numbers and a white background&#10;&#10;AI-generated content may be incorrect.">
            <a:extLst>
              <a:ext uri="{FF2B5EF4-FFF2-40B4-BE49-F238E27FC236}">
                <a16:creationId xmlns:a16="http://schemas.microsoft.com/office/drawing/2014/main" id="{69CA5EB1-EE9A-C383-59F9-E1CBF078EDD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8919" y="3496455"/>
            <a:ext cx="485775" cy="609600"/>
          </a:xfrm>
          <a:prstGeom prst="rect">
            <a:avLst/>
          </a:prstGeom>
        </p:spPr>
      </p:pic>
      <p:pic>
        <p:nvPicPr>
          <p:cNvPr id="32" name="Picture 31" descr="A blurry image of a lamp&#10;&#10;AI-generated content may be incorrect.">
            <a:extLst>
              <a:ext uri="{FF2B5EF4-FFF2-40B4-BE49-F238E27FC236}">
                <a16:creationId xmlns:a16="http://schemas.microsoft.com/office/drawing/2014/main" id="{3F1D77B7-7217-97FD-7D1F-6B4B7EC1842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8402" y="3232983"/>
            <a:ext cx="485775" cy="1038225"/>
          </a:xfrm>
          <a:prstGeom prst="rect">
            <a:avLst/>
          </a:prstGeom>
        </p:spPr>
      </p:pic>
      <p:pic>
        <p:nvPicPr>
          <p:cNvPr id="45" name="Picture 44" descr="A black text and numbers&#10;&#10;AI-generated content may be incorrect.">
            <a:extLst>
              <a:ext uri="{FF2B5EF4-FFF2-40B4-BE49-F238E27FC236}">
                <a16:creationId xmlns:a16="http://schemas.microsoft.com/office/drawing/2014/main" id="{03D67CA9-8400-587D-B4FA-54BE87476AC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1067" y="387046"/>
            <a:ext cx="485775" cy="609600"/>
          </a:xfrm>
          <a:prstGeom prst="rect">
            <a:avLst/>
          </a:prstGeom>
        </p:spPr>
      </p:pic>
      <p:pic>
        <p:nvPicPr>
          <p:cNvPr id="48" name="Picture 47" descr="A black and white image of a number and a black and white image of a number&#10;&#10;AI-generated content may be incorrect.">
            <a:extLst>
              <a:ext uri="{FF2B5EF4-FFF2-40B4-BE49-F238E27FC236}">
                <a16:creationId xmlns:a16="http://schemas.microsoft.com/office/drawing/2014/main" id="{BA5F7F3E-F6F2-FAF0-3978-659ABBB1F4F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1604" y="323491"/>
            <a:ext cx="485775" cy="695325"/>
          </a:xfrm>
          <a:prstGeom prst="rect">
            <a:avLst/>
          </a:prstGeom>
        </p:spPr>
      </p:pic>
      <p:pic>
        <p:nvPicPr>
          <p:cNvPr id="52" name="Picture 51" descr="A close-up of a number&#10;&#10;AI-generated content may be incorrect.">
            <a:extLst>
              <a:ext uri="{FF2B5EF4-FFF2-40B4-BE49-F238E27FC236}">
                <a16:creationId xmlns:a16="http://schemas.microsoft.com/office/drawing/2014/main" id="{3EBAACCF-4524-13F6-1A56-C49FC36A5E6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955" y="323491"/>
            <a:ext cx="485775" cy="609600"/>
          </a:xfrm>
          <a:prstGeom prst="rect">
            <a:avLst/>
          </a:prstGeom>
        </p:spPr>
      </p:pic>
      <p:pic>
        <p:nvPicPr>
          <p:cNvPr id="56" name="Picture 55" descr="A black dot on a white background&#10;&#10;AI-generated content may be incorrect.">
            <a:extLst>
              <a:ext uri="{FF2B5EF4-FFF2-40B4-BE49-F238E27FC236}">
                <a16:creationId xmlns:a16="http://schemas.microsoft.com/office/drawing/2014/main" id="{B7018ACB-F46B-96A7-FF14-D81167F5543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492" y="301321"/>
            <a:ext cx="485775" cy="695325"/>
          </a:xfrm>
          <a:prstGeom prst="rect">
            <a:avLst/>
          </a:prstGeom>
        </p:spPr>
      </p:pic>
      <p:pic>
        <p:nvPicPr>
          <p:cNvPr id="60" name="Picture 59" descr="A black and white image of a diamond&#10;&#10;AI-generated content may be incorrect.">
            <a:extLst>
              <a:ext uri="{FF2B5EF4-FFF2-40B4-BE49-F238E27FC236}">
                <a16:creationId xmlns:a16="http://schemas.microsoft.com/office/drawing/2014/main" id="{70908587-1B04-9036-F7CD-BDB729DF07C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0203" y="343824"/>
            <a:ext cx="485775" cy="609600"/>
          </a:xfrm>
          <a:prstGeom prst="rect">
            <a:avLst/>
          </a:prstGeom>
        </p:spPr>
      </p:pic>
      <p:pic>
        <p:nvPicPr>
          <p:cNvPr id="64" name="Picture 63" descr="A black circle with numbers and a white background&#10;&#10;AI-generated content may be incorrect.">
            <a:extLst>
              <a:ext uri="{FF2B5EF4-FFF2-40B4-BE49-F238E27FC236}">
                <a16:creationId xmlns:a16="http://schemas.microsoft.com/office/drawing/2014/main" id="{0EE70EA2-A05A-94B3-6437-147620D2345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2081" y="253079"/>
            <a:ext cx="485775" cy="723900"/>
          </a:xfrm>
          <a:prstGeom prst="rect">
            <a:avLst/>
          </a:prstGeom>
        </p:spPr>
      </p:pic>
      <p:pic>
        <p:nvPicPr>
          <p:cNvPr id="68" name="Picture 67" descr="A black spot on a white background&#10;&#10;AI-generated content may be incorrect.">
            <a:extLst>
              <a:ext uri="{FF2B5EF4-FFF2-40B4-BE49-F238E27FC236}">
                <a16:creationId xmlns:a16="http://schemas.microsoft.com/office/drawing/2014/main" id="{C904B27A-DFE0-0A84-3204-A49D94BE150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9810" y="7429"/>
            <a:ext cx="600075" cy="1038225"/>
          </a:xfrm>
          <a:prstGeom prst="rect">
            <a:avLst/>
          </a:prstGeom>
        </p:spPr>
      </p:pic>
      <p:pic>
        <p:nvPicPr>
          <p:cNvPr id="72" name="Picture 71" descr="A black dot on a white background&#10;&#10;AI-generated content may be incorrect.">
            <a:extLst>
              <a:ext uri="{FF2B5EF4-FFF2-40B4-BE49-F238E27FC236}">
                <a16:creationId xmlns:a16="http://schemas.microsoft.com/office/drawing/2014/main" id="{3A1729C1-5F83-5BD2-4995-4CD416A7529C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7903" y="286674"/>
            <a:ext cx="485775" cy="666750"/>
          </a:xfrm>
          <a:prstGeom prst="rect">
            <a:avLst/>
          </a:prstGeom>
        </p:spPr>
      </p:pic>
      <p:pic>
        <p:nvPicPr>
          <p:cNvPr id="76" name="Picture 75" descr="A close up of a person's face&#10;&#10;AI-generated content may be incorrect.">
            <a:extLst>
              <a:ext uri="{FF2B5EF4-FFF2-40B4-BE49-F238E27FC236}">
                <a16:creationId xmlns:a16="http://schemas.microsoft.com/office/drawing/2014/main" id="{FC547720-B1B1-22B2-DC59-C11F578011A0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5657" y="1390132"/>
            <a:ext cx="504825" cy="552450"/>
          </a:xfrm>
          <a:prstGeom prst="rect">
            <a:avLst/>
          </a:prstGeom>
        </p:spPr>
      </p:pic>
      <p:pic>
        <p:nvPicPr>
          <p:cNvPr id="80" name="Picture 79" descr="A blurry image of a number and a number&#10;&#10;AI-generated content may be incorrect.">
            <a:extLst>
              <a:ext uri="{FF2B5EF4-FFF2-40B4-BE49-F238E27FC236}">
                <a16:creationId xmlns:a16="http://schemas.microsoft.com/office/drawing/2014/main" id="{349798C8-510F-9818-0627-7F283B912651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224" y="1375845"/>
            <a:ext cx="485775" cy="581025"/>
          </a:xfrm>
          <a:prstGeom prst="rect">
            <a:avLst/>
          </a:prstGeom>
        </p:spPr>
      </p:pic>
      <p:pic>
        <p:nvPicPr>
          <p:cNvPr id="84" name="Picture 83" descr="A black and white image of a bat&#10;&#10;AI-generated content may be incorrect.">
            <a:extLst>
              <a:ext uri="{FF2B5EF4-FFF2-40B4-BE49-F238E27FC236}">
                <a16:creationId xmlns:a16="http://schemas.microsoft.com/office/drawing/2014/main" id="{A52053A8-A67A-E794-49E2-33DF6DE13EE1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818" y="1347270"/>
            <a:ext cx="485775" cy="638175"/>
          </a:xfrm>
          <a:prstGeom prst="rect">
            <a:avLst/>
          </a:prstGeom>
        </p:spPr>
      </p:pic>
      <p:pic>
        <p:nvPicPr>
          <p:cNvPr id="88" name="Picture 87" descr="A black and white image of a bird&#10;&#10;AI-generated content may be incorrect.">
            <a:extLst>
              <a:ext uri="{FF2B5EF4-FFF2-40B4-BE49-F238E27FC236}">
                <a16:creationId xmlns:a16="http://schemas.microsoft.com/office/drawing/2014/main" id="{9AA23F66-C47E-A6B7-B78A-553D7B3A3BB4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408" y="1332982"/>
            <a:ext cx="485775" cy="666750"/>
          </a:xfrm>
          <a:prstGeom prst="rect">
            <a:avLst/>
          </a:prstGeom>
        </p:spPr>
      </p:pic>
      <p:pic>
        <p:nvPicPr>
          <p:cNvPr id="92" name="Picture 91" descr="A black text and numbers&#10;&#10;AI-generated content may be incorrect.">
            <a:extLst>
              <a:ext uri="{FF2B5EF4-FFF2-40B4-BE49-F238E27FC236}">
                <a16:creationId xmlns:a16="http://schemas.microsoft.com/office/drawing/2014/main" id="{73C3BD1C-29AC-E96B-5CC4-C76A88BE7EEB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7504" y="1350877"/>
            <a:ext cx="485775" cy="638175"/>
          </a:xfrm>
          <a:prstGeom prst="rect">
            <a:avLst/>
          </a:prstGeom>
        </p:spPr>
      </p:pic>
      <p:pic>
        <p:nvPicPr>
          <p:cNvPr id="96" name="Picture 95" descr="A black and white image of a bird&#10;&#10;AI-generated content may be incorrect.">
            <a:extLst>
              <a:ext uri="{FF2B5EF4-FFF2-40B4-BE49-F238E27FC236}">
                <a16:creationId xmlns:a16="http://schemas.microsoft.com/office/drawing/2014/main" id="{93AA2E0E-738D-93CC-8373-AA8F56BAD20B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4772" y="1360709"/>
            <a:ext cx="485775" cy="638175"/>
          </a:xfrm>
          <a:prstGeom prst="rect">
            <a:avLst/>
          </a:prstGeom>
        </p:spPr>
      </p:pic>
      <p:pic>
        <p:nvPicPr>
          <p:cNvPr id="100" name="Picture 99" descr="A close-up of a number&#10;&#10;AI-generated content may be incorrect.">
            <a:extLst>
              <a:ext uri="{FF2B5EF4-FFF2-40B4-BE49-F238E27FC236}">
                <a16:creationId xmlns:a16="http://schemas.microsoft.com/office/drawing/2014/main" id="{CCE99663-8E1B-A791-1C1B-D60FFA5DF354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6887" y="1336589"/>
            <a:ext cx="485775" cy="666750"/>
          </a:xfrm>
          <a:prstGeom prst="rect">
            <a:avLst/>
          </a:prstGeom>
        </p:spPr>
      </p:pic>
      <p:pic>
        <p:nvPicPr>
          <p:cNvPr id="104" name="Picture 103" descr="A close up of a number&#10;&#10;AI-generated content may be incorrect.">
            <a:extLst>
              <a:ext uri="{FF2B5EF4-FFF2-40B4-BE49-F238E27FC236}">
                <a16:creationId xmlns:a16="http://schemas.microsoft.com/office/drawing/2014/main" id="{FADA4EB9-A882-1E71-ED1A-0F71527C52FB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0568" y="1384828"/>
            <a:ext cx="485775" cy="609600"/>
          </a:xfrm>
          <a:prstGeom prst="rect">
            <a:avLst/>
          </a:prstGeom>
        </p:spPr>
      </p:pic>
      <p:pic>
        <p:nvPicPr>
          <p:cNvPr id="108" name="Picture 107" descr="A black and white image of a number and a black and white image of a number and a black and white image of a number and a black and white image of a number and a black and&#10;&#10;AI-generated content may be incorrect.">
            <a:extLst>
              <a:ext uri="{FF2B5EF4-FFF2-40B4-BE49-F238E27FC236}">
                <a16:creationId xmlns:a16="http://schemas.microsoft.com/office/drawing/2014/main" id="{FD268881-3450-AFA5-6CD2-962C73ADE1D4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7382" y="2301802"/>
            <a:ext cx="485775" cy="695325"/>
          </a:xfrm>
          <a:prstGeom prst="rect">
            <a:avLst/>
          </a:prstGeom>
        </p:spPr>
      </p:pic>
      <p:pic>
        <p:nvPicPr>
          <p:cNvPr id="112" name="Picture 111" descr="A black and white image of a black spot&#10;&#10;AI-generated content may be incorrect.">
            <a:extLst>
              <a:ext uri="{FF2B5EF4-FFF2-40B4-BE49-F238E27FC236}">
                <a16:creationId xmlns:a16="http://schemas.microsoft.com/office/drawing/2014/main" id="{DA8E70B8-2ADC-B3F4-FFE6-1725DB70A4DA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7583" y="2358952"/>
            <a:ext cx="485775" cy="581025"/>
          </a:xfrm>
          <a:prstGeom prst="rect">
            <a:avLst/>
          </a:prstGeom>
        </p:spPr>
      </p:pic>
      <p:pic>
        <p:nvPicPr>
          <p:cNvPr id="116" name="Picture 115" descr="A black and white image of a number&#10;&#10;AI-generated content may be incorrect.">
            <a:extLst>
              <a:ext uri="{FF2B5EF4-FFF2-40B4-BE49-F238E27FC236}">
                <a16:creationId xmlns:a16="http://schemas.microsoft.com/office/drawing/2014/main" id="{818C965A-3C00-1C18-15EA-1DD7FCBE3B44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111" y="2301802"/>
            <a:ext cx="485775" cy="695325"/>
          </a:xfrm>
          <a:prstGeom prst="rect">
            <a:avLst/>
          </a:prstGeom>
        </p:spPr>
      </p:pic>
      <p:pic>
        <p:nvPicPr>
          <p:cNvPr id="120" name="Picture 119" descr="A black and white image of a black object&#10;&#10;AI-generated content may be incorrect.">
            <a:extLst>
              <a:ext uri="{FF2B5EF4-FFF2-40B4-BE49-F238E27FC236}">
                <a16:creationId xmlns:a16="http://schemas.microsoft.com/office/drawing/2014/main" id="{FCB54904-B8F2-DF3C-E820-04C46F0762F2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639" y="2258939"/>
            <a:ext cx="485775" cy="781050"/>
          </a:xfrm>
          <a:prstGeom prst="rect">
            <a:avLst/>
          </a:prstGeom>
        </p:spPr>
      </p:pic>
      <p:pic>
        <p:nvPicPr>
          <p:cNvPr id="124" name="Picture 123" descr="A black feather on a white background&#10;&#10;AI-generated content may be incorrect.">
            <a:extLst>
              <a:ext uri="{FF2B5EF4-FFF2-40B4-BE49-F238E27FC236}">
                <a16:creationId xmlns:a16="http://schemas.microsoft.com/office/drawing/2014/main" id="{EB7900D1-C912-54E4-A645-B5068E9F5F5E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9926" y="2044960"/>
            <a:ext cx="485775" cy="1038225"/>
          </a:xfrm>
          <a:prstGeom prst="rect">
            <a:avLst/>
          </a:prstGeom>
        </p:spPr>
      </p:pic>
      <p:pic>
        <p:nvPicPr>
          <p:cNvPr id="128" name="Picture 127" descr="A black oval object with a white background&#10;&#10;AI-generated content may be incorrect.">
            <a:extLst>
              <a:ext uri="{FF2B5EF4-FFF2-40B4-BE49-F238E27FC236}">
                <a16:creationId xmlns:a16="http://schemas.microsoft.com/office/drawing/2014/main" id="{8C6F3F00-B63A-0BCD-6666-F486AA9806F9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6068" y="2052871"/>
            <a:ext cx="828675" cy="1038225"/>
          </a:xfrm>
          <a:prstGeom prst="rect">
            <a:avLst/>
          </a:prstGeom>
        </p:spPr>
      </p:pic>
      <p:pic>
        <p:nvPicPr>
          <p:cNvPr id="132" name="Picture 131" descr="A black oval with numbers and a white background&#10;&#10;AI-generated content may be incorrect.">
            <a:extLst>
              <a:ext uri="{FF2B5EF4-FFF2-40B4-BE49-F238E27FC236}">
                <a16:creationId xmlns:a16="http://schemas.microsoft.com/office/drawing/2014/main" id="{CF30787E-D359-D842-9376-1A04318A386E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0645" y="2279154"/>
            <a:ext cx="485775" cy="781050"/>
          </a:xfrm>
          <a:prstGeom prst="rect">
            <a:avLst/>
          </a:prstGeom>
        </p:spPr>
      </p:pic>
      <p:pic>
        <p:nvPicPr>
          <p:cNvPr id="136" name="Picture 135" descr="A black heart with numbers and a white background&#10;&#10;AI-generated content may be incorrect.">
            <a:extLst>
              <a:ext uri="{FF2B5EF4-FFF2-40B4-BE49-F238E27FC236}">
                <a16:creationId xmlns:a16="http://schemas.microsoft.com/office/drawing/2014/main" id="{31249EBA-3DB4-E2BA-3DD3-10A283857403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9614" y="2319746"/>
            <a:ext cx="685800" cy="723900"/>
          </a:xfrm>
          <a:prstGeom prst="rect">
            <a:avLst/>
          </a:prstGeom>
        </p:spPr>
      </p:pic>
      <p:pic>
        <p:nvPicPr>
          <p:cNvPr id="140" name="Picture 139">
            <a:extLst>
              <a:ext uri="{FF2B5EF4-FFF2-40B4-BE49-F238E27FC236}">
                <a16:creationId xmlns:a16="http://schemas.microsoft.com/office/drawing/2014/main" id="{2787ACEA-C9E5-67FB-52DB-768D48C7EB3E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4707" y="3386097"/>
            <a:ext cx="485775" cy="809625"/>
          </a:xfrm>
          <a:prstGeom prst="rect">
            <a:avLst/>
          </a:prstGeom>
        </p:spPr>
      </p:pic>
      <p:pic>
        <p:nvPicPr>
          <p:cNvPr id="143" name="Picture 142" descr="A black object with a heart on it&#10;&#10;AI-generated content may be incorrect.">
            <a:extLst>
              <a:ext uri="{FF2B5EF4-FFF2-40B4-BE49-F238E27FC236}">
                <a16:creationId xmlns:a16="http://schemas.microsoft.com/office/drawing/2014/main" id="{7A2C3BED-1E05-8201-945F-79740DE5C3E1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8662" y="3314659"/>
            <a:ext cx="485775" cy="952500"/>
          </a:xfrm>
          <a:prstGeom prst="rect">
            <a:avLst/>
          </a:prstGeom>
        </p:spPr>
      </p:pic>
      <p:pic>
        <p:nvPicPr>
          <p:cNvPr id="145" name="Picture 144" descr="A black spot on a white background&#10;&#10;AI-generated content may be incorrect.">
            <a:extLst>
              <a:ext uri="{FF2B5EF4-FFF2-40B4-BE49-F238E27FC236}">
                <a16:creationId xmlns:a16="http://schemas.microsoft.com/office/drawing/2014/main" id="{06D62030-80B9-E075-E7DD-77613BD83F9D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818" y="3328947"/>
            <a:ext cx="485775" cy="923925"/>
          </a:xfrm>
          <a:prstGeom prst="rect">
            <a:avLst/>
          </a:prstGeom>
        </p:spPr>
      </p:pic>
      <p:pic>
        <p:nvPicPr>
          <p:cNvPr id="147" name="Picture 146" descr="A black spot on a white background&#10;&#10;AI-generated content may be incorrect.">
            <a:extLst>
              <a:ext uri="{FF2B5EF4-FFF2-40B4-BE49-F238E27FC236}">
                <a16:creationId xmlns:a16="http://schemas.microsoft.com/office/drawing/2014/main" id="{E39515FA-13A2-A33F-4E35-4B9D71718780}"/>
              </a:ext>
            </a:extLst>
          </p:cNvPr>
          <p:cNvPicPr>
            <a:picLocks noChangeAspect="1"/>
          </p:cNvPicPr>
          <p:nvPr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882" y="3242301"/>
            <a:ext cx="485775" cy="1038225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66BFD39F-D18F-71ED-D531-D12592CBAA6B}"/>
              </a:ext>
            </a:extLst>
          </p:cNvPr>
          <p:cNvSpPr txBox="1"/>
          <p:nvPr/>
        </p:nvSpPr>
        <p:spPr>
          <a:xfrm>
            <a:off x="3038501" y="0"/>
            <a:ext cx="24872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/>
              <a:t>mc_aggregate_dense_dark_round_to_rhizaria</a:t>
            </a:r>
            <a:endParaRPr lang="en-US" sz="120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D78728C-0F1E-AEE8-151B-6E68E3D269BC}"/>
              </a:ext>
            </a:extLst>
          </p:cNvPr>
          <p:cNvSpPr txBox="1"/>
          <p:nvPr/>
        </p:nvSpPr>
        <p:spPr>
          <a:xfrm>
            <a:off x="3048340" y="2035288"/>
            <a:ext cx="304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/>
              <a:t>mc_mc_aggregate_dense_to_crustacea</a:t>
            </a:r>
            <a:endParaRPr lang="en-US" sz="1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461A544-BD6E-577B-F3A1-7825CADA0968}"/>
              </a:ext>
            </a:extLst>
          </p:cNvPr>
          <p:cNvSpPr txBox="1"/>
          <p:nvPr/>
        </p:nvSpPr>
        <p:spPr>
          <a:xfrm>
            <a:off x="-9499" y="-5306"/>
            <a:ext cx="30574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/>
              <a:t>mc_aggregate_dense_amorphous_to_detritus_dense_round</a:t>
            </a:r>
            <a:endParaRPr lang="en-US" sz="12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2191DAB-3988-F3EB-30F2-7F8E017166E7}"/>
              </a:ext>
            </a:extLst>
          </p:cNvPr>
          <p:cNvSpPr txBox="1"/>
          <p:nvPr/>
        </p:nvSpPr>
        <p:spPr>
          <a:xfrm>
            <a:off x="-14413" y="1051665"/>
            <a:ext cx="30574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/>
              <a:t>mc_aggregate_dense_elongated_to_aggregate_fluffy</a:t>
            </a:r>
            <a:endParaRPr lang="en-US" sz="12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FE5CB6D-D548-25C0-1D83-BD4B4048E0F1}"/>
              </a:ext>
            </a:extLst>
          </p:cNvPr>
          <p:cNvSpPr txBox="1"/>
          <p:nvPr/>
        </p:nvSpPr>
        <p:spPr>
          <a:xfrm>
            <a:off x="3033588" y="1056971"/>
            <a:ext cx="3048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/>
              <a:t>mc_aggregate_dense_elongated_two_elements_to_bubbles</a:t>
            </a:r>
            <a:endParaRPr lang="en-US" sz="12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34B7F2C-7DB1-1B81-AD7B-0AFFA79B544B}"/>
              </a:ext>
            </a:extLst>
          </p:cNvPr>
          <p:cNvSpPr txBox="1"/>
          <p:nvPr/>
        </p:nvSpPr>
        <p:spPr>
          <a:xfrm>
            <a:off x="339" y="2029982"/>
            <a:ext cx="30574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/>
              <a:t>mc_aggregate_dense_to_aggregate_fluffy_dark</a:t>
            </a:r>
            <a:endParaRPr lang="en-US" sz="12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5F3FB31-0796-EEE7-DE8C-9DFBD55F2134}"/>
              </a:ext>
            </a:extLst>
          </p:cNvPr>
          <p:cNvSpPr txBox="1"/>
          <p:nvPr/>
        </p:nvSpPr>
        <p:spPr>
          <a:xfrm>
            <a:off x="-5172" y="3114812"/>
            <a:ext cx="304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/>
              <a:t>mc_aggregate_dense_to_feces</a:t>
            </a:r>
            <a:endParaRPr lang="en-US" sz="12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57130AD-0470-1FD9-CF7B-00A9125CF590}"/>
              </a:ext>
            </a:extLst>
          </p:cNvPr>
          <p:cNvSpPr txBox="1"/>
          <p:nvPr/>
        </p:nvSpPr>
        <p:spPr>
          <a:xfrm>
            <a:off x="3028662" y="3102077"/>
            <a:ext cx="3048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mc_aggregate_dense_2_black_to_aggregate_fluffy_dark</a:t>
            </a:r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A32131A5-ABC5-7C92-35BF-AB3BB153C40D}"/>
              </a:ext>
            </a:extLst>
          </p:cNvPr>
          <p:cNvSpPr/>
          <p:nvPr/>
        </p:nvSpPr>
        <p:spPr>
          <a:xfrm>
            <a:off x="9146644" y="1158085"/>
            <a:ext cx="3048000" cy="1297163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7A22E754-0F82-977F-7035-CF47251ED668}"/>
              </a:ext>
            </a:extLst>
          </p:cNvPr>
          <p:cNvSpPr/>
          <p:nvPr/>
        </p:nvSpPr>
        <p:spPr>
          <a:xfrm>
            <a:off x="6098644" y="-1572"/>
            <a:ext cx="3048000" cy="1159988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EB04C6A9-0B49-E5F2-51A9-DF2528D6D833}"/>
              </a:ext>
            </a:extLst>
          </p:cNvPr>
          <p:cNvSpPr/>
          <p:nvPr/>
        </p:nvSpPr>
        <p:spPr>
          <a:xfrm>
            <a:off x="9146644" y="-1572"/>
            <a:ext cx="3048000" cy="1159988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EB4DCD95-CCCA-F898-BCBF-587D7AE4CB53}"/>
              </a:ext>
            </a:extLst>
          </p:cNvPr>
          <p:cNvSpPr/>
          <p:nvPr/>
        </p:nvSpPr>
        <p:spPr>
          <a:xfrm>
            <a:off x="6098644" y="1158085"/>
            <a:ext cx="3048000" cy="1297163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pic>
        <p:nvPicPr>
          <p:cNvPr id="152" name="Picture 151" descr="A black text and a black line&#10;&#10;AI-generated content may be incorrect.">
            <a:extLst>
              <a:ext uri="{FF2B5EF4-FFF2-40B4-BE49-F238E27FC236}">
                <a16:creationId xmlns:a16="http://schemas.microsoft.com/office/drawing/2014/main" id="{1418332C-4234-D4A3-7EAD-73AFC5CA0E97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3158"/>
          <a:stretch>
            <a:fillRect/>
          </a:stretch>
        </p:blipFill>
        <p:spPr>
          <a:xfrm>
            <a:off x="7566796" y="330055"/>
            <a:ext cx="790475" cy="609600"/>
          </a:xfrm>
          <a:prstGeom prst="rect">
            <a:avLst/>
          </a:prstGeom>
        </p:spPr>
      </p:pic>
      <p:pic>
        <p:nvPicPr>
          <p:cNvPr id="153" name="Picture 152" descr="A close up of a white background&#10;&#10;AI-generated content may be incorrect.">
            <a:extLst>
              <a:ext uri="{FF2B5EF4-FFF2-40B4-BE49-F238E27FC236}">
                <a16:creationId xmlns:a16="http://schemas.microsoft.com/office/drawing/2014/main" id="{1E3C0843-2005-8A19-647C-8EC1976F144B}"/>
              </a:ext>
            </a:extLst>
          </p:cNvPr>
          <p:cNvPicPr>
            <a:picLocks noChangeAspect="1"/>
          </p:cNvPicPr>
          <p:nvPr/>
        </p:nvPicPr>
        <p:blipFill>
          <a:blip r:embed="rId3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930" b="20315"/>
          <a:stretch>
            <a:fillRect/>
          </a:stretch>
        </p:blipFill>
        <p:spPr>
          <a:xfrm>
            <a:off x="8563288" y="234814"/>
            <a:ext cx="485775" cy="800082"/>
          </a:xfrm>
          <a:prstGeom prst="rect">
            <a:avLst/>
          </a:prstGeom>
        </p:spPr>
      </p:pic>
      <p:pic>
        <p:nvPicPr>
          <p:cNvPr id="154" name="Picture 153" descr="A blurry image of a white object&#10;&#10;AI-generated content may be incorrect.">
            <a:extLst>
              <a:ext uri="{FF2B5EF4-FFF2-40B4-BE49-F238E27FC236}">
                <a16:creationId xmlns:a16="http://schemas.microsoft.com/office/drawing/2014/main" id="{2C436465-15E0-9CF2-1388-A036CD2F5B29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521" b="24066"/>
          <a:stretch>
            <a:fillRect/>
          </a:stretch>
        </p:blipFill>
        <p:spPr>
          <a:xfrm>
            <a:off x="6875006" y="268028"/>
            <a:ext cx="485775" cy="733654"/>
          </a:xfrm>
          <a:prstGeom prst="rect">
            <a:avLst/>
          </a:prstGeom>
        </p:spPr>
      </p:pic>
      <p:pic>
        <p:nvPicPr>
          <p:cNvPr id="155" name="Picture 154" descr="A white background with black text and numbers&#10;&#10;AI-generated content may be incorrect.">
            <a:extLst>
              <a:ext uri="{FF2B5EF4-FFF2-40B4-BE49-F238E27FC236}">
                <a16:creationId xmlns:a16="http://schemas.microsoft.com/office/drawing/2014/main" id="{B27FFA24-9F61-9FED-A3AA-D56E5B780CA8}"/>
              </a:ext>
            </a:extLst>
          </p:cNvPr>
          <p:cNvPicPr>
            <a:picLocks noChangeAspect="1"/>
          </p:cNvPicPr>
          <p:nvPr/>
        </p:nvPicPr>
        <p:blipFill>
          <a:blip r:embed="rId3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55" r="13249" b="20056"/>
          <a:stretch>
            <a:fillRect/>
          </a:stretch>
        </p:blipFill>
        <p:spPr>
          <a:xfrm>
            <a:off x="7193564" y="1427845"/>
            <a:ext cx="1017700" cy="767843"/>
          </a:xfrm>
          <a:prstGeom prst="rect">
            <a:avLst/>
          </a:prstGeom>
        </p:spPr>
      </p:pic>
      <p:pic>
        <p:nvPicPr>
          <p:cNvPr id="156" name="Picture 155" descr="A black text and a white background&#10;&#10;AI-generated content may be incorrect.">
            <a:extLst>
              <a:ext uri="{FF2B5EF4-FFF2-40B4-BE49-F238E27FC236}">
                <a16:creationId xmlns:a16="http://schemas.microsoft.com/office/drawing/2014/main" id="{94161687-4FEA-0FD2-ACE9-2864C7B75F37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986" t="19284" r="19056" b="24378"/>
          <a:stretch>
            <a:fillRect/>
          </a:stretch>
        </p:blipFill>
        <p:spPr>
          <a:xfrm>
            <a:off x="8345045" y="1468779"/>
            <a:ext cx="653258" cy="617111"/>
          </a:xfrm>
          <a:prstGeom prst="rect">
            <a:avLst/>
          </a:prstGeom>
        </p:spPr>
      </p:pic>
      <p:pic>
        <p:nvPicPr>
          <p:cNvPr id="157" name="Picture 156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4419D199-30B0-7FD1-1929-934252D6496D}"/>
              </a:ext>
            </a:extLst>
          </p:cNvPr>
          <p:cNvPicPr>
            <a:picLocks noChangeAspect="1"/>
          </p:cNvPicPr>
          <p:nvPr/>
        </p:nvPicPr>
        <p:blipFill>
          <a:blip r:embed="rId3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14" t="14419" r="7517" b="7501"/>
          <a:stretch>
            <a:fillRect/>
          </a:stretch>
        </p:blipFill>
        <p:spPr>
          <a:xfrm>
            <a:off x="6249340" y="1183097"/>
            <a:ext cx="825872" cy="1099713"/>
          </a:xfrm>
          <a:prstGeom prst="rect">
            <a:avLst/>
          </a:prstGeom>
        </p:spPr>
      </p:pic>
      <p:sp>
        <p:nvSpPr>
          <p:cNvPr id="158" name="TextBox 157">
            <a:extLst>
              <a:ext uri="{FF2B5EF4-FFF2-40B4-BE49-F238E27FC236}">
                <a16:creationId xmlns:a16="http://schemas.microsoft.com/office/drawing/2014/main" id="{C3535B52-80E6-C41E-8A59-899CE51CB389}"/>
              </a:ext>
            </a:extLst>
          </p:cNvPr>
          <p:cNvSpPr txBox="1"/>
          <p:nvPr/>
        </p:nvSpPr>
        <p:spPr>
          <a:xfrm>
            <a:off x="6084231" y="1157699"/>
            <a:ext cx="30574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/>
              <a:t>mc_fiber_thin_straight</a:t>
            </a:r>
            <a:endParaRPr lang="en-US" sz="1200" dirty="0"/>
          </a:p>
        </p:txBody>
      </p:sp>
      <p:pic>
        <p:nvPicPr>
          <p:cNvPr id="159" name="Picture 158" descr="A blurry image of a white object&#10;&#10;AI-generated content may be incorrect.">
            <a:extLst>
              <a:ext uri="{FF2B5EF4-FFF2-40B4-BE49-F238E27FC236}">
                <a16:creationId xmlns:a16="http://schemas.microsoft.com/office/drawing/2014/main" id="{E306BBF6-F6BD-78AC-28D1-8C62078C3699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9079" b="-1"/>
          <a:stretch>
            <a:fillRect/>
          </a:stretch>
        </p:blipFill>
        <p:spPr>
          <a:xfrm>
            <a:off x="6875005" y="830001"/>
            <a:ext cx="485775" cy="276999"/>
          </a:xfrm>
          <a:prstGeom prst="rect">
            <a:avLst/>
          </a:prstGeom>
        </p:spPr>
      </p:pic>
      <p:pic>
        <p:nvPicPr>
          <p:cNvPr id="160" name="Picture 159" descr="A white background with a black and white flag&#10;&#10;AI-generated content may be incorrect.">
            <a:extLst>
              <a:ext uri="{FF2B5EF4-FFF2-40B4-BE49-F238E27FC236}">
                <a16:creationId xmlns:a16="http://schemas.microsoft.com/office/drawing/2014/main" id="{4B5A7E6F-77C7-49CE-C9B4-E2E637B7AEDE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586" b="23915"/>
          <a:stretch>
            <a:fillRect/>
          </a:stretch>
        </p:blipFill>
        <p:spPr>
          <a:xfrm>
            <a:off x="6158276" y="234814"/>
            <a:ext cx="485775" cy="800082"/>
          </a:xfrm>
          <a:prstGeom prst="rect">
            <a:avLst/>
          </a:prstGeom>
        </p:spPr>
      </p:pic>
      <p:pic>
        <p:nvPicPr>
          <p:cNvPr id="161" name="Picture 160" descr="A white background with a black and white flag&#10;&#10;AI-generated content may be incorrect.">
            <a:extLst>
              <a:ext uri="{FF2B5EF4-FFF2-40B4-BE49-F238E27FC236}">
                <a16:creationId xmlns:a16="http://schemas.microsoft.com/office/drawing/2014/main" id="{279B0A83-1790-8647-9207-248E42FA0499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9806"/>
          <a:stretch>
            <a:fillRect/>
          </a:stretch>
        </p:blipFill>
        <p:spPr>
          <a:xfrm>
            <a:off x="6158276" y="722007"/>
            <a:ext cx="485775" cy="307752"/>
          </a:xfrm>
          <a:prstGeom prst="rect">
            <a:avLst/>
          </a:prstGeom>
        </p:spPr>
      </p:pic>
      <p:pic>
        <p:nvPicPr>
          <p:cNvPr id="162" name="Picture 161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724305A4-267E-C9DA-0AAC-F549C8956354}"/>
              </a:ext>
            </a:extLst>
          </p:cNvPr>
          <p:cNvPicPr>
            <a:picLocks noChangeAspect="1"/>
          </p:cNvPicPr>
          <p:nvPr/>
        </p:nvPicPr>
        <p:blipFill>
          <a:blip r:embed="rId4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155" t="13528" r="15706" b="22020"/>
          <a:stretch>
            <a:fillRect/>
          </a:stretch>
        </p:blipFill>
        <p:spPr>
          <a:xfrm>
            <a:off x="9846666" y="163651"/>
            <a:ext cx="714376" cy="963831"/>
          </a:xfrm>
          <a:prstGeom prst="rect">
            <a:avLst/>
          </a:prstGeom>
        </p:spPr>
      </p:pic>
      <p:pic>
        <p:nvPicPr>
          <p:cNvPr id="163" name="Picture 162" descr="A white object with a black object in the middle&#10;&#10;AI-generated content may be incorrect.">
            <a:extLst>
              <a:ext uri="{FF2B5EF4-FFF2-40B4-BE49-F238E27FC236}">
                <a16:creationId xmlns:a16="http://schemas.microsoft.com/office/drawing/2014/main" id="{0E1EDA15-B1FD-934B-0ED3-D5C669AF3AEA}"/>
              </a:ext>
            </a:extLst>
          </p:cNvPr>
          <p:cNvPicPr>
            <a:picLocks noChangeAspect="1"/>
          </p:cNvPicPr>
          <p:nvPr/>
        </p:nvPicPr>
        <p:blipFill>
          <a:blip r:embed="rId4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874" b="26357"/>
          <a:stretch>
            <a:fillRect/>
          </a:stretch>
        </p:blipFill>
        <p:spPr>
          <a:xfrm>
            <a:off x="10758718" y="186142"/>
            <a:ext cx="485775" cy="932749"/>
          </a:xfrm>
          <a:prstGeom prst="rect">
            <a:avLst/>
          </a:prstGeom>
        </p:spPr>
      </p:pic>
      <p:pic>
        <p:nvPicPr>
          <p:cNvPr id="164" name="Picture 163" descr="A close-up of a curved object&#10;&#10;AI-generated content may be incorrect.">
            <a:extLst>
              <a:ext uri="{FF2B5EF4-FFF2-40B4-BE49-F238E27FC236}">
                <a16:creationId xmlns:a16="http://schemas.microsoft.com/office/drawing/2014/main" id="{C615EA09-1D48-77CF-B43E-032DB483685C}"/>
              </a:ext>
            </a:extLst>
          </p:cNvPr>
          <p:cNvPicPr>
            <a:picLocks noChangeAspect="1"/>
          </p:cNvPicPr>
          <p:nvPr/>
        </p:nvPicPr>
        <p:blipFill>
          <a:blip r:embed="rId4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67" t="22763" r="25008" b="23450"/>
          <a:stretch>
            <a:fillRect/>
          </a:stretch>
        </p:blipFill>
        <p:spPr>
          <a:xfrm>
            <a:off x="11442169" y="135257"/>
            <a:ext cx="690563" cy="988777"/>
          </a:xfrm>
          <a:prstGeom prst="rect">
            <a:avLst/>
          </a:prstGeom>
        </p:spPr>
      </p:pic>
      <p:pic>
        <p:nvPicPr>
          <p:cNvPr id="165" name="Picture 164" descr="A white background with black lines&#10;&#10;AI-generated content may be incorrect.">
            <a:extLst>
              <a:ext uri="{FF2B5EF4-FFF2-40B4-BE49-F238E27FC236}">
                <a16:creationId xmlns:a16="http://schemas.microsoft.com/office/drawing/2014/main" id="{C8AAD349-6BA4-4FF9-0B84-932B082EE34E}"/>
              </a:ext>
            </a:extLst>
          </p:cNvPr>
          <p:cNvPicPr>
            <a:picLocks noChangeAspect="1"/>
          </p:cNvPicPr>
          <p:nvPr/>
        </p:nvPicPr>
        <p:blipFill>
          <a:blip r:embed="rId4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24" b="22702"/>
          <a:stretch>
            <a:fillRect/>
          </a:stretch>
        </p:blipFill>
        <p:spPr>
          <a:xfrm>
            <a:off x="9206291" y="25450"/>
            <a:ext cx="485775" cy="1097269"/>
          </a:xfrm>
          <a:prstGeom prst="rect">
            <a:avLst/>
          </a:prstGeom>
        </p:spPr>
      </p:pic>
      <p:pic>
        <p:nvPicPr>
          <p:cNvPr id="166" name="Picture 165" descr="A close-up of a curved object&#10;&#10;AI-generated content may be incorrect.">
            <a:extLst>
              <a:ext uri="{FF2B5EF4-FFF2-40B4-BE49-F238E27FC236}">
                <a16:creationId xmlns:a16="http://schemas.microsoft.com/office/drawing/2014/main" id="{77361859-AF72-4885-7D28-0C6021BAFF2C}"/>
              </a:ext>
            </a:extLst>
          </p:cNvPr>
          <p:cNvPicPr>
            <a:picLocks noChangeAspect="1"/>
          </p:cNvPicPr>
          <p:nvPr/>
        </p:nvPicPr>
        <p:blipFill>
          <a:blip r:embed="rId4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82742" r="45076"/>
          <a:stretch>
            <a:fillRect/>
          </a:stretch>
        </p:blipFill>
        <p:spPr>
          <a:xfrm>
            <a:off x="11442169" y="806768"/>
            <a:ext cx="690562" cy="317266"/>
          </a:xfrm>
          <a:prstGeom prst="rect">
            <a:avLst/>
          </a:prstGeom>
        </p:spPr>
      </p:pic>
      <p:pic>
        <p:nvPicPr>
          <p:cNvPr id="167" name="Picture 166" descr="A white background with black lines&#10;&#10;AI-generated content may be incorrect.">
            <a:extLst>
              <a:ext uri="{FF2B5EF4-FFF2-40B4-BE49-F238E27FC236}">
                <a16:creationId xmlns:a16="http://schemas.microsoft.com/office/drawing/2014/main" id="{277275FD-2CF0-DAD4-AF6C-FA97D70D0BF6}"/>
              </a:ext>
            </a:extLst>
          </p:cNvPr>
          <p:cNvPicPr>
            <a:picLocks noChangeAspect="1"/>
          </p:cNvPicPr>
          <p:nvPr/>
        </p:nvPicPr>
        <p:blipFill>
          <a:blip r:embed="rId4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9402"/>
          <a:stretch>
            <a:fillRect/>
          </a:stretch>
        </p:blipFill>
        <p:spPr>
          <a:xfrm>
            <a:off x="9206276" y="798153"/>
            <a:ext cx="485775" cy="319803"/>
          </a:xfrm>
          <a:prstGeom prst="rect">
            <a:avLst/>
          </a:prstGeom>
        </p:spPr>
      </p:pic>
      <p:pic>
        <p:nvPicPr>
          <p:cNvPr id="168" name="Picture 167" descr="A white object with a black object in the middle&#10;&#10;AI-generated content may be incorrect.">
            <a:extLst>
              <a:ext uri="{FF2B5EF4-FFF2-40B4-BE49-F238E27FC236}">
                <a16:creationId xmlns:a16="http://schemas.microsoft.com/office/drawing/2014/main" id="{A40FA8F9-BD67-8411-BA43-96371F070096}"/>
              </a:ext>
            </a:extLst>
          </p:cNvPr>
          <p:cNvPicPr>
            <a:picLocks noChangeAspect="1"/>
          </p:cNvPicPr>
          <p:nvPr/>
        </p:nvPicPr>
        <p:blipFill>
          <a:blip r:embed="rId4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3752"/>
          <a:stretch>
            <a:fillRect/>
          </a:stretch>
        </p:blipFill>
        <p:spPr>
          <a:xfrm>
            <a:off x="10758718" y="798184"/>
            <a:ext cx="485775" cy="317266"/>
          </a:xfrm>
          <a:prstGeom prst="rect">
            <a:avLst/>
          </a:prstGeom>
        </p:spPr>
      </p:pic>
      <p:pic>
        <p:nvPicPr>
          <p:cNvPr id="169" name="Picture 168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023D0DCF-8A96-50F8-BEA5-A58BFECEE9B8}"/>
              </a:ext>
            </a:extLst>
          </p:cNvPr>
          <p:cNvPicPr>
            <a:picLocks noChangeAspect="1"/>
          </p:cNvPicPr>
          <p:nvPr/>
        </p:nvPicPr>
        <p:blipFill>
          <a:blip r:embed="rId4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84" r="41860"/>
          <a:stretch>
            <a:fillRect/>
          </a:stretch>
        </p:blipFill>
        <p:spPr>
          <a:xfrm>
            <a:off x="9846666" y="803680"/>
            <a:ext cx="714376" cy="317266"/>
          </a:xfrm>
          <a:prstGeom prst="rect">
            <a:avLst/>
          </a:prstGeom>
        </p:spPr>
      </p:pic>
      <p:sp>
        <p:nvSpPr>
          <p:cNvPr id="170" name="TextBox 169">
            <a:extLst>
              <a:ext uri="{FF2B5EF4-FFF2-40B4-BE49-F238E27FC236}">
                <a16:creationId xmlns:a16="http://schemas.microsoft.com/office/drawing/2014/main" id="{7D035922-C1E5-4ECE-E3BD-DA1ADC0351F2}"/>
              </a:ext>
            </a:extLst>
          </p:cNvPr>
          <p:cNvSpPr txBox="1"/>
          <p:nvPr/>
        </p:nvSpPr>
        <p:spPr>
          <a:xfrm>
            <a:off x="9137146" y="-1573"/>
            <a:ext cx="304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/>
              <a:t>mc_fiber_thin_to_fiber_fluffy</a:t>
            </a:r>
            <a:endParaRPr lang="en-US" sz="1200" dirty="0"/>
          </a:p>
        </p:txBody>
      </p:sp>
      <p:pic>
        <p:nvPicPr>
          <p:cNvPr id="171" name="Picture 170" descr="A close up of a white background&#10;&#10;AI-generated content may be incorrect.">
            <a:extLst>
              <a:ext uri="{FF2B5EF4-FFF2-40B4-BE49-F238E27FC236}">
                <a16:creationId xmlns:a16="http://schemas.microsoft.com/office/drawing/2014/main" id="{526C62D4-741C-D967-2602-110939F9E560}"/>
              </a:ext>
            </a:extLst>
          </p:cNvPr>
          <p:cNvPicPr>
            <a:picLocks noChangeAspect="1"/>
          </p:cNvPicPr>
          <p:nvPr/>
        </p:nvPicPr>
        <p:blipFill>
          <a:blip r:embed="rId3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314"/>
          <a:stretch>
            <a:fillRect/>
          </a:stretch>
        </p:blipFill>
        <p:spPr>
          <a:xfrm>
            <a:off x="8563288" y="709955"/>
            <a:ext cx="485775" cy="319804"/>
          </a:xfrm>
          <a:prstGeom prst="rect">
            <a:avLst/>
          </a:prstGeom>
        </p:spPr>
      </p:pic>
      <p:sp>
        <p:nvSpPr>
          <p:cNvPr id="172" name="TextBox 171">
            <a:extLst>
              <a:ext uri="{FF2B5EF4-FFF2-40B4-BE49-F238E27FC236}">
                <a16:creationId xmlns:a16="http://schemas.microsoft.com/office/drawing/2014/main" id="{761C5945-CA7F-A670-9CEF-C91A0BA2F89C}"/>
              </a:ext>
            </a:extLst>
          </p:cNvPr>
          <p:cNvSpPr txBox="1"/>
          <p:nvPr/>
        </p:nvSpPr>
        <p:spPr>
          <a:xfrm>
            <a:off x="6089145" y="-6879"/>
            <a:ext cx="30574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/>
              <a:t>mc_fiber_fluffy_to_feces</a:t>
            </a:r>
            <a:endParaRPr lang="en-US" sz="1200" dirty="0"/>
          </a:p>
        </p:txBody>
      </p:sp>
      <p:pic>
        <p:nvPicPr>
          <p:cNvPr id="173" name="Picture 172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2BF28EDA-E255-5498-3426-DD428B9ED350}"/>
              </a:ext>
            </a:extLst>
          </p:cNvPr>
          <p:cNvPicPr>
            <a:picLocks noChangeAspect="1"/>
          </p:cNvPicPr>
          <p:nvPr/>
        </p:nvPicPr>
        <p:blipFill>
          <a:blip r:embed="rId3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0333" r="19380"/>
          <a:stretch>
            <a:fillRect/>
          </a:stretch>
        </p:blipFill>
        <p:spPr>
          <a:xfrm>
            <a:off x="6249340" y="2005810"/>
            <a:ext cx="801526" cy="276999"/>
          </a:xfrm>
          <a:prstGeom prst="rect">
            <a:avLst/>
          </a:prstGeom>
        </p:spPr>
      </p:pic>
      <p:pic>
        <p:nvPicPr>
          <p:cNvPr id="174" name="Picture 173" descr="A white background with black text and numbers&#10;&#10;AI-generated content may be incorrect.">
            <a:extLst>
              <a:ext uri="{FF2B5EF4-FFF2-40B4-BE49-F238E27FC236}">
                <a16:creationId xmlns:a16="http://schemas.microsoft.com/office/drawing/2014/main" id="{64AF2017-D1F6-E40B-6F01-DD6BDC695E31}"/>
              </a:ext>
            </a:extLst>
          </p:cNvPr>
          <p:cNvPicPr>
            <a:picLocks noChangeAspect="1"/>
          </p:cNvPicPr>
          <p:nvPr/>
        </p:nvPicPr>
        <p:blipFill>
          <a:blip r:embed="rId3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9231" r="13249"/>
          <a:stretch>
            <a:fillRect/>
          </a:stretch>
        </p:blipFill>
        <p:spPr>
          <a:xfrm>
            <a:off x="7193564" y="1959037"/>
            <a:ext cx="1017700" cy="236651"/>
          </a:xfrm>
          <a:prstGeom prst="rect">
            <a:avLst/>
          </a:prstGeom>
        </p:spPr>
      </p:pic>
      <p:pic>
        <p:nvPicPr>
          <p:cNvPr id="175" name="Picture 174" descr="A black text and a white background&#10;&#10;AI-generated content may be incorrect.">
            <a:extLst>
              <a:ext uri="{FF2B5EF4-FFF2-40B4-BE49-F238E27FC236}">
                <a16:creationId xmlns:a16="http://schemas.microsoft.com/office/drawing/2014/main" id="{E530BE34-86EC-AFED-DDA8-69E93DE6DD2E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3122" r="48042" b="1589"/>
          <a:stretch>
            <a:fillRect/>
          </a:stretch>
        </p:blipFill>
        <p:spPr>
          <a:xfrm>
            <a:off x="8345045" y="1856663"/>
            <a:ext cx="653258" cy="276998"/>
          </a:xfrm>
          <a:prstGeom prst="rect">
            <a:avLst/>
          </a:prstGeom>
        </p:spPr>
      </p:pic>
      <p:pic>
        <p:nvPicPr>
          <p:cNvPr id="176" name="Picture 175" descr="A black and white image of a needle&#10;&#10;AI-generated content may be incorrect.">
            <a:extLst>
              <a:ext uri="{FF2B5EF4-FFF2-40B4-BE49-F238E27FC236}">
                <a16:creationId xmlns:a16="http://schemas.microsoft.com/office/drawing/2014/main" id="{B2E2B560-54D2-B73F-2049-45A1118BCE89}"/>
              </a:ext>
            </a:extLst>
          </p:cNvPr>
          <p:cNvPicPr>
            <a:picLocks noChangeAspect="1"/>
          </p:cNvPicPr>
          <p:nvPr/>
        </p:nvPicPr>
        <p:blipFill>
          <a:blip r:embed="rId4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987" t="24423" r="27411" b="24827"/>
          <a:stretch>
            <a:fillRect/>
          </a:stretch>
        </p:blipFill>
        <p:spPr>
          <a:xfrm>
            <a:off x="9172629" y="1356017"/>
            <a:ext cx="720924" cy="961944"/>
          </a:xfrm>
          <a:prstGeom prst="rect">
            <a:avLst/>
          </a:prstGeom>
        </p:spPr>
      </p:pic>
      <p:pic>
        <p:nvPicPr>
          <p:cNvPr id="177" name="Picture 176" descr="A black object in the sky&#10;&#10;AI-generated content may be incorrect.">
            <a:extLst>
              <a:ext uri="{FF2B5EF4-FFF2-40B4-BE49-F238E27FC236}">
                <a16:creationId xmlns:a16="http://schemas.microsoft.com/office/drawing/2014/main" id="{072C943D-E7C1-63C9-2682-80CA298349A9}"/>
              </a:ext>
            </a:extLst>
          </p:cNvPr>
          <p:cNvPicPr>
            <a:picLocks noChangeAspect="1"/>
          </p:cNvPicPr>
          <p:nvPr/>
        </p:nvPicPr>
        <p:blipFill>
          <a:blip r:embed="rId4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227" b="27340"/>
          <a:stretch>
            <a:fillRect/>
          </a:stretch>
        </p:blipFill>
        <p:spPr>
          <a:xfrm>
            <a:off x="11663591" y="1253417"/>
            <a:ext cx="485775" cy="1167144"/>
          </a:xfrm>
          <a:prstGeom prst="rect">
            <a:avLst/>
          </a:prstGeom>
        </p:spPr>
      </p:pic>
      <p:pic>
        <p:nvPicPr>
          <p:cNvPr id="178" name="Picture 177" descr="A black and white image of a swoosh&#10;&#10;AI-generated content may be incorrect.">
            <a:extLst>
              <a:ext uri="{FF2B5EF4-FFF2-40B4-BE49-F238E27FC236}">
                <a16:creationId xmlns:a16="http://schemas.microsoft.com/office/drawing/2014/main" id="{E19FE746-0209-7E16-1526-9E78284ACCE9}"/>
              </a:ext>
            </a:extLst>
          </p:cNvPr>
          <p:cNvPicPr>
            <a:picLocks noChangeAspect="1"/>
          </p:cNvPicPr>
          <p:nvPr/>
        </p:nvPicPr>
        <p:blipFill>
          <a:blip r:embed="rId4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245" t="19343" r="30904" b="13836"/>
          <a:stretch>
            <a:fillRect/>
          </a:stretch>
        </p:blipFill>
        <p:spPr>
          <a:xfrm>
            <a:off x="9931965" y="1480565"/>
            <a:ext cx="1077535" cy="712849"/>
          </a:xfrm>
          <a:prstGeom prst="rect">
            <a:avLst/>
          </a:prstGeom>
        </p:spPr>
      </p:pic>
      <p:pic>
        <p:nvPicPr>
          <p:cNvPr id="179" name="Picture 178" descr="A white object with a black handle&#10;&#10;AI-generated content may be incorrect.">
            <a:extLst>
              <a:ext uri="{FF2B5EF4-FFF2-40B4-BE49-F238E27FC236}">
                <a16:creationId xmlns:a16="http://schemas.microsoft.com/office/drawing/2014/main" id="{403BD2A8-7A68-0C4A-9769-56C27313A48F}"/>
              </a:ext>
            </a:extLst>
          </p:cNvPr>
          <p:cNvPicPr>
            <a:picLocks noChangeAspect="1"/>
          </p:cNvPicPr>
          <p:nvPr/>
        </p:nvPicPr>
        <p:blipFill>
          <a:blip r:embed="rId4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21" t="21457" r="24227" b="24245"/>
          <a:stretch>
            <a:fillRect/>
          </a:stretch>
        </p:blipFill>
        <p:spPr>
          <a:xfrm>
            <a:off x="11054779" y="1260322"/>
            <a:ext cx="549088" cy="1153335"/>
          </a:xfrm>
          <a:prstGeom prst="rect">
            <a:avLst/>
          </a:prstGeom>
        </p:spPr>
      </p:pic>
      <p:pic>
        <p:nvPicPr>
          <p:cNvPr id="180" name="Picture 179" descr="A black object in the sky&#10;&#10;AI-generated content may be incorrect.">
            <a:extLst>
              <a:ext uri="{FF2B5EF4-FFF2-40B4-BE49-F238E27FC236}">
                <a16:creationId xmlns:a16="http://schemas.microsoft.com/office/drawing/2014/main" id="{80C7410F-271D-4514-2B9E-8E77FBA10FC2}"/>
              </a:ext>
            </a:extLst>
          </p:cNvPr>
          <p:cNvPicPr>
            <a:picLocks noChangeAspect="1"/>
          </p:cNvPicPr>
          <p:nvPr/>
        </p:nvPicPr>
        <p:blipFill>
          <a:blip r:embed="rId4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8217"/>
          <a:stretch>
            <a:fillRect/>
          </a:stretch>
        </p:blipFill>
        <p:spPr>
          <a:xfrm>
            <a:off x="11663590" y="2131179"/>
            <a:ext cx="485775" cy="283936"/>
          </a:xfrm>
          <a:prstGeom prst="rect">
            <a:avLst/>
          </a:prstGeom>
        </p:spPr>
      </p:pic>
      <p:pic>
        <p:nvPicPr>
          <p:cNvPr id="181" name="Picture 180" descr="A white object with a black handle&#10;&#10;AI-generated content may be incorrect.">
            <a:extLst>
              <a:ext uri="{FF2B5EF4-FFF2-40B4-BE49-F238E27FC236}">
                <a16:creationId xmlns:a16="http://schemas.microsoft.com/office/drawing/2014/main" id="{1C9ACC6E-E2A8-B4D6-B9F0-3249869136D6}"/>
              </a:ext>
            </a:extLst>
          </p:cNvPr>
          <p:cNvPicPr>
            <a:picLocks noChangeAspect="1"/>
          </p:cNvPicPr>
          <p:nvPr/>
        </p:nvPicPr>
        <p:blipFill>
          <a:blip r:embed="rId4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6084" r="35948"/>
          <a:stretch>
            <a:fillRect/>
          </a:stretch>
        </p:blipFill>
        <p:spPr>
          <a:xfrm>
            <a:off x="11054778" y="2112137"/>
            <a:ext cx="549089" cy="295591"/>
          </a:xfrm>
          <a:prstGeom prst="rect">
            <a:avLst/>
          </a:prstGeom>
        </p:spPr>
      </p:pic>
      <p:pic>
        <p:nvPicPr>
          <p:cNvPr id="182" name="Picture 181" descr="A black and white image of a swoosh&#10;&#10;AI-generated content may be incorrect.">
            <a:extLst>
              <a:ext uri="{FF2B5EF4-FFF2-40B4-BE49-F238E27FC236}">
                <a16:creationId xmlns:a16="http://schemas.microsoft.com/office/drawing/2014/main" id="{39A209B0-3214-74C2-72EE-A9440D0FCAF1}"/>
              </a:ext>
            </a:extLst>
          </p:cNvPr>
          <p:cNvPicPr>
            <a:picLocks noChangeAspect="1"/>
          </p:cNvPicPr>
          <p:nvPr/>
        </p:nvPicPr>
        <p:blipFill>
          <a:blip r:embed="rId4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210" r="57242"/>
          <a:stretch>
            <a:fillRect/>
          </a:stretch>
        </p:blipFill>
        <p:spPr>
          <a:xfrm>
            <a:off x="9934305" y="1868957"/>
            <a:ext cx="1075195" cy="317792"/>
          </a:xfrm>
          <a:prstGeom prst="rect">
            <a:avLst/>
          </a:prstGeom>
        </p:spPr>
      </p:pic>
      <p:pic>
        <p:nvPicPr>
          <p:cNvPr id="183" name="Picture 182" descr="A black and white image of a needle&#10;&#10;AI-generated content may be incorrect.">
            <a:extLst>
              <a:ext uri="{FF2B5EF4-FFF2-40B4-BE49-F238E27FC236}">
                <a16:creationId xmlns:a16="http://schemas.microsoft.com/office/drawing/2014/main" id="{89AC4D7B-F77B-E205-10D6-6B17AE8EB37C}"/>
              </a:ext>
            </a:extLst>
          </p:cNvPr>
          <p:cNvPicPr>
            <a:picLocks noChangeAspect="1"/>
          </p:cNvPicPr>
          <p:nvPr/>
        </p:nvPicPr>
        <p:blipFill>
          <a:blip r:embed="rId4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3662" r="52398"/>
          <a:stretch>
            <a:fillRect/>
          </a:stretch>
        </p:blipFill>
        <p:spPr>
          <a:xfrm>
            <a:off x="9172629" y="2006576"/>
            <a:ext cx="720924" cy="309688"/>
          </a:xfrm>
          <a:prstGeom prst="rect">
            <a:avLst/>
          </a:prstGeom>
        </p:spPr>
      </p:pic>
      <p:sp>
        <p:nvSpPr>
          <p:cNvPr id="184" name="TextBox 183">
            <a:extLst>
              <a:ext uri="{FF2B5EF4-FFF2-40B4-BE49-F238E27FC236}">
                <a16:creationId xmlns:a16="http://schemas.microsoft.com/office/drawing/2014/main" id="{C70E334F-7C7D-11F2-30E1-412B29E66503}"/>
              </a:ext>
            </a:extLst>
          </p:cNvPr>
          <p:cNvSpPr txBox="1"/>
          <p:nvPr/>
        </p:nvSpPr>
        <p:spPr>
          <a:xfrm>
            <a:off x="9132232" y="1163005"/>
            <a:ext cx="304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/>
              <a:t>mc_fiber_thin_straight_with_black_element</a:t>
            </a:r>
            <a:endParaRPr lang="en-US" sz="12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705D76C-FF70-8866-1ACF-AB879BA1E165}"/>
              </a:ext>
            </a:extLst>
          </p:cNvPr>
          <p:cNvSpPr/>
          <p:nvPr/>
        </p:nvSpPr>
        <p:spPr>
          <a:xfrm>
            <a:off x="3048000" y="0"/>
            <a:ext cx="3048000" cy="1052131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5178659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8C0AE6-16E5-1287-AE88-8A4C6FC05B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E2C3943-5EDB-CB50-D31A-ADB810714876}"/>
              </a:ext>
            </a:extLst>
          </p:cNvPr>
          <p:cNvSpPr/>
          <p:nvPr/>
        </p:nvSpPr>
        <p:spPr>
          <a:xfrm>
            <a:off x="3048000" y="1159658"/>
            <a:ext cx="3048000" cy="1297163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05C51B7-335E-000C-8584-0EACF215CC7C}"/>
              </a:ext>
            </a:extLst>
          </p:cNvPr>
          <p:cNvSpPr/>
          <p:nvPr/>
        </p:nvSpPr>
        <p:spPr>
          <a:xfrm>
            <a:off x="0" y="1"/>
            <a:ext cx="3048000" cy="1159988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40A5A40-2E10-3BE8-08E8-CD2A1062AB5B}"/>
              </a:ext>
            </a:extLst>
          </p:cNvPr>
          <p:cNvSpPr/>
          <p:nvPr/>
        </p:nvSpPr>
        <p:spPr>
          <a:xfrm>
            <a:off x="3048000" y="1"/>
            <a:ext cx="3048000" cy="1159988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0D3E26A-6B4F-1A22-05AA-4AFBC60EC94B}"/>
              </a:ext>
            </a:extLst>
          </p:cNvPr>
          <p:cNvSpPr/>
          <p:nvPr/>
        </p:nvSpPr>
        <p:spPr>
          <a:xfrm>
            <a:off x="0" y="1159658"/>
            <a:ext cx="3048000" cy="1297163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pic>
        <p:nvPicPr>
          <p:cNvPr id="5" name="Picture 4" descr="A black text and a black line&#10;&#10;AI-generated content may be incorrect.">
            <a:extLst>
              <a:ext uri="{FF2B5EF4-FFF2-40B4-BE49-F238E27FC236}">
                <a16:creationId xmlns:a16="http://schemas.microsoft.com/office/drawing/2014/main" id="{2787AF20-5645-8B09-D12C-A886F8B28B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3158"/>
          <a:stretch>
            <a:fillRect/>
          </a:stretch>
        </p:blipFill>
        <p:spPr>
          <a:xfrm>
            <a:off x="1468152" y="172603"/>
            <a:ext cx="790475" cy="609600"/>
          </a:xfrm>
          <a:prstGeom prst="rect">
            <a:avLst/>
          </a:prstGeom>
        </p:spPr>
      </p:pic>
      <p:pic>
        <p:nvPicPr>
          <p:cNvPr id="13" name="Picture 12" descr="A close up of a white background&#10;&#10;AI-generated content may be incorrect.">
            <a:extLst>
              <a:ext uri="{FF2B5EF4-FFF2-40B4-BE49-F238E27FC236}">
                <a16:creationId xmlns:a16="http://schemas.microsoft.com/office/drawing/2014/main" id="{7D7D8B05-3B38-CD72-CD66-0FD1371164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930" b="20315"/>
          <a:stretch>
            <a:fillRect/>
          </a:stretch>
        </p:blipFill>
        <p:spPr>
          <a:xfrm>
            <a:off x="2464644" y="77362"/>
            <a:ext cx="485775" cy="800082"/>
          </a:xfrm>
          <a:prstGeom prst="rect">
            <a:avLst/>
          </a:prstGeom>
        </p:spPr>
      </p:pic>
      <p:pic>
        <p:nvPicPr>
          <p:cNvPr id="18" name="Picture 17" descr="A blurry image of a white object&#10;&#10;AI-generated content may be incorrect.">
            <a:extLst>
              <a:ext uri="{FF2B5EF4-FFF2-40B4-BE49-F238E27FC236}">
                <a16:creationId xmlns:a16="http://schemas.microsoft.com/office/drawing/2014/main" id="{B76FE57D-9165-61C6-A4D0-989CC5533E0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521" b="24066"/>
          <a:stretch>
            <a:fillRect/>
          </a:stretch>
        </p:blipFill>
        <p:spPr>
          <a:xfrm>
            <a:off x="776362" y="110576"/>
            <a:ext cx="485775" cy="733654"/>
          </a:xfrm>
          <a:prstGeom prst="rect">
            <a:avLst/>
          </a:prstGeom>
        </p:spPr>
      </p:pic>
      <p:pic>
        <p:nvPicPr>
          <p:cNvPr id="20" name="Picture 19" descr="A white background with black text and numbers&#10;&#10;AI-generated content may be incorrect.">
            <a:extLst>
              <a:ext uri="{FF2B5EF4-FFF2-40B4-BE49-F238E27FC236}">
                <a16:creationId xmlns:a16="http://schemas.microsoft.com/office/drawing/2014/main" id="{8B6594CF-E57D-C893-BAE5-946E4D0FB70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55" r="13249" b="20056"/>
          <a:stretch>
            <a:fillRect/>
          </a:stretch>
        </p:blipFill>
        <p:spPr>
          <a:xfrm>
            <a:off x="1094920" y="1429418"/>
            <a:ext cx="1017700" cy="767843"/>
          </a:xfrm>
          <a:prstGeom prst="rect">
            <a:avLst/>
          </a:prstGeom>
        </p:spPr>
      </p:pic>
      <p:pic>
        <p:nvPicPr>
          <p:cNvPr id="22" name="Picture 21" descr="A black text and a white background&#10;&#10;AI-generated content may be incorrect.">
            <a:extLst>
              <a:ext uri="{FF2B5EF4-FFF2-40B4-BE49-F238E27FC236}">
                <a16:creationId xmlns:a16="http://schemas.microsoft.com/office/drawing/2014/main" id="{7EE57441-1908-757B-21D4-AB49ACAE6C5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986" t="19284" r="19056" b="24378"/>
          <a:stretch>
            <a:fillRect/>
          </a:stretch>
        </p:blipFill>
        <p:spPr>
          <a:xfrm>
            <a:off x="2246401" y="1470352"/>
            <a:ext cx="653258" cy="617111"/>
          </a:xfrm>
          <a:prstGeom prst="rect">
            <a:avLst/>
          </a:prstGeom>
        </p:spPr>
      </p:pic>
      <p:pic>
        <p:nvPicPr>
          <p:cNvPr id="30" name="Picture 29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A29B6DEF-3D6C-D43B-DA86-4E011818387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14" t="14419" r="7517" b="7501"/>
          <a:stretch>
            <a:fillRect/>
          </a:stretch>
        </p:blipFill>
        <p:spPr>
          <a:xfrm>
            <a:off x="150696" y="1184670"/>
            <a:ext cx="825872" cy="1099713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58818F0E-96CE-4867-6857-01B9168991FA}"/>
              </a:ext>
            </a:extLst>
          </p:cNvPr>
          <p:cNvSpPr txBox="1"/>
          <p:nvPr/>
        </p:nvSpPr>
        <p:spPr>
          <a:xfrm>
            <a:off x="-14413" y="1159272"/>
            <a:ext cx="30574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/>
              <a:t>mc_fiber_thin_straight</a:t>
            </a:r>
            <a:endParaRPr lang="en-US" sz="1200" dirty="0"/>
          </a:p>
        </p:txBody>
      </p:sp>
      <p:pic>
        <p:nvPicPr>
          <p:cNvPr id="34" name="Picture 33" descr="A blurry image of a white object&#10;&#10;AI-generated content may be incorrect.">
            <a:extLst>
              <a:ext uri="{FF2B5EF4-FFF2-40B4-BE49-F238E27FC236}">
                <a16:creationId xmlns:a16="http://schemas.microsoft.com/office/drawing/2014/main" id="{9D319F6F-6590-BBCB-6D70-74F4A65B1C7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9079" b="-1"/>
          <a:stretch>
            <a:fillRect/>
          </a:stretch>
        </p:blipFill>
        <p:spPr>
          <a:xfrm>
            <a:off x="776361" y="640745"/>
            <a:ext cx="485775" cy="276999"/>
          </a:xfrm>
          <a:prstGeom prst="rect">
            <a:avLst/>
          </a:prstGeom>
        </p:spPr>
      </p:pic>
      <p:pic>
        <p:nvPicPr>
          <p:cNvPr id="37" name="Picture 36" descr="A white background with a black and white flag&#10;&#10;AI-generated content may be incorrect.">
            <a:extLst>
              <a:ext uri="{FF2B5EF4-FFF2-40B4-BE49-F238E27FC236}">
                <a16:creationId xmlns:a16="http://schemas.microsoft.com/office/drawing/2014/main" id="{B12B3CC0-60F1-B893-0EB6-1D05BB6D8B5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586" b="23915"/>
          <a:stretch>
            <a:fillRect/>
          </a:stretch>
        </p:blipFill>
        <p:spPr>
          <a:xfrm>
            <a:off x="59632" y="77362"/>
            <a:ext cx="485775" cy="800082"/>
          </a:xfrm>
          <a:prstGeom prst="rect">
            <a:avLst/>
          </a:prstGeom>
        </p:spPr>
      </p:pic>
      <p:pic>
        <p:nvPicPr>
          <p:cNvPr id="16" name="Picture 15" descr="A white background with a black and white flag&#10;&#10;AI-generated content may be incorrect.">
            <a:extLst>
              <a:ext uri="{FF2B5EF4-FFF2-40B4-BE49-F238E27FC236}">
                <a16:creationId xmlns:a16="http://schemas.microsoft.com/office/drawing/2014/main" id="{A059F1A4-8DA1-CBC9-A76B-12EAB8EFCED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9806"/>
          <a:stretch>
            <a:fillRect/>
          </a:stretch>
        </p:blipFill>
        <p:spPr>
          <a:xfrm>
            <a:off x="59632" y="532751"/>
            <a:ext cx="485775" cy="307752"/>
          </a:xfrm>
          <a:prstGeom prst="rect">
            <a:avLst/>
          </a:prstGeom>
        </p:spPr>
      </p:pic>
      <p:pic>
        <p:nvPicPr>
          <p:cNvPr id="42" name="Picture 41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7E53B34A-72DD-EE07-04AF-A27F7A3E4F2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155" t="13528" r="15706" b="22020"/>
          <a:stretch>
            <a:fillRect/>
          </a:stretch>
        </p:blipFill>
        <p:spPr>
          <a:xfrm>
            <a:off x="3748022" y="165224"/>
            <a:ext cx="714376" cy="963831"/>
          </a:xfrm>
          <a:prstGeom prst="rect">
            <a:avLst/>
          </a:prstGeom>
        </p:spPr>
      </p:pic>
      <p:pic>
        <p:nvPicPr>
          <p:cNvPr id="46" name="Picture 45" descr="A white object with a black object in the middle&#10;&#10;AI-generated content may be incorrect.">
            <a:extLst>
              <a:ext uri="{FF2B5EF4-FFF2-40B4-BE49-F238E27FC236}">
                <a16:creationId xmlns:a16="http://schemas.microsoft.com/office/drawing/2014/main" id="{3021BB4F-A964-54EC-CEDE-53F0B83382F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874" b="26357"/>
          <a:stretch>
            <a:fillRect/>
          </a:stretch>
        </p:blipFill>
        <p:spPr>
          <a:xfrm>
            <a:off x="4660074" y="187715"/>
            <a:ext cx="485775" cy="932749"/>
          </a:xfrm>
          <a:prstGeom prst="rect">
            <a:avLst/>
          </a:prstGeom>
        </p:spPr>
      </p:pic>
      <p:pic>
        <p:nvPicPr>
          <p:cNvPr id="49" name="Picture 48" descr="A close-up of a curved object&#10;&#10;AI-generated content may be incorrect.">
            <a:extLst>
              <a:ext uri="{FF2B5EF4-FFF2-40B4-BE49-F238E27FC236}">
                <a16:creationId xmlns:a16="http://schemas.microsoft.com/office/drawing/2014/main" id="{F06A8358-26AF-E7DC-3DBB-5AD88D9E2DB4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67" t="22763" r="25008" b="23450"/>
          <a:stretch>
            <a:fillRect/>
          </a:stretch>
        </p:blipFill>
        <p:spPr>
          <a:xfrm>
            <a:off x="5343525" y="136830"/>
            <a:ext cx="690563" cy="988777"/>
          </a:xfrm>
          <a:prstGeom prst="rect">
            <a:avLst/>
          </a:prstGeom>
        </p:spPr>
      </p:pic>
      <p:pic>
        <p:nvPicPr>
          <p:cNvPr id="51" name="Picture 50" descr="A white background with black lines&#10;&#10;AI-generated content may be incorrect.">
            <a:extLst>
              <a:ext uri="{FF2B5EF4-FFF2-40B4-BE49-F238E27FC236}">
                <a16:creationId xmlns:a16="http://schemas.microsoft.com/office/drawing/2014/main" id="{F46050EC-D446-6773-4506-4BADBE431FF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24" b="22702"/>
          <a:stretch>
            <a:fillRect/>
          </a:stretch>
        </p:blipFill>
        <p:spPr>
          <a:xfrm>
            <a:off x="3107647" y="27023"/>
            <a:ext cx="485775" cy="1097269"/>
          </a:xfrm>
          <a:prstGeom prst="rect">
            <a:avLst/>
          </a:prstGeom>
        </p:spPr>
      </p:pic>
      <p:pic>
        <p:nvPicPr>
          <p:cNvPr id="53" name="Picture 52" descr="A close-up of a curved object&#10;&#10;AI-generated content may be incorrect.">
            <a:extLst>
              <a:ext uri="{FF2B5EF4-FFF2-40B4-BE49-F238E27FC236}">
                <a16:creationId xmlns:a16="http://schemas.microsoft.com/office/drawing/2014/main" id="{174ECF04-8180-E54E-5B6B-BB1B2D1C273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82742" r="45076"/>
          <a:stretch>
            <a:fillRect/>
          </a:stretch>
        </p:blipFill>
        <p:spPr>
          <a:xfrm>
            <a:off x="5343525" y="808341"/>
            <a:ext cx="690562" cy="317266"/>
          </a:xfrm>
          <a:prstGeom prst="rect">
            <a:avLst/>
          </a:prstGeom>
        </p:spPr>
      </p:pic>
      <p:pic>
        <p:nvPicPr>
          <p:cNvPr id="54" name="Picture 53" descr="A white background with black lines&#10;&#10;AI-generated content may be incorrect.">
            <a:extLst>
              <a:ext uri="{FF2B5EF4-FFF2-40B4-BE49-F238E27FC236}">
                <a16:creationId xmlns:a16="http://schemas.microsoft.com/office/drawing/2014/main" id="{3E0AD29F-DA5D-7FCE-3884-DA6E9733660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9402"/>
          <a:stretch>
            <a:fillRect/>
          </a:stretch>
        </p:blipFill>
        <p:spPr>
          <a:xfrm>
            <a:off x="3107632" y="799726"/>
            <a:ext cx="485775" cy="319803"/>
          </a:xfrm>
          <a:prstGeom prst="rect">
            <a:avLst/>
          </a:prstGeom>
        </p:spPr>
      </p:pic>
      <p:pic>
        <p:nvPicPr>
          <p:cNvPr id="55" name="Picture 54" descr="A white object with a black object in the middle&#10;&#10;AI-generated content may be incorrect.">
            <a:extLst>
              <a:ext uri="{FF2B5EF4-FFF2-40B4-BE49-F238E27FC236}">
                <a16:creationId xmlns:a16="http://schemas.microsoft.com/office/drawing/2014/main" id="{331DDEC3-963B-C7C4-44CC-0DB8B21597F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3752"/>
          <a:stretch>
            <a:fillRect/>
          </a:stretch>
        </p:blipFill>
        <p:spPr>
          <a:xfrm>
            <a:off x="4660074" y="799757"/>
            <a:ext cx="485775" cy="317266"/>
          </a:xfrm>
          <a:prstGeom prst="rect">
            <a:avLst/>
          </a:prstGeom>
        </p:spPr>
      </p:pic>
      <p:pic>
        <p:nvPicPr>
          <p:cNvPr id="57" name="Picture 56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A07A8F2D-5286-D967-C935-AA5999BD3F2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84" r="41860"/>
          <a:stretch>
            <a:fillRect/>
          </a:stretch>
        </p:blipFill>
        <p:spPr>
          <a:xfrm>
            <a:off x="3748022" y="805253"/>
            <a:ext cx="714376" cy="317266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216B3AE9-9679-B037-6AE0-13402D50BABD}"/>
              </a:ext>
            </a:extLst>
          </p:cNvPr>
          <p:cNvSpPr txBox="1"/>
          <p:nvPr/>
        </p:nvSpPr>
        <p:spPr>
          <a:xfrm>
            <a:off x="3038502" y="0"/>
            <a:ext cx="304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/>
              <a:t>mc_fiber_thin_to_fiber_fluffy</a:t>
            </a:r>
            <a:endParaRPr lang="en-US" sz="1200" dirty="0"/>
          </a:p>
        </p:txBody>
      </p:sp>
      <p:pic>
        <p:nvPicPr>
          <p:cNvPr id="58" name="Picture 57" descr="A close up of a white background&#10;&#10;AI-generated content may be incorrect.">
            <a:extLst>
              <a:ext uri="{FF2B5EF4-FFF2-40B4-BE49-F238E27FC236}">
                <a16:creationId xmlns:a16="http://schemas.microsoft.com/office/drawing/2014/main" id="{AD5CF1F3-8743-631D-F085-507BD579F0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314"/>
          <a:stretch>
            <a:fillRect/>
          </a:stretch>
        </p:blipFill>
        <p:spPr>
          <a:xfrm>
            <a:off x="2464644" y="520699"/>
            <a:ext cx="485775" cy="31980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EB1AFC6-EF76-4153-FC9E-8C8F4DE6615A}"/>
              </a:ext>
            </a:extLst>
          </p:cNvPr>
          <p:cNvSpPr txBox="1"/>
          <p:nvPr/>
        </p:nvSpPr>
        <p:spPr>
          <a:xfrm>
            <a:off x="-9499" y="-5306"/>
            <a:ext cx="30574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/>
              <a:t>mc_fiber_fluffy_to_feces</a:t>
            </a:r>
            <a:endParaRPr lang="en-US" sz="1200" dirty="0"/>
          </a:p>
        </p:txBody>
      </p:sp>
      <p:pic>
        <p:nvPicPr>
          <p:cNvPr id="59" name="Picture 58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475EEB39-F8BD-E67E-DA19-2C7189588A2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0333" r="19380"/>
          <a:stretch>
            <a:fillRect/>
          </a:stretch>
        </p:blipFill>
        <p:spPr>
          <a:xfrm>
            <a:off x="150696" y="2007383"/>
            <a:ext cx="801526" cy="276999"/>
          </a:xfrm>
          <a:prstGeom prst="rect">
            <a:avLst/>
          </a:prstGeom>
        </p:spPr>
      </p:pic>
      <p:pic>
        <p:nvPicPr>
          <p:cNvPr id="60" name="Picture 59" descr="A white background with black text and numbers&#10;&#10;AI-generated content may be incorrect.">
            <a:extLst>
              <a:ext uri="{FF2B5EF4-FFF2-40B4-BE49-F238E27FC236}">
                <a16:creationId xmlns:a16="http://schemas.microsoft.com/office/drawing/2014/main" id="{4A1397F1-C7A1-6A65-6DF9-81C8AD6AB29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9231" r="13249"/>
          <a:stretch>
            <a:fillRect/>
          </a:stretch>
        </p:blipFill>
        <p:spPr>
          <a:xfrm>
            <a:off x="1094920" y="1960610"/>
            <a:ext cx="1017700" cy="236651"/>
          </a:xfrm>
          <a:prstGeom prst="rect">
            <a:avLst/>
          </a:prstGeom>
        </p:spPr>
      </p:pic>
      <p:pic>
        <p:nvPicPr>
          <p:cNvPr id="61" name="Picture 60" descr="A black text and a white background&#10;&#10;AI-generated content may be incorrect.">
            <a:extLst>
              <a:ext uri="{FF2B5EF4-FFF2-40B4-BE49-F238E27FC236}">
                <a16:creationId xmlns:a16="http://schemas.microsoft.com/office/drawing/2014/main" id="{AD870A55-EE88-329B-0787-E566CC98191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3122" r="48042" b="1589"/>
          <a:stretch>
            <a:fillRect/>
          </a:stretch>
        </p:blipFill>
        <p:spPr>
          <a:xfrm>
            <a:off x="2246401" y="1858236"/>
            <a:ext cx="653258" cy="276998"/>
          </a:xfrm>
          <a:prstGeom prst="rect">
            <a:avLst/>
          </a:prstGeom>
        </p:spPr>
      </p:pic>
      <p:pic>
        <p:nvPicPr>
          <p:cNvPr id="63" name="Picture 62" descr="A black and white image of a needle&#10;&#10;AI-generated content may be incorrect.">
            <a:extLst>
              <a:ext uri="{FF2B5EF4-FFF2-40B4-BE49-F238E27FC236}">
                <a16:creationId xmlns:a16="http://schemas.microsoft.com/office/drawing/2014/main" id="{0CBF75A4-EFFD-8AC8-019E-306E5063799E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987" t="24423" r="27411" b="24827"/>
          <a:stretch>
            <a:fillRect/>
          </a:stretch>
        </p:blipFill>
        <p:spPr>
          <a:xfrm>
            <a:off x="3073985" y="1357590"/>
            <a:ext cx="720924" cy="961944"/>
          </a:xfrm>
          <a:prstGeom prst="rect">
            <a:avLst/>
          </a:prstGeom>
        </p:spPr>
      </p:pic>
      <p:pic>
        <p:nvPicPr>
          <p:cNvPr id="65" name="Picture 64" descr="A black object in the sky&#10;&#10;AI-generated content may be incorrect.">
            <a:extLst>
              <a:ext uri="{FF2B5EF4-FFF2-40B4-BE49-F238E27FC236}">
                <a16:creationId xmlns:a16="http://schemas.microsoft.com/office/drawing/2014/main" id="{64DB3C07-22A9-63F7-A954-864A3F0B3BBF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227" b="27340"/>
          <a:stretch>
            <a:fillRect/>
          </a:stretch>
        </p:blipFill>
        <p:spPr>
          <a:xfrm>
            <a:off x="5564947" y="1254990"/>
            <a:ext cx="485775" cy="1167144"/>
          </a:xfrm>
          <a:prstGeom prst="rect">
            <a:avLst/>
          </a:prstGeom>
        </p:spPr>
      </p:pic>
      <p:pic>
        <p:nvPicPr>
          <p:cNvPr id="69" name="Picture 68" descr="A black and white image of a swoosh&#10;&#10;AI-generated content may be incorrect.">
            <a:extLst>
              <a:ext uri="{FF2B5EF4-FFF2-40B4-BE49-F238E27FC236}">
                <a16:creationId xmlns:a16="http://schemas.microsoft.com/office/drawing/2014/main" id="{2E56E83E-A0EC-BF69-653B-87AF1135FFD0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245" t="19343" r="30904" b="13836"/>
          <a:stretch>
            <a:fillRect/>
          </a:stretch>
        </p:blipFill>
        <p:spPr>
          <a:xfrm>
            <a:off x="3833321" y="1482138"/>
            <a:ext cx="1077535" cy="712849"/>
          </a:xfrm>
          <a:prstGeom prst="rect">
            <a:avLst/>
          </a:prstGeom>
        </p:spPr>
      </p:pic>
      <p:pic>
        <p:nvPicPr>
          <p:cNvPr id="71" name="Picture 70" descr="A white object with a black handle&#10;&#10;AI-generated content may be incorrect.">
            <a:extLst>
              <a:ext uri="{FF2B5EF4-FFF2-40B4-BE49-F238E27FC236}">
                <a16:creationId xmlns:a16="http://schemas.microsoft.com/office/drawing/2014/main" id="{E0528859-BBEA-2528-6A89-4141F6BBEAE4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21" t="21457" r="24227" b="24245"/>
          <a:stretch>
            <a:fillRect/>
          </a:stretch>
        </p:blipFill>
        <p:spPr>
          <a:xfrm>
            <a:off x="4956135" y="1261895"/>
            <a:ext cx="549088" cy="1153335"/>
          </a:xfrm>
          <a:prstGeom prst="rect">
            <a:avLst/>
          </a:prstGeom>
        </p:spPr>
      </p:pic>
      <p:pic>
        <p:nvPicPr>
          <p:cNvPr id="72" name="Picture 71" descr="A black object in the sky&#10;&#10;AI-generated content may be incorrect.">
            <a:extLst>
              <a:ext uri="{FF2B5EF4-FFF2-40B4-BE49-F238E27FC236}">
                <a16:creationId xmlns:a16="http://schemas.microsoft.com/office/drawing/2014/main" id="{FDF8CF43-3ECB-BA46-A778-6F47F81107E2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8217"/>
          <a:stretch>
            <a:fillRect/>
          </a:stretch>
        </p:blipFill>
        <p:spPr>
          <a:xfrm>
            <a:off x="5564946" y="2132752"/>
            <a:ext cx="485775" cy="283936"/>
          </a:xfrm>
          <a:prstGeom prst="rect">
            <a:avLst/>
          </a:prstGeom>
        </p:spPr>
      </p:pic>
      <p:pic>
        <p:nvPicPr>
          <p:cNvPr id="73" name="Picture 72" descr="A white object with a black handle&#10;&#10;AI-generated content may be incorrect.">
            <a:extLst>
              <a:ext uri="{FF2B5EF4-FFF2-40B4-BE49-F238E27FC236}">
                <a16:creationId xmlns:a16="http://schemas.microsoft.com/office/drawing/2014/main" id="{4D9CE4E5-0134-CC43-5DBD-929AB126600D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6084" r="35948"/>
          <a:stretch>
            <a:fillRect/>
          </a:stretch>
        </p:blipFill>
        <p:spPr>
          <a:xfrm>
            <a:off x="4956134" y="2113710"/>
            <a:ext cx="549089" cy="295591"/>
          </a:xfrm>
          <a:prstGeom prst="rect">
            <a:avLst/>
          </a:prstGeom>
        </p:spPr>
      </p:pic>
      <p:pic>
        <p:nvPicPr>
          <p:cNvPr id="74" name="Picture 73" descr="A black and white image of a swoosh&#10;&#10;AI-generated content may be incorrect.">
            <a:extLst>
              <a:ext uri="{FF2B5EF4-FFF2-40B4-BE49-F238E27FC236}">
                <a16:creationId xmlns:a16="http://schemas.microsoft.com/office/drawing/2014/main" id="{22CCA186-7BEC-8B14-CEE6-DC76F7ABC3A7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210" r="57242"/>
          <a:stretch>
            <a:fillRect/>
          </a:stretch>
        </p:blipFill>
        <p:spPr>
          <a:xfrm>
            <a:off x="3835661" y="1870530"/>
            <a:ext cx="1075195" cy="317792"/>
          </a:xfrm>
          <a:prstGeom prst="rect">
            <a:avLst/>
          </a:prstGeom>
        </p:spPr>
      </p:pic>
      <p:pic>
        <p:nvPicPr>
          <p:cNvPr id="75" name="Picture 74" descr="A black and white image of a needle&#10;&#10;AI-generated content may be incorrect.">
            <a:extLst>
              <a:ext uri="{FF2B5EF4-FFF2-40B4-BE49-F238E27FC236}">
                <a16:creationId xmlns:a16="http://schemas.microsoft.com/office/drawing/2014/main" id="{F8A6AD08-FD57-1D68-7F3F-4855D0EB6DE6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3662" r="52398"/>
          <a:stretch>
            <a:fillRect/>
          </a:stretch>
        </p:blipFill>
        <p:spPr>
          <a:xfrm>
            <a:off x="3073985" y="2008149"/>
            <a:ext cx="720924" cy="309688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93395E06-8257-7BA0-0F0B-D4E94B85ACEB}"/>
              </a:ext>
            </a:extLst>
          </p:cNvPr>
          <p:cNvSpPr txBox="1"/>
          <p:nvPr/>
        </p:nvSpPr>
        <p:spPr>
          <a:xfrm>
            <a:off x="3033588" y="1164578"/>
            <a:ext cx="304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/>
              <a:t>mc_fiber_thin_straight_with_black_element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9264116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6399A1-2EFD-BE6B-96E8-7724AC766B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4C427F5-013E-04AA-4612-05A9DA208479}"/>
              </a:ext>
            </a:extLst>
          </p:cNvPr>
          <p:cNvSpPr/>
          <p:nvPr/>
        </p:nvSpPr>
        <p:spPr>
          <a:xfrm>
            <a:off x="3048000" y="924235"/>
            <a:ext cx="3048000" cy="898559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D7AD34F-BD70-9035-610C-84061E180DAF}"/>
              </a:ext>
            </a:extLst>
          </p:cNvPr>
          <p:cNvSpPr/>
          <p:nvPr/>
        </p:nvSpPr>
        <p:spPr>
          <a:xfrm>
            <a:off x="0" y="1"/>
            <a:ext cx="3048000" cy="917267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20A0E06-F046-AD34-124C-546147B63AF7}"/>
              </a:ext>
            </a:extLst>
          </p:cNvPr>
          <p:cNvSpPr/>
          <p:nvPr/>
        </p:nvSpPr>
        <p:spPr>
          <a:xfrm>
            <a:off x="3048000" y="1"/>
            <a:ext cx="3048000" cy="917267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95A4AB8-F7E1-6EB0-49A6-9529052B5E36}"/>
              </a:ext>
            </a:extLst>
          </p:cNvPr>
          <p:cNvSpPr/>
          <p:nvPr/>
        </p:nvSpPr>
        <p:spPr>
          <a:xfrm>
            <a:off x="0" y="924235"/>
            <a:ext cx="3048000" cy="898559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677BD4C-3C31-B171-CBF9-E60E17D1D1E9}"/>
              </a:ext>
            </a:extLst>
          </p:cNvPr>
          <p:cNvSpPr/>
          <p:nvPr/>
        </p:nvSpPr>
        <p:spPr>
          <a:xfrm>
            <a:off x="6096000" y="1"/>
            <a:ext cx="3048000" cy="917267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9EF15B2-5998-0C52-D0BF-8FA9D8CBF3AD}"/>
              </a:ext>
            </a:extLst>
          </p:cNvPr>
          <p:cNvSpPr/>
          <p:nvPr/>
        </p:nvSpPr>
        <p:spPr>
          <a:xfrm>
            <a:off x="9144000" y="1"/>
            <a:ext cx="3048000" cy="917267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2EAAB24-8B41-571B-81EC-95F74984D922}"/>
              </a:ext>
            </a:extLst>
          </p:cNvPr>
          <p:cNvSpPr/>
          <p:nvPr/>
        </p:nvSpPr>
        <p:spPr>
          <a:xfrm>
            <a:off x="6096000" y="924235"/>
            <a:ext cx="3048000" cy="898559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5433A36-4BB8-EF88-455F-77C182AAEE43}"/>
              </a:ext>
            </a:extLst>
          </p:cNvPr>
          <p:cNvSpPr/>
          <p:nvPr/>
        </p:nvSpPr>
        <p:spPr>
          <a:xfrm>
            <a:off x="9144000" y="924235"/>
            <a:ext cx="3048000" cy="898559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560E78C-C2E3-7DCC-1564-543F86F6C88E}"/>
              </a:ext>
            </a:extLst>
          </p:cNvPr>
          <p:cNvSpPr/>
          <p:nvPr/>
        </p:nvSpPr>
        <p:spPr>
          <a:xfrm>
            <a:off x="3048333" y="2974270"/>
            <a:ext cx="3048000" cy="1094022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190BE6B-5EBB-6633-F8C3-3856CA7ABCD2}"/>
              </a:ext>
            </a:extLst>
          </p:cNvPr>
          <p:cNvSpPr/>
          <p:nvPr/>
        </p:nvSpPr>
        <p:spPr>
          <a:xfrm>
            <a:off x="333" y="1814058"/>
            <a:ext cx="3048000" cy="1168051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FF8BE42-1217-3BD9-9020-537E77AA815A}"/>
              </a:ext>
            </a:extLst>
          </p:cNvPr>
          <p:cNvSpPr/>
          <p:nvPr/>
        </p:nvSpPr>
        <p:spPr>
          <a:xfrm>
            <a:off x="3048333" y="1814058"/>
            <a:ext cx="3048000" cy="1168051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B4778F5-87CC-FB7D-08C3-A199191628A5}"/>
              </a:ext>
            </a:extLst>
          </p:cNvPr>
          <p:cNvSpPr/>
          <p:nvPr/>
        </p:nvSpPr>
        <p:spPr>
          <a:xfrm>
            <a:off x="333" y="2974270"/>
            <a:ext cx="3048000" cy="1094022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D8838BF-A2CC-3643-40AD-C8D021EC22DF}"/>
              </a:ext>
            </a:extLst>
          </p:cNvPr>
          <p:cNvSpPr/>
          <p:nvPr/>
        </p:nvSpPr>
        <p:spPr>
          <a:xfrm>
            <a:off x="6096333" y="1814058"/>
            <a:ext cx="3048000" cy="1168051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F1C40B9-12B3-1DD3-85E0-B391B16540F2}"/>
              </a:ext>
            </a:extLst>
          </p:cNvPr>
          <p:cNvSpPr/>
          <p:nvPr/>
        </p:nvSpPr>
        <p:spPr>
          <a:xfrm>
            <a:off x="9144333" y="1814058"/>
            <a:ext cx="3048000" cy="1168051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D9FE5E0-AFFC-28CC-0900-B74DD095C0F7}"/>
              </a:ext>
            </a:extLst>
          </p:cNvPr>
          <p:cNvSpPr/>
          <p:nvPr/>
        </p:nvSpPr>
        <p:spPr>
          <a:xfrm>
            <a:off x="6096333" y="2974270"/>
            <a:ext cx="3048000" cy="1094022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3559403-8010-921B-CC56-61D0B583DF23}"/>
              </a:ext>
            </a:extLst>
          </p:cNvPr>
          <p:cNvSpPr/>
          <p:nvPr/>
        </p:nvSpPr>
        <p:spPr>
          <a:xfrm>
            <a:off x="9144333" y="2974270"/>
            <a:ext cx="3048000" cy="1094022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pic>
        <p:nvPicPr>
          <p:cNvPr id="11" name="Picture 10" descr="A close up of a number&#10;&#10;AI-generated content may be incorrect.">
            <a:extLst>
              <a:ext uri="{FF2B5EF4-FFF2-40B4-BE49-F238E27FC236}">
                <a16:creationId xmlns:a16="http://schemas.microsoft.com/office/drawing/2014/main" id="{4557F917-08C0-8842-3989-24C6D0273E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7036" y="134812"/>
            <a:ext cx="485775" cy="63817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A4160B8-A681-92C4-0360-C2B74695F6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5847" y="120524"/>
            <a:ext cx="485775" cy="66675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4411685-3515-BD7A-537B-45A573B76A4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268" y="177674"/>
            <a:ext cx="485775" cy="55245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45C2F18-3976-0479-711F-F60B3E5EBA1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666" y="120524"/>
            <a:ext cx="485775" cy="66675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9189D8E-4D7E-F86C-B7B9-4742F2CC0737}"/>
              </a:ext>
            </a:extLst>
          </p:cNvPr>
          <p:cNvSpPr txBox="1"/>
          <p:nvPr/>
        </p:nvSpPr>
        <p:spPr>
          <a:xfrm>
            <a:off x="-9499" y="-5306"/>
            <a:ext cx="30574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/>
              <a:t>feces_little_fluffy</a:t>
            </a:r>
            <a:endParaRPr lang="en-US" sz="1200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209FFC76-69EB-B75E-343F-4029EB591DB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79"/>
          <a:stretch>
            <a:fillRect/>
          </a:stretch>
        </p:blipFill>
        <p:spPr>
          <a:xfrm>
            <a:off x="5346693" y="100166"/>
            <a:ext cx="628650" cy="707466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EDAE5A60-8CC7-C2E7-E1B2-E3BC571D69A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9764" y="134812"/>
            <a:ext cx="485775" cy="638175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3F2FC89C-38D9-E50D-5286-BD06649B659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1489" y="106237"/>
            <a:ext cx="485775" cy="695325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509A8ADC-959B-B77C-DAEE-5B184CA8257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904"/>
          <a:stretch>
            <a:fillRect/>
          </a:stretch>
        </p:blipFill>
        <p:spPr>
          <a:xfrm>
            <a:off x="3174487" y="105374"/>
            <a:ext cx="571500" cy="697050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190FC6FD-7E88-4516-121F-835976ED2614}"/>
              </a:ext>
            </a:extLst>
          </p:cNvPr>
          <p:cNvSpPr txBox="1"/>
          <p:nvPr/>
        </p:nvSpPr>
        <p:spPr>
          <a:xfrm>
            <a:off x="3038502" y="0"/>
            <a:ext cx="304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dirty="0" err="1"/>
              <a:t>mc_feces_bent_circular_fluffy</a:t>
            </a:r>
            <a:endParaRPr lang="en-US" sz="1200" dirty="0"/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83440742-39F7-5AAF-E207-1CF8D6DC705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938"/>
          <a:stretch>
            <a:fillRect/>
          </a:stretch>
        </p:blipFill>
        <p:spPr>
          <a:xfrm>
            <a:off x="7766440" y="129176"/>
            <a:ext cx="485775" cy="767430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DAE1BF77-523B-2191-8B24-9CA8C20E2185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430"/>
          <a:stretch>
            <a:fillRect/>
          </a:stretch>
        </p:blipFill>
        <p:spPr>
          <a:xfrm>
            <a:off x="6297688" y="70184"/>
            <a:ext cx="485775" cy="767430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116555F1-6001-50F6-E8FA-E2E3583F279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811" r="444"/>
          <a:stretch>
            <a:fillRect/>
          </a:stretch>
        </p:blipFill>
        <p:spPr>
          <a:xfrm>
            <a:off x="8478262" y="16861"/>
            <a:ext cx="483619" cy="874077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67966652-D7C9-01B6-5774-8C51977C149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5579" y="208091"/>
            <a:ext cx="542925" cy="609600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7F73EE39-8FE9-3250-E147-E82DA0D04967}"/>
              </a:ext>
            </a:extLst>
          </p:cNvPr>
          <p:cNvSpPr txBox="1"/>
          <p:nvPr/>
        </p:nvSpPr>
        <p:spPr>
          <a:xfrm>
            <a:off x="6103070" y="309"/>
            <a:ext cx="30574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/>
              <a:t>mc_feces_bent_thin</a:t>
            </a:r>
            <a:endParaRPr lang="en-US" sz="1200" dirty="0"/>
          </a:p>
        </p:txBody>
      </p:sp>
      <p:pic>
        <p:nvPicPr>
          <p:cNvPr id="59" name="Picture 58">
            <a:extLst>
              <a:ext uri="{FF2B5EF4-FFF2-40B4-BE49-F238E27FC236}">
                <a16:creationId xmlns:a16="http://schemas.microsoft.com/office/drawing/2014/main" id="{0473B9BA-D103-7271-8902-EFE531F6572D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603" r="5537"/>
          <a:stretch>
            <a:fillRect/>
          </a:stretch>
        </p:blipFill>
        <p:spPr>
          <a:xfrm>
            <a:off x="10861364" y="187231"/>
            <a:ext cx="458874" cy="690649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4934A8AF-E5F0-D73D-A0CC-A745C748CE99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603"/>
          <a:stretch>
            <a:fillRect/>
          </a:stretch>
        </p:blipFill>
        <p:spPr>
          <a:xfrm>
            <a:off x="10104326" y="187230"/>
            <a:ext cx="485775" cy="690650"/>
          </a:xfrm>
          <a:prstGeom prst="rect">
            <a:avLst/>
          </a:prstGeom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28BA456D-B97E-7A75-D66C-3E7EF3A51D2B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068"/>
          <a:stretch>
            <a:fillRect/>
          </a:stretch>
        </p:blipFill>
        <p:spPr>
          <a:xfrm>
            <a:off x="9288296" y="54173"/>
            <a:ext cx="485775" cy="799453"/>
          </a:xfrm>
          <a:prstGeom prst="rect">
            <a:avLst/>
          </a:prstGeom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1B2D5881-5EAC-631B-9986-847C9A9104C2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422" r="-8646" b="20737"/>
          <a:stretch>
            <a:fillRect/>
          </a:stretch>
        </p:blipFill>
        <p:spPr>
          <a:xfrm>
            <a:off x="11629208" y="77616"/>
            <a:ext cx="527774" cy="752567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062BF031-9518-D5DD-E339-B8B5EC5ACF04}"/>
              </a:ext>
            </a:extLst>
          </p:cNvPr>
          <p:cNvSpPr txBox="1"/>
          <p:nvPr/>
        </p:nvSpPr>
        <p:spPr>
          <a:xfrm>
            <a:off x="9151071" y="5615"/>
            <a:ext cx="304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/>
              <a:t>mc_feces_bent_to_crustacea</a:t>
            </a:r>
            <a:endParaRPr lang="en-US" sz="1200" dirty="0"/>
          </a:p>
        </p:txBody>
      </p:sp>
      <p:pic>
        <p:nvPicPr>
          <p:cNvPr id="66" name="Picture 65">
            <a:extLst>
              <a:ext uri="{FF2B5EF4-FFF2-40B4-BE49-F238E27FC236}">
                <a16:creationId xmlns:a16="http://schemas.microsoft.com/office/drawing/2014/main" id="{D06F86E4-8D50-B1E9-7177-D875065ED709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3315" r="-8646"/>
          <a:stretch>
            <a:fillRect/>
          </a:stretch>
        </p:blipFill>
        <p:spPr>
          <a:xfrm>
            <a:off x="11629208" y="518357"/>
            <a:ext cx="527774" cy="353306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627BD34D-4967-73A0-AA8A-20DD2F8C7009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9453" y="1070319"/>
            <a:ext cx="485775" cy="666750"/>
          </a:xfrm>
          <a:prstGeom prst="rect">
            <a:avLst/>
          </a:prstGeom>
        </p:spPr>
      </p:pic>
      <p:pic>
        <p:nvPicPr>
          <p:cNvPr id="70" name="Picture 69" descr="A black spot on a white background&#10;&#10;AI-generated content may be incorrect.">
            <a:extLst>
              <a:ext uri="{FF2B5EF4-FFF2-40B4-BE49-F238E27FC236}">
                <a16:creationId xmlns:a16="http://schemas.microsoft.com/office/drawing/2014/main" id="{E949485B-A41A-94B7-8F46-54D1BF42910B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9635" y="1084607"/>
            <a:ext cx="485775" cy="638175"/>
          </a:xfrm>
          <a:prstGeom prst="rect">
            <a:avLst/>
          </a:prstGeom>
        </p:spPr>
      </p:pic>
      <p:pic>
        <p:nvPicPr>
          <p:cNvPr id="72" name="Picture 71" descr="A black dot with numbers and a white background&#10;&#10;AI-generated content may be incorrect.">
            <a:extLst>
              <a:ext uri="{FF2B5EF4-FFF2-40B4-BE49-F238E27FC236}">
                <a16:creationId xmlns:a16="http://schemas.microsoft.com/office/drawing/2014/main" id="{81390ECB-B7FC-B788-CAE7-2B1299E2D544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9817" y="1098894"/>
            <a:ext cx="485775" cy="609600"/>
          </a:xfrm>
          <a:prstGeom prst="rect">
            <a:avLst/>
          </a:prstGeom>
        </p:spPr>
      </p:pic>
      <p:pic>
        <p:nvPicPr>
          <p:cNvPr id="74" name="Picture 73">
            <a:extLst>
              <a:ext uri="{FF2B5EF4-FFF2-40B4-BE49-F238E27FC236}">
                <a16:creationId xmlns:a16="http://schemas.microsoft.com/office/drawing/2014/main" id="{C6C6B996-E2B6-73BD-B1E0-5E5B8D9B7611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999" y="1070319"/>
            <a:ext cx="485775" cy="666750"/>
          </a:xfrm>
          <a:prstGeom prst="rect">
            <a:avLst/>
          </a:prstGeom>
        </p:spPr>
      </p:pic>
      <p:pic>
        <p:nvPicPr>
          <p:cNvPr id="76" name="Picture 75">
            <a:extLst>
              <a:ext uri="{FF2B5EF4-FFF2-40B4-BE49-F238E27FC236}">
                <a16:creationId xmlns:a16="http://schemas.microsoft.com/office/drawing/2014/main" id="{8E5AD29A-EFC3-8D35-A344-AA3A7A69EAB0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9944" y="1070319"/>
            <a:ext cx="485775" cy="666750"/>
          </a:xfrm>
          <a:prstGeom prst="rect">
            <a:avLst/>
          </a:prstGeom>
        </p:spPr>
      </p:pic>
      <p:pic>
        <p:nvPicPr>
          <p:cNvPr id="78" name="Picture 77">
            <a:extLst>
              <a:ext uri="{FF2B5EF4-FFF2-40B4-BE49-F238E27FC236}">
                <a16:creationId xmlns:a16="http://schemas.microsoft.com/office/drawing/2014/main" id="{C76760EF-2D36-4711-5B3A-C4A466EC0B37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6234" y="1070319"/>
            <a:ext cx="485775" cy="666750"/>
          </a:xfrm>
          <a:prstGeom prst="rect">
            <a:avLst/>
          </a:prstGeom>
        </p:spPr>
      </p:pic>
      <p:pic>
        <p:nvPicPr>
          <p:cNvPr id="80" name="Picture 79">
            <a:extLst>
              <a:ext uri="{FF2B5EF4-FFF2-40B4-BE49-F238E27FC236}">
                <a16:creationId xmlns:a16="http://schemas.microsoft.com/office/drawing/2014/main" id="{D42C700E-3F9E-3D13-9B99-BFFBFA3122B4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8225" y="1027457"/>
            <a:ext cx="600075" cy="752475"/>
          </a:xfrm>
          <a:prstGeom prst="rect">
            <a:avLst/>
          </a:prstGeom>
        </p:spPr>
      </p:pic>
      <p:pic>
        <p:nvPicPr>
          <p:cNvPr id="82" name="Picture 81">
            <a:extLst>
              <a:ext uri="{FF2B5EF4-FFF2-40B4-BE49-F238E27FC236}">
                <a16:creationId xmlns:a16="http://schemas.microsoft.com/office/drawing/2014/main" id="{A331CF78-6BA4-67F6-A397-517B1595FA72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8791" y="1013169"/>
            <a:ext cx="571500" cy="781050"/>
          </a:xfrm>
          <a:prstGeom prst="rect">
            <a:avLst/>
          </a:prstGeom>
        </p:spPr>
      </p:pic>
      <p:pic>
        <p:nvPicPr>
          <p:cNvPr id="84" name="Picture 83">
            <a:extLst>
              <a:ext uri="{FF2B5EF4-FFF2-40B4-BE49-F238E27FC236}">
                <a16:creationId xmlns:a16="http://schemas.microsoft.com/office/drawing/2014/main" id="{F51E74BA-8BF1-534B-8BD6-C83F707DA592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9361" y="1056032"/>
            <a:ext cx="485775" cy="695325"/>
          </a:xfrm>
          <a:prstGeom prst="rect">
            <a:avLst/>
          </a:prstGeom>
        </p:spPr>
      </p:pic>
      <p:pic>
        <p:nvPicPr>
          <p:cNvPr id="86" name="Picture 85">
            <a:extLst>
              <a:ext uri="{FF2B5EF4-FFF2-40B4-BE49-F238E27FC236}">
                <a16:creationId xmlns:a16="http://schemas.microsoft.com/office/drawing/2014/main" id="{B20D6893-CD2A-088C-DBD8-F774ABEAC96A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4781" y="964930"/>
            <a:ext cx="485775" cy="838200"/>
          </a:xfrm>
          <a:prstGeom prst="rect">
            <a:avLst/>
          </a:prstGeom>
        </p:spPr>
      </p:pic>
      <p:pic>
        <p:nvPicPr>
          <p:cNvPr id="88" name="Picture 87" descr="A black text and a black object&#10;&#10;AI-generated content may be incorrect.">
            <a:extLst>
              <a:ext uri="{FF2B5EF4-FFF2-40B4-BE49-F238E27FC236}">
                <a16:creationId xmlns:a16="http://schemas.microsoft.com/office/drawing/2014/main" id="{6D4D6DDA-09F9-2123-4EED-5CA494DAE700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0201" y="1141757"/>
            <a:ext cx="485775" cy="523875"/>
          </a:xfrm>
          <a:prstGeom prst="rect">
            <a:avLst/>
          </a:prstGeom>
        </p:spPr>
      </p:pic>
      <p:pic>
        <p:nvPicPr>
          <p:cNvPr id="90" name="Picture 89" descr="A black blob with numbers&#10;&#10;AI-generated content may be incorrect.">
            <a:extLst>
              <a:ext uri="{FF2B5EF4-FFF2-40B4-BE49-F238E27FC236}">
                <a16:creationId xmlns:a16="http://schemas.microsoft.com/office/drawing/2014/main" id="{7869BC77-3F2D-6E10-3A7B-6DBDD27392D0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5621" y="1056032"/>
            <a:ext cx="485775" cy="695325"/>
          </a:xfrm>
          <a:prstGeom prst="rect">
            <a:avLst/>
          </a:prstGeom>
        </p:spPr>
      </p:pic>
      <p:pic>
        <p:nvPicPr>
          <p:cNvPr id="92" name="Picture 91">
            <a:extLst>
              <a:ext uri="{FF2B5EF4-FFF2-40B4-BE49-F238E27FC236}">
                <a16:creationId xmlns:a16="http://schemas.microsoft.com/office/drawing/2014/main" id="{013876A4-271F-9724-421A-EDCEEFE8B2A1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95050" y="1084607"/>
            <a:ext cx="485775" cy="638175"/>
          </a:xfrm>
          <a:prstGeom prst="rect">
            <a:avLst/>
          </a:prstGeom>
        </p:spPr>
      </p:pic>
      <p:pic>
        <p:nvPicPr>
          <p:cNvPr id="94" name="Picture 93">
            <a:extLst>
              <a:ext uri="{FF2B5EF4-FFF2-40B4-BE49-F238E27FC236}">
                <a16:creationId xmlns:a16="http://schemas.microsoft.com/office/drawing/2014/main" id="{332A7D84-636C-BFF5-2379-27489F4D8187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3345" y="1084607"/>
            <a:ext cx="485775" cy="638175"/>
          </a:xfrm>
          <a:prstGeom prst="rect">
            <a:avLst/>
          </a:prstGeom>
        </p:spPr>
      </p:pic>
      <p:pic>
        <p:nvPicPr>
          <p:cNvPr id="96" name="Picture 95">
            <a:extLst>
              <a:ext uri="{FF2B5EF4-FFF2-40B4-BE49-F238E27FC236}">
                <a16:creationId xmlns:a16="http://schemas.microsoft.com/office/drawing/2014/main" id="{67E68674-99B1-E856-82A9-39DB9415360C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1640" y="1098894"/>
            <a:ext cx="485775" cy="609600"/>
          </a:xfrm>
          <a:prstGeom prst="rect">
            <a:avLst/>
          </a:prstGeom>
        </p:spPr>
      </p:pic>
      <p:pic>
        <p:nvPicPr>
          <p:cNvPr id="98" name="Picture 97">
            <a:extLst>
              <a:ext uri="{FF2B5EF4-FFF2-40B4-BE49-F238E27FC236}">
                <a16:creationId xmlns:a16="http://schemas.microsoft.com/office/drawing/2014/main" id="{9DAB3370-2D5C-E3DF-B3B4-92EB25DD6778}"/>
              </a:ext>
            </a:extLst>
          </p:cNvPr>
          <p:cNvPicPr>
            <a:picLocks noChangeAspect="1"/>
          </p:cNvPicPr>
          <p:nvPr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9935" y="1098894"/>
            <a:ext cx="485775" cy="609600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D40325A8-07DE-13D7-9CA7-41BE191261AA}"/>
              </a:ext>
            </a:extLst>
          </p:cNvPr>
          <p:cNvSpPr txBox="1"/>
          <p:nvPr/>
        </p:nvSpPr>
        <p:spPr>
          <a:xfrm>
            <a:off x="-14413" y="923849"/>
            <a:ext cx="30574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/>
              <a:t>mc_feces_dark_roundish</a:t>
            </a:r>
            <a:endParaRPr lang="en-US" sz="12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38E189D-061D-9710-44A2-3F8627CD76B6}"/>
              </a:ext>
            </a:extLst>
          </p:cNvPr>
          <p:cNvSpPr txBox="1"/>
          <p:nvPr/>
        </p:nvSpPr>
        <p:spPr>
          <a:xfrm>
            <a:off x="3033588" y="929155"/>
            <a:ext cx="304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/>
              <a:t>mc_feces_dark_small_irregular_shape</a:t>
            </a:r>
            <a:endParaRPr lang="en-US" sz="12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18CBE26-1C73-B29F-42A7-2D7EE077E7E1}"/>
              </a:ext>
            </a:extLst>
          </p:cNvPr>
          <p:cNvSpPr txBox="1"/>
          <p:nvPr/>
        </p:nvSpPr>
        <p:spPr>
          <a:xfrm>
            <a:off x="6098156" y="929464"/>
            <a:ext cx="30574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/>
              <a:t>mc_feces_short_straight</a:t>
            </a:r>
            <a:endParaRPr lang="en-US" sz="12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C883762-256F-9003-7FAC-C6294B2D61B6}"/>
              </a:ext>
            </a:extLst>
          </p:cNvPr>
          <p:cNvSpPr txBox="1"/>
          <p:nvPr/>
        </p:nvSpPr>
        <p:spPr>
          <a:xfrm>
            <a:off x="9146157" y="934770"/>
            <a:ext cx="304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/>
              <a:t>mc_feces_small_round_grey</a:t>
            </a:r>
            <a:endParaRPr lang="en-US" sz="1200" dirty="0"/>
          </a:p>
        </p:txBody>
      </p:sp>
      <p:pic>
        <p:nvPicPr>
          <p:cNvPr id="100" name="Picture 99" descr="A black object on a white background&#10;&#10;AI-generated content may be incorrect.">
            <a:extLst>
              <a:ext uri="{FF2B5EF4-FFF2-40B4-BE49-F238E27FC236}">
                <a16:creationId xmlns:a16="http://schemas.microsoft.com/office/drawing/2014/main" id="{0F46B527-9DDB-1025-8439-F13F840501EA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087" b="1"/>
          <a:stretch>
            <a:fillRect/>
          </a:stretch>
        </p:blipFill>
        <p:spPr>
          <a:xfrm>
            <a:off x="92690" y="1973862"/>
            <a:ext cx="485775" cy="875335"/>
          </a:xfrm>
          <a:prstGeom prst="rect">
            <a:avLst/>
          </a:prstGeom>
        </p:spPr>
      </p:pic>
      <p:pic>
        <p:nvPicPr>
          <p:cNvPr id="102" name="Picture 101" descr="A black object with text&#10;&#10;AI-generated content may be incorrect.">
            <a:extLst>
              <a:ext uri="{FF2B5EF4-FFF2-40B4-BE49-F238E27FC236}">
                <a16:creationId xmlns:a16="http://schemas.microsoft.com/office/drawing/2014/main" id="{E5008A2A-46D9-743F-D216-87DF0D6A9659}"/>
              </a:ext>
            </a:extLst>
          </p:cNvPr>
          <p:cNvPicPr>
            <a:picLocks noChangeAspect="1"/>
          </p:cNvPicPr>
          <p:nvPr/>
        </p:nvPicPr>
        <p:blipFill>
          <a:blip r:embed="rId3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306" r="22535"/>
          <a:stretch>
            <a:fillRect/>
          </a:stretch>
        </p:blipFill>
        <p:spPr>
          <a:xfrm>
            <a:off x="2428914" y="1966679"/>
            <a:ext cx="575529" cy="889700"/>
          </a:xfrm>
          <a:prstGeom prst="rect">
            <a:avLst/>
          </a:prstGeom>
        </p:spPr>
      </p:pic>
      <p:pic>
        <p:nvPicPr>
          <p:cNvPr id="104" name="Picture 103" descr="A black text and a black and white image&#10;&#10;AI-generated content may be incorrect.">
            <a:extLst>
              <a:ext uri="{FF2B5EF4-FFF2-40B4-BE49-F238E27FC236}">
                <a16:creationId xmlns:a16="http://schemas.microsoft.com/office/drawing/2014/main" id="{6DFBF36A-2171-B4E5-E8FB-D5D725B7FD5B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664" r="23892"/>
          <a:stretch>
            <a:fillRect/>
          </a:stretch>
        </p:blipFill>
        <p:spPr>
          <a:xfrm>
            <a:off x="634505" y="2012688"/>
            <a:ext cx="935157" cy="797683"/>
          </a:xfrm>
          <a:prstGeom prst="rect">
            <a:avLst/>
          </a:prstGeom>
        </p:spPr>
      </p:pic>
      <p:pic>
        <p:nvPicPr>
          <p:cNvPr id="106" name="Picture 105" descr="A black and white image of a snake&#10;&#10;AI-generated content may be incorrect.">
            <a:extLst>
              <a:ext uri="{FF2B5EF4-FFF2-40B4-BE49-F238E27FC236}">
                <a16:creationId xmlns:a16="http://schemas.microsoft.com/office/drawing/2014/main" id="{A49EB292-53D5-A2F9-3C9A-4E6F91173B37}"/>
              </a:ext>
            </a:extLst>
          </p:cNvPr>
          <p:cNvPicPr>
            <a:picLocks noChangeAspect="1"/>
          </p:cNvPicPr>
          <p:nvPr/>
        </p:nvPicPr>
        <p:blipFill>
          <a:blip r:embed="rId3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135" r="25292"/>
          <a:stretch>
            <a:fillRect/>
          </a:stretch>
        </p:blipFill>
        <p:spPr>
          <a:xfrm>
            <a:off x="1625702" y="2033344"/>
            <a:ext cx="747171" cy="756370"/>
          </a:xfrm>
          <a:prstGeom prst="rect">
            <a:avLst/>
          </a:prstGeom>
        </p:spPr>
      </p:pic>
      <p:pic>
        <p:nvPicPr>
          <p:cNvPr id="108" name="Picture 107">
            <a:extLst>
              <a:ext uri="{FF2B5EF4-FFF2-40B4-BE49-F238E27FC236}">
                <a16:creationId xmlns:a16="http://schemas.microsoft.com/office/drawing/2014/main" id="{3C5BE534-B317-E08D-7D35-B377F263AE05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4747" y="1935279"/>
            <a:ext cx="485775" cy="952500"/>
          </a:xfrm>
          <a:prstGeom prst="rect">
            <a:avLst/>
          </a:prstGeom>
        </p:spPr>
      </p:pic>
      <p:pic>
        <p:nvPicPr>
          <p:cNvPr id="110" name="Picture 109">
            <a:extLst>
              <a:ext uri="{FF2B5EF4-FFF2-40B4-BE49-F238E27FC236}">
                <a16:creationId xmlns:a16="http://schemas.microsoft.com/office/drawing/2014/main" id="{189657CB-27F9-CD7D-F324-5DFD5B252215}"/>
              </a:ext>
            </a:extLst>
          </p:cNvPr>
          <p:cNvPicPr>
            <a:picLocks noChangeAspect="1"/>
          </p:cNvPicPr>
          <p:nvPr/>
        </p:nvPicPr>
        <p:blipFill>
          <a:blip r:embed="rId3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6561" y="1997806"/>
            <a:ext cx="485775" cy="866775"/>
          </a:xfrm>
          <a:prstGeom prst="rect">
            <a:avLst/>
          </a:prstGeom>
        </p:spPr>
      </p:pic>
      <p:pic>
        <p:nvPicPr>
          <p:cNvPr id="112" name="Picture 111">
            <a:extLst>
              <a:ext uri="{FF2B5EF4-FFF2-40B4-BE49-F238E27FC236}">
                <a16:creationId xmlns:a16="http://schemas.microsoft.com/office/drawing/2014/main" id="{DCFA3ADD-27AA-A0C0-9D4E-2CCAB104B430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355"/>
          <a:stretch>
            <a:fillRect/>
          </a:stretch>
        </p:blipFill>
        <p:spPr>
          <a:xfrm>
            <a:off x="3938375" y="1954943"/>
            <a:ext cx="485775" cy="952501"/>
          </a:xfrm>
          <a:prstGeom prst="rect">
            <a:avLst/>
          </a:prstGeom>
        </p:spPr>
      </p:pic>
      <p:pic>
        <p:nvPicPr>
          <p:cNvPr id="114" name="Picture 113">
            <a:extLst>
              <a:ext uri="{FF2B5EF4-FFF2-40B4-BE49-F238E27FC236}">
                <a16:creationId xmlns:a16="http://schemas.microsoft.com/office/drawing/2014/main" id="{6E9B03A8-AEE9-5620-D002-D2509F93BB44}"/>
              </a:ext>
            </a:extLst>
          </p:cNvPr>
          <p:cNvPicPr>
            <a:picLocks noChangeAspect="1"/>
          </p:cNvPicPr>
          <p:nvPr/>
        </p:nvPicPr>
        <p:blipFill>
          <a:blip r:embed="rId4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895"/>
          <a:stretch>
            <a:fillRect/>
          </a:stretch>
        </p:blipFill>
        <p:spPr>
          <a:xfrm>
            <a:off x="3150189" y="1943782"/>
            <a:ext cx="485775" cy="935495"/>
          </a:xfrm>
          <a:prstGeom prst="rect">
            <a:avLst/>
          </a:prstGeom>
        </p:spPr>
      </p:pic>
      <p:pic>
        <p:nvPicPr>
          <p:cNvPr id="116" name="Picture 115">
            <a:extLst>
              <a:ext uri="{FF2B5EF4-FFF2-40B4-BE49-F238E27FC236}">
                <a16:creationId xmlns:a16="http://schemas.microsoft.com/office/drawing/2014/main" id="{C26BA854-2822-F447-6C4C-F8F63504E139}"/>
              </a:ext>
            </a:extLst>
          </p:cNvPr>
          <p:cNvPicPr>
            <a:picLocks noChangeAspect="1"/>
          </p:cNvPicPr>
          <p:nvPr/>
        </p:nvPicPr>
        <p:blipFill>
          <a:blip r:embed="rId4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295"/>
          <a:stretch>
            <a:fillRect/>
          </a:stretch>
        </p:blipFill>
        <p:spPr>
          <a:xfrm>
            <a:off x="6269436" y="1952216"/>
            <a:ext cx="485775" cy="918627"/>
          </a:xfrm>
          <a:prstGeom prst="rect">
            <a:avLst/>
          </a:prstGeom>
        </p:spPr>
      </p:pic>
      <p:pic>
        <p:nvPicPr>
          <p:cNvPr id="118" name="Picture 117" descr="A blurry image of a black object&#10;&#10;AI-generated content may be incorrect.">
            <a:extLst>
              <a:ext uri="{FF2B5EF4-FFF2-40B4-BE49-F238E27FC236}">
                <a16:creationId xmlns:a16="http://schemas.microsoft.com/office/drawing/2014/main" id="{FB4AE707-2D4B-4633-4F91-323C4F09D2A0}"/>
              </a:ext>
            </a:extLst>
          </p:cNvPr>
          <p:cNvPicPr>
            <a:picLocks noChangeAspect="1"/>
          </p:cNvPicPr>
          <p:nvPr/>
        </p:nvPicPr>
        <p:blipFill>
          <a:blip r:embed="rId4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0388" y="2092442"/>
            <a:ext cx="542925" cy="638175"/>
          </a:xfrm>
          <a:prstGeom prst="rect">
            <a:avLst/>
          </a:prstGeom>
        </p:spPr>
      </p:pic>
      <p:pic>
        <p:nvPicPr>
          <p:cNvPr id="120" name="Picture 119">
            <a:extLst>
              <a:ext uri="{FF2B5EF4-FFF2-40B4-BE49-F238E27FC236}">
                <a16:creationId xmlns:a16="http://schemas.microsoft.com/office/drawing/2014/main" id="{4AC9EFFF-93A7-2ECE-F2A0-2B567C5C389D}"/>
              </a:ext>
            </a:extLst>
          </p:cNvPr>
          <p:cNvPicPr>
            <a:picLocks noChangeAspect="1"/>
          </p:cNvPicPr>
          <p:nvPr/>
        </p:nvPicPr>
        <p:blipFill>
          <a:blip r:embed="rId4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621" r="8995"/>
          <a:stretch>
            <a:fillRect/>
          </a:stretch>
        </p:blipFill>
        <p:spPr>
          <a:xfrm>
            <a:off x="7728490" y="2023962"/>
            <a:ext cx="442081" cy="775134"/>
          </a:xfrm>
          <a:prstGeom prst="rect">
            <a:avLst/>
          </a:prstGeom>
        </p:spPr>
      </p:pic>
      <p:pic>
        <p:nvPicPr>
          <p:cNvPr id="122" name="Picture 121">
            <a:extLst>
              <a:ext uri="{FF2B5EF4-FFF2-40B4-BE49-F238E27FC236}">
                <a16:creationId xmlns:a16="http://schemas.microsoft.com/office/drawing/2014/main" id="{0F389E7E-8679-66F9-0F79-7D306E57EB1A}"/>
              </a:ext>
            </a:extLst>
          </p:cNvPr>
          <p:cNvPicPr>
            <a:picLocks noChangeAspect="1"/>
          </p:cNvPicPr>
          <p:nvPr/>
        </p:nvPicPr>
        <p:blipFill>
          <a:blip r:embed="rId4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572" r="16430"/>
          <a:stretch>
            <a:fillRect/>
          </a:stretch>
        </p:blipFill>
        <p:spPr>
          <a:xfrm>
            <a:off x="8385749" y="2023962"/>
            <a:ext cx="668644" cy="775134"/>
          </a:xfrm>
          <a:prstGeom prst="rect">
            <a:avLst/>
          </a:prstGeom>
        </p:spPr>
      </p:pic>
      <p:pic>
        <p:nvPicPr>
          <p:cNvPr id="124" name="Picture 123">
            <a:extLst>
              <a:ext uri="{FF2B5EF4-FFF2-40B4-BE49-F238E27FC236}">
                <a16:creationId xmlns:a16="http://schemas.microsoft.com/office/drawing/2014/main" id="{DCBA2735-3F73-5F25-F4F8-5A37F104F080}"/>
              </a:ext>
            </a:extLst>
          </p:cNvPr>
          <p:cNvPicPr>
            <a:picLocks noChangeAspect="1"/>
          </p:cNvPicPr>
          <p:nvPr/>
        </p:nvPicPr>
        <p:blipFill>
          <a:blip r:embed="rId4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691" r="-14639"/>
          <a:stretch>
            <a:fillRect/>
          </a:stretch>
        </p:blipFill>
        <p:spPr>
          <a:xfrm>
            <a:off x="9216444" y="1873667"/>
            <a:ext cx="556889" cy="1075725"/>
          </a:xfrm>
          <a:prstGeom prst="rect">
            <a:avLst/>
          </a:prstGeom>
        </p:spPr>
      </p:pic>
      <p:pic>
        <p:nvPicPr>
          <p:cNvPr id="126" name="Picture 125">
            <a:extLst>
              <a:ext uri="{FF2B5EF4-FFF2-40B4-BE49-F238E27FC236}">
                <a16:creationId xmlns:a16="http://schemas.microsoft.com/office/drawing/2014/main" id="{E1742FB2-DC93-C360-8017-12610AC27F2E}"/>
              </a:ext>
            </a:extLst>
          </p:cNvPr>
          <p:cNvPicPr>
            <a:picLocks noChangeAspect="1"/>
          </p:cNvPicPr>
          <p:nvPr/>
        </p:nvPicPr>
        <p:blipFill>
          <a:blip r:embed="rId4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3232" t="22203"/>
          <a:stretch>
            <a:fillRect/>
          </a:stretch>
        </p:blipFill>
        <p:spPr>
          <a:xfrm>
            <a:off x="11549258" y="1831638"/>
            <a:ext cx="550052" cy="1141159"/>
          </a:xfrm>
          <a:prstGeom prst="rect">
            <a:avLst/>
          </a:prstGeom>
        </p:spPr>
      </p:pic>
      <p:pic>
        <p:nvPicPr>
          <p:cNvPr id="128" name="Picture 127">
            <a:extLst>
              <a:ext uri="{FF2B5EF4-FFF2-40B4-BE49-F238E27FC236}">
                <a16:creationId xmlns:a16="http://schemas.microsoft.com/office/drawing/2014/main" id="{29DDB5BB-2B33-5920-45EB-4453031C5AFD}"/>
              </a:ext>
            </a:extLst>
          </p:cNvPr>
          <p:cNvPicPr>
            <a:picLocks noChangeAspect="1"/>
          </p:cNvPicPr>
          <p:nvPr/>
        </p:nvPicPr>
        <p:blipFill>
          <a:blip r:embed="rId4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3178" t="18136"/>
          <a:stretch>
            <a:fillRect/>
          </a:stretch>
        </p:blipFill>
        <p:spPr>
          <a:xfrm>
            <a:off x="10799552" y="2033349"/>
            <a:ext cx="549795" cy="756361"/>
          </a:xfrm>
          <a:prstGeom prst="rect">
            <a:avLst/>
          </a:prstGeom>
        </p:spPr>
      </p:pic>
      <p:pic>
        <p:nvPicPr>
          <p:cNvPr id="130" name="Picture 129">
            <a:extLst>
              <a:ext uri="{FF2B5EF4-FFF2-40B4-BE49-F238E27FC236}">
                <a16:creationId xmlns:a16="http://schemas.microsoft.com/office/drawing/2014/main" id="{5847208D-2D61-9D9F-D056-7E2A0F969AE8}"/>
              </a:ext>
            </a:extLst>
          </p:cNvPr>
          <p:cNvPicPr>
            <a:picLocks noChangeAspect="1"/>
          </p:cNvPicPr>
          <p:nvPr/>
        </p:nvPicPr>
        <p:blipFill>
          <a:blip r:embed="rId4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858" r="-10050"/>
          <a:stretch>
            <a:fillRect/>
          </a:stretch>
        </p:blipFill>
        <p:spPr>
          <a:xfrm>
            <a:off x="10019146" y="1998382"/>
            <a:ext cx="534593" cy="865623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B245DC3B-DEA5-0696-D3A4-DB2331B25B0B}"/>
              </a:ext>
            </a:extLst>
          </p:cNvPr>
          <p:cNvSpPr txBox="1"/>
          <p:nvPr/>
        </p:nvSpPr>
        <p:spPr>
          <a:xfrm>
            <a:off x="3048340" y="1838646"/>
            <a:ext cx="304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/>
              <a:t>mc_feces_straight_fluffy</a:t>
            </a:r>
            <a:endParaRPr lang="en-US" sz="1200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910FFC7-A9DE-463E-6A74-C6CF652B0CBB}"/>
              </a:ext>
            </a:extLst>
          </p:cNvPr>
          <p:cNvSpPr txBox="1"/>
          <p:nvPr/>
        </p:nvSpPr>
        <p:spPr>
          <a:xfrm>
            <a:off x="9160909" y="1844261"/>
            <a:ext cx="304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/>
              <a:t>mc_feces_straight_thin</a:t>
            </a:r>
            <a:endParaRPr lang="en-US" sz="12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BCF6E4F-CCF5-0B35-F191-8FE29C12094A}"/>
              </a:ext>
            </a:extLst>
          </p:cNvPr>
          <p:cNvSpPr txBox="1"/>
          <p:nvPr/>
        </p:nvSpPr>
        <p:spPr>
          <a:xfrm>
            <a:off x="339" y="1833340"/>
            <a:ext cx="30574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/>
              <a:t>mc_feces_straight_to_feces_bent</a:t>
            </a:r>
            <a:endParaRPr lang="en-US" sz="120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CE8D27D-CE61-77B0-4E49-46CD9103F6AA}"/>
              </a:ext>
            </a:extLst>
          </p:cNvPr>
          <p:cNvSpPr txBox="1"/>
          <p:nvPr/>
        </p:nvSpPr>
        <p:spPr>
          <a:xfrm>
            <a:off x="6112908" y="1838955"/>
            <a:ext cx="30574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/>
              <a:t>mc_feces_straight_fluffy_to_trichodesmium_tuff</a:t>
            </a:r>
            <a:endParaRPr lang="en-US" sz="1200" dirty="0"/>
          </a:p>
        </p:txBody>
      </p:sp>
      <p:pic>
        <p:nvPicPr>
          <p:cNvPr id="132" name="Picture 131">
            <a:extLst>
              <a:ext uri="{FF2B5EF4-FFF2-40B4-BE49-F238E27FC236}">
                <a16:creationId xmlns:a16="http://schemas.microsoft.com/office/drawing/2014/main" id="{F82AAC16-8653-761E-E594-B6D44A8F24EC}"/>
              </a:ext>
            </a:extLst>
          </p:cNvPr>
          <p:cNvPicPr>
            <a:picLocks noChangeAspect="1"/>
          </p:cNvPicPr>
          <p:nvPr/>
        </p:nvPicPr>
        <p:blipFill>
          <a:blip r:embed="rId5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6970" y="3164862"/>
            <a:ext cx="485775" cy="781050"/>
          </a:xfrm>
          <a:prstGeom prst="rect">
            <a:avLst/>
          </a:prstGeom>
        </p:spPr>
      </p:pic>
      <p:pic>
        <p:nvPicPr>
          <p:cNvPr id="134" name="Picture 133" descr="A black and white image of a bird&#10;&#10;AI-generated content may be incorrect.">
            <a:extLst>
              <a:ext uri="{FF2B5EF4-FFF2-40B4-BE49-F238E27FC236}">
                <a16:creationId xmlns:a16="http://schemas.microsoft.com/office/drawing/2014/main" id="{0DFDD9E9-63CB-E6DF-403F-3546B7387F38}"/>
              </a:ext>
            </a:extLst>
          </p:cNvPr>
          <p:cNvPicPr>
            <a:picLocks noChangeAspect="1"/>
          </p:cNvPicPr>
          <p:nvPr/>
        </p:nvPicPr>
        <p:blipFill>
          <a:blip r:embed="rId5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5107" y="3236300"/>
            <a:ext cx="485775" cy="638175"/>
          </a:xfrm>
          <a:prstGeom prst="rect">
            <a:avLst/>
          </a:prstGeom>
        </p:spPr>
      </p:pic>
      <p:pic>
        <p:nvPicPr>
          <p:cNvPr id="136" name="Picture 135">
            <a:extLst>
              <a:ext uri="{FF2B5EF4-FFF2-40B4-BE49-F238E27FC236}">
                <a16:creationId xmlns:a16="http://schemas.microsoft.com/office/drawing/2014/main" id="{BBEAAA5A-4B36-EF89-0946-3CD5425EDD34}"/>
              </a:ext>
            </a:extLst>
          </p:cNvPr>
          <p:cNvPicPr>
            <a:picLocks noChangeAspect="1"/>
          </p:cNvPicPr>
          <p:nvPr/>
        </p:nvPicPr>
        <p:blipFill>
          <a:blip r:embed="rId5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219" y="3264875"/>
            <a:ext cx="685800" cy="581025"/>
          </a:xfrm>
          <a:prstGeom prst="rect">
            <a:avLst/>
          </a:prstGeom>
        </p:spPr>
      </p:pic>
      <p:pic>
        <p:nvPicPr>
          <p:cNvPr id="138" name="Picture 137">
            <a:extLst>
              <a:ext uri="{FF2B5EF4-FFF2-40B4-BE49-F238E27FC236}">
                <a16:creationId xmlns:a16="http://schemas.microsoft.com/office/drawing/2014/main" id="{67FEFA41-4D06-5EAD-3AFF-1E09D2C08151}"/>
              </a:ext>
            </a:extLst>
          </p:cNvPr>
          <p:cNvPicPr>
            <a:picLocks noChangeAspect="1"/>
          </p:cNvPicPr>
          <p:nvPr/>
        </p:nvPicPr>
        <p:blipFill>
          <a:blip r:embed="rId5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56" y="3164862"/>
            <a:ext cx="485775" cy="781050"/>
          </a:xfrm>
          <a:prstGeom prst="rect">
            <a:avLst/>
          </a:prstGeom>
        </p:spPr>
      </p:pic>
      <p:pic>
        <p:nvPicPr>
          <p:cNvPr id="140" name="Picture 139">
            <a:extLst>
              <a:ext uri="{FF2B5EF4-FFF2-40B4-BE49-F238E27FC236}">
                <a16:creationId xmlns:a16="http://schemas.microsoft.com/office/drawing/2014/main" id="{DF778F55-598B-28BC-9E2B-13C0FB61F77C}"/>
              </a:ext>
            </a:extLst>
          </p:cNvPr>
          <p:cNvPicPr>
            <a:picLocks noChangeAspect="1"/>
          </p:cNvPicPr>
          <p:nvPr/>
        </p:nvPicPr>
        <p:blipFill>
          <a:blip r:embed="rId5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5349" y="3207725"/>
            <a:ext cx="485775" cy="695325"/>
          </a:xfrm>
          <a:prstGeom prst="rect">
            <a:avLst/>
          </a:prstGeom>
        </p:spPr>
      </p:pic>
      <p:pic>
        <p:nvPicPr>
          <p:cNvPr id="142" name="Picture 141">
            <a:extLst>
              <a:ext uri="{FF2B5EF4-FFF2-40B4-BE49-F238E27FC236}">
                <a16:creationId xmlns:a16="http://schemas.microsoft.com/office/drawing/2014/main" id="{E1A10716-2E29-849C-883F-ADAE5876C904}"/>
              </a:ext>
            </a:extLst>
          </p:cNvPr>
          <p:cNvPicPr>
            <a:picLocks noChangeAspect="1"/>
          </p:cNvPicPr>
          <p:nvPr/>
        </p:nvPicPr>
        <p:blipFill>
          <a:blip r:embed="rId5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3839" y="3236300"/>
            <a:ext cx="571500" cy="638175"/>
          </a:xfrm>
          <a:prstGeom prst="rect">
            <a:avLst/>
          </a:prstGeom>
        </p:spPr>
      </p:pic>
      <p:pic>
        <p:nvPicPr>
          <p:cNvPr id="144" name="Picture 143">
            <a:extLst>
              <a:ext uri="{FF2B5EF4-FFF2-40B4-BE49-F238E27FC236}">
                <a16:creationId xmlns:a16="http://schemas.microsoft.com/office/drawing/2014/main" id="{E35CB2F4-5B08-4DAF-4E4A-0D4ECD4A49E8}"/>
              </a:ext>
            </a:extLst>
          </p:cNvPr>
          <p:cNvPicPr>
            <a:picLocks noChangeAspect="1"/>
          </p:cNvPicPr>
          <p:nvPr/>
        </p:nvPicPr>
        <p:blipFill>
          <a:blip r:embed="rId5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9479" y="3150575"/>
            <a:ext cx="514350" cy="809625"/>
          </a:xfrm>
          <a:prstGeom prst="rect">
            <a:avLst/>
          </a:prstGeom>
        </p:spPr>
      </p:pic>
      <p:pic>
        <p:nvPicPr>
          <p:cNvPr id="146" name="Picture 145">
            <a:extLst>
              <a:ext uri="{FF2B5EF4-FFF2-40B4-BE49-F238E27FC236}">
                <a16:creationId xmlns:a16="http://schemas.microsoft.com/office/drawing/2014/main" id="{724709E0-0D7F-F4CD-684B-A497E9BA89AF}"/>
              </a:ext>
            </a:extLst>
          </p:cNvPr>
          <p:cNvPicPr>
            <a:picLocks noChangeAspect="1"/>
          </p:cNvPicPr>
          <p:nvPr/>
        </p:nvPicPr>
        <p:blipFill>
          <a:blip r:embed="rId5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19409" r="-11641"/>
          <a:stretch>
            <a:fillRect/>
          </a:stretch>
        </p:blipFill>
        <p:spPr>
          <a:xfrm>
            <a:off x="3227145" y="3102486"/>
            <a:ext cx="542324" cy="905802"/>
          </a:xfrm>
          <a:prstGeom prst="rect">
            <a:avLst/>
          </a:prstGeom>
        </p:spPr>
      </p:pic>
      <p:pic>
        <p:nvPicPr>
          <p:cNvPr id="148" name="Picture 147">
            <a:extLst>
              <a:ext uri="{FF2B5EF4-FFF2-40B4-BE49-F238E27FC236}">
                <a16:creationId xmlns:a16="http://schemas.microsoft.com/office/drawing/2014/main" id="{1D17F531-974A-9BD1-1817-165D9F40EE4F}"/>
              </a:ext>
            </a:extLst>
          </p:cNvPr>
          <p:cNvPicPr>
            <a:picLocks noChangeAspect="1"/>
          </p:cNvPicPr>
          <p:nvPr/>
        </p:nvPicPr>
        <p:blipFill>
          <a:blip r:embed="rId5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038"/>
          <a:stretch>
            <a:fillRect/>
          </a:stretch>
        </p:blipFill>
        <p:spPr>
          <a:xfrm>
            <a:off x="8606192" y="3083070"/>
            <a:ext cx="485775" cy="944635"/>
          </a:xfrm>
          <a:prstGeom prst="rect">
            <a:avLst/>
          </a:prstGeom>
        </p:spPr>
      </p:pic>
      <p:pic>
        <p:nvPicPr>
          <p:cNvPr id="150" name="Picture 149">
            <a:extLst>
              <a:ext uri="{FF2B5EF4-FFF2-40B4-BE49-F238E27FC236}">
                <a16:creationId xmlns:a16="http://schemas.microsoft.com/office/drawing/2014/main" id="{2641E515-F6C4-CD26-7105-63DFA45B4F6D}"/>
              </a:ext>
            </a:extLst>
          </p:cNvPr>
          <p:cNvPicPr>
            <a:picLocks noChangeAspect="1"/>
          </p:cNvPicPr>
          <p:nvPr/>
        </p:nvPicPr>
        <p:blipFill>
          <a:blip r:embed="rId5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771"/>
          <a:stretch>
            <a:fillRect/>
          </a:stretch>
        </p:blipFill>
        <p:spPr>
          <a:xfrm>
            <a:off x="6141641" y="3076179"/>
            <a:ext cx="485775" cy="958417"/>
          </a:xfrm>
          <a:prstGeom prst="rect">
            <a:avLst/>
          </a:prstGeom>
        </p:spPr>
      </p:pic>
      <p:pic>
        <p:nvPicPr>
          <p:cNvPr id="152" name="Picture 151">
            <a:extLst>
              <a:ext uri="{FF2B5EF4-FFF2-40B4-BE49-F238E27FC236}">
                <a16:creationId xmlns:a16="http://schemas.microsoft.com/office/drawing/2014/main" id="{8B93CFEC-63B8-CA1A-6FA3-2D3A3BB83BDF}"/>
              </a:ext>
            </a:extLst>
          </p:cNvPr>
          <p:cNvPicPr>
            <a:picLocks noChangeAspect="1"/>
          </p:cNvPicPr>
          <p:nvPr/>
        </p:nvPicPr>
        <p:blipFill>
          <a:blip r:embed="rId6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767"/>
          <a:stretch>
            <a:fillRect/>
          </a:stretch>
        </p:blipFill>
        <p:spPr>
          <a:xfrm>
            <a:off x="6900623" y="3106091"/>
            <a:ext cx="485775" cy="898593"/>
          </a:xfrm>
          <a:prstGeom prst="rect">
            <a:avLst/>
          </a:prstGeom>
        </p:spPr>
      </p:pic>
      <p:pic>
        <p:nvPicPr>
          <p:cNvPr id="154" name="Picture 153">
            <a:extLst>
              <a:ext uri="{FF2B5EF4-FFF2-40B4-BE49-F238E27FC236}">
                <a16:creationId xmlns:a16="http://schemas.microsoft.com/office/drawing/2014/main" id="{33E00655-AF8F-E3C7-7406-3AACC47A5A9A}"/>
              </a:ext>
            </a:extLst>
          </p:cNvPr>
          <p:cNvPicPr>
            <a:picLocks noChangeAspect="1"/>
          </p:cNvPicPr>
          <p:nvPr/>
        </p:nvPicPr>
        <p:blipFill>
          <a:blip r:embed="rId6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819"/>
          <a:stretch>
            <a:fillRect/>
          </a:stretch>
        </p:blipFill>
        <p:spPr>
          <a:xfrm>
            <a:off x="7692017" y="3177436"/>
            <a:ext cx="714375" cy="755903"/>
          </a:xfrm>
          <a:prstGeom prst="rect">
            <a:avLst/>
          </a:prstGeom>
        </p:spPr>
      </p:pic>
      <p:pic>
        <p:nvPicPr>
          <p:cNvPr id="156" name="Picture 155">
            <a:extLst>
              <a:ext uri="{FF2B5EF4-FFF2-40B4-BE49-F238E27FC236}">
                <a16:creationId xmlns:a16="http://schemas.microsoft.com/office/drawing/2014/main" id="{BE70FA14-EB87-16A2-51D5-A6C045832C6A}"/>
              </a:ext>
            </a:extLst>
          </p:cNvPr>
          <p:cNvPicPr>
            <a:picLocks noChangeAspect="1"/>
          </p:cNvPicPr>
          <p:nvPr/>
        </p:nvPicPr>
        <p:blipFill>
          <a:blip r:embed="rId6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5975" y="3079137"/>
            <a:ext cx="485775" cy="952500"/>
          </a:xfrm>
          <a:prstGeom prst="rect">
            <a:avLst/>
          </a:prstGeom>
        </p:spPr>
      </p:pic>
      <p:pic>
        <p:nvPicPr>
          <p:cNvPr id="158" name="Picture 157">
            <a:extLst>
              <a:ext uri="{FF2B5EF4-FFF2-40B4-BE49-F238E27FC236}">
                <a16:creationId xmlns:a16="http://schemas.microsoft.com/office/drawing/2014/main" id="{9C06F7B4-6F5A-2B54-92AF-A6BCAFCC83E3}"/>
              </a:ext>
            </a:extLst>
          </p:cNvPr>
          <p:cNvPicPr>
            <a:picLocks noChangeAspect="1"/>
          </p:cNvPicPr>
          <p:nvPr/>
        </p:nvPicPr>
        <p:blipFill>
          <a:blip r:embed="rId6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862" t="23176" r="30054" b="20293"/>
          <a:stretch>
            <a:fillRect/>
          </a:stretch>
        </p:blipFill>
        <p:spPr>
          <a:xfrm>
            <a:off x="9188304" y="2994700"/>
            <a:ext cx="857007" cy="1023055"/>
          </a:xfrm>
          <a:prstGeom prst="rect">
            <a:avLst/>
          </a:prstGeom>
        </p:spPr>
      </p:pic>
      <p:pic>
        <p:nvPicPr>
          <p:cNvPr id="160" name="Picture 159">
            <a:extLst>
              <a:ext uri="{FF2B5EF4-FFF2-40B4-BE49-F238E27FC236}">
                <a16:creationId xmlns:a16="http://schemas.microsoft.com/office/drawing/2014/main" id="{8579F931-8ADF-9EFC-107F-436A0CEB373E}"/>
              </a:ext>
            </a:extLst>
          </p:cNvPr>
          <p:cNvPicPr>
            <a:picLocks noChangeAspect="1"/>
          </p:cNvPicPr>
          <p:nvPr/>
        </p:nvPicPr>
        <p:blipFill>
          <a:blip r:embed="rId6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026" r="20577"/>
          <a:stretch>
            <a:fillRect/>
          </a:stretch>
        </p:blipFill>
        <p:spPr>
          <a:xfrm>
            <a:off x="10089261" y="3094527"/>
            <a:ext cx="612764" cy="921721"/>
          </a:xfrm>
          <a:prstGeom prst="rect">
            <a:avLst/>
          </a:prstGeom>
        </p:spPr>
      </p:pic>
      <p:pic>
        <p:nvPicPr>
          <p:cNvPr id="162" name="Picture 161">
            <a:extLst>
              <a:ext uri="{FF2B5EF4-FFF2-40B4-BE49-F238E27FC236}">
                <a16:creationId xmlns:a16="http://schemas.microsoft.com/office/drawing/2014/main" id="{2C730C2F-E48B-5A74-A3F1-2C8609C1F5C9}"/>
              </a:ext>
            </a:extLst>
          </p:cNvPr>
          <p:cNvPicPr>
            <a:picLocks noChangeAspect="1"/>
          </p:cNvPicPr>
          <p:nvPr/>
        </p:nvPicPr>
        <p:blipFill>
          <a:blip r:embed="rId6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192" r="21976" b="20759"/>
          <a:stretch>
            <a:fillRect/>
          </a:stretch>
        </p:blipFill>
        <p:spPr>
          <a:xfrm>
            <a:off x="11275699" y="3091595"/>
            <a:ext cx="869513" cy="853121"/>
          </a:xfrm>
          <a:prstGeom prst="rect">
            <a:avLst/>
          </a:prstGeom>
        </p:spPr>
      </p:pic>
      <p:pic>
        <p:nvPicPr>
          <p:cNvPr id="163" name="Picture 162">
            <a:extLst>
              <a:ext uri="{FF2B5EF4-FFF2-40B4-BE49-F238E27FC236}">
                <a16:creationId xmlns:a16="http://schemas.microsoft.com/office/drawing/2014/main" id="{16CB9832-DEE2-2911-6B72-D2901F07B2F2}"/>
              </a:ext>
            </a:extLst>
          </p:cNvPr>
          <p:cNvPicPr>
            <a:picLocks noChangeAspect="1"/>
          </p:cNvPicPr>
          <p:nvPr/>
        </p:nvPicPr>
        <p:blipFill>
          <a:blip r:embed="rId6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0393" r="61449" b="-720"/>
          <a:stretch>
            <a:fillRect/>
          </a:stretch>
        </p:blipFill>
        <p:spPr>
          <a:xfrm>
            <a:off x="9188305" y="3675505"/>
            <a:ext cx="804153" cy="367878"/>
          </a:xfrm>
          <a:prstGeom prst="rect">
            <a:avLst/>
          </a:prstGeom>
        </p:spPr>
      </p:pic>
      <p:pic>
        <p:nvPicPr>
          <p:cNvPr id="164" name="Picture 163">
            <a:extLst>
              <a:ext uri="{FF2B5EF4-FFF2-40B4-BE49-F238E27FC236}">
                <a16:creationId xmlns:a16="http://schemas.microsoft.com/office/drawing/2014/main" id="{705514A6-70C1-9164-4953-D1F2B107ACB1}"/>
              </a:ext>
            </a:extLst>
          </p:cNvPr>
          <p:cNvPicPr>
            <a:picLocks noChangeAspect="1"/>
          </p:cNvPicPr>
          <p:nvPr/>
        </p:nvPicPr>
        <p:blipFill>
          <a:blip r:embed="rId6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5493" r="21976" b="-1"/>
          <a:stretch>
            <a:fillRect/>
          </a:stretch>
        </p:blipFill>
        <p:spPr>
          <a:xfrm>
            <a:off x="11278952" y="3570339"/>
            <a:ext cx="869513" cy="366492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42DCA372-F8AF-4865-F376-130DDB62A77F}"/>
              </a:ext>
            </a:extLst>
          </p:cNvPr>
          <p:cNvSpPr txBox="1"/>
          <p:nvPr/>
        </p:nvSpPr>
        <p:spPr>
          <a:xfrm>
            <a:off x="-5172" y="2987004"/>
            <a:ext cx="304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/>
              <a:t>mc_feces_to_copepoda</a:t>
            </a:r>
            <a:endParaRPr lang="en-US" sz="12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AD400D-6AF9-96EC-104A-8B5CA897B02F}"/>
              </a:ext>
            </a:extLst>
          </p:cNvPr>
          <p:cNvSpPr txBox="1"/>
          <p:nvPr/>
        </p:nvSpPr>
        <p:spPr>
          <a:xfrm>
            <a:off x="3049669" y="2981113"/>
            <a:ext cx="304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/>
              <a:t>mc_feces_to_fiber</a:t>
            </a:r>
            <a:endParaRPr lang="en-US" sz="1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30C276-4D5C-B7B2-C678-89FC224FCB48}"/>
              </a:ext>
            </a:extLst>
          </p:cNvPr>
          <p:cNvSpPr txBox="1"/>
          <p:nvPr/>
        </p:nvSpPr>
        <p:spPr>
          <a:xfrm>
            <a:off x="6114237" y="2981422"/>
            <a:ext cx="30574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/>
              <a:t>mc_feces_straight_thin_to_fiber</a:t>
            </a:r>
            <a:endParaRPr lang="en-US" sz="1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102317-954F-2CE7-FB82-829125A707A6}"/>
              </a:ext>
            </a:extLst>
          </p:cNvPr>
          <p:cNvSpPr txBox="1"/>
          <p:nvPr/>
        </p:nvSpPr>
        <p:spPr>
          <a:xfrm>
            <a:off x="9162238" y="2986728"/>
            <a:ext cx="304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t006</a:t>
            </a:r>
          </a:p>
        </p:txBody>
      </p:sp>
    </p:spTree>
    <p:extLst>
      <p:ext uri="{BB962C8B-B14F-4D97-AF65-F5344CB8AC3E}">
        <p14:creationId xmlns:p14="http://schemas.microsoft.com/office/powerpoint/2010/main" val="14496131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294</TotalTime>
  <Words>755</Words>
  <Application>Microsoft Office PowerPoint</Application>
  <PresentationFormat>Widescreen</PresentationFormat>
  <Paragraphs>81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Stephanie O'Daly</dc:creator>
  <cp:lastModifiedBy>Stephanie O'Daly</cp:lastModifiedBy>
  <cp:revision>12</cp:revision>
  <dcterms:created xsi:type="dcterms:W3CDTF">2025-10-13T20:13:37Z</dcterms:created>
  <dcterms:modified xsi:type="dcterms:W3CDTF">2025-10-14T20:44:33Z</dcterms:modified>
</cp:coreProperties>
</file>