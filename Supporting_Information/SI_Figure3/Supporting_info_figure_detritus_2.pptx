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485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31787"/>
            <a:ext cx="10363200" cy="517313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804416"/>
            <a:ext cx="9144000" cy="358748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2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8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704436"/>
            <a:ext cx="10515600" cy="618093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943840"/>
            <a:ext cx="10515600" cy="325040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1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955521"/>
            <a:ext cx="5181600" cy="9427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955521"/>
            <a:ext cx="5181600" cy="9427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0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1108"/>
            <a:ext cx="10515600" cy="28720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642520"/>
            <a:ext cx="5157787" cy="178514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427663"/>
            <a:ext cx="5157787" cy="7983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642520"/>
            <a:ext cx="5183188" cy="178514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427663"/>
            <a:ext cx="5183188" cy="7983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6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9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4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90600"/>
            <a:ext cx="3932237" cy="34671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139424"/>
            <a:ext cx="6172200" cy="1055952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57700"/>
            <a:ext cx="3932237" cy="82584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5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90600"/>
            <a:ext cx="3932237" cy="34671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139424"/>
            <a:ext cx="6172200" cy="1055952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57700"/>
            <a:ext cx="3932237" cy="825844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1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9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91104"/>
            <a:ext cx="2628900" cy="125923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91104"/>
            <a:ext cx="7734300" cy="125923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2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91108"/>
            <a:ext cx="10515600" cy="287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955521"/>
            <a:ext cx="10515600" cy="942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772095"/>
            <a:ext cx="2743200" cy="791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58F65-107D-4C68-8D01-125AEBFAFFA1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772095"/>
            <a:ext cx="4114800" cy="791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772095"/>
            <a:ext cx="2743200" cy="791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C8DFC-5C57-41A5-A61C-6DF8C3798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3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jpg"/><Relationship Id="rId21" Type="http://schemas.openxmlformats.org/officeDocument/2006/relationships/image" Target="../media/image20.jpg"/><Relationship Id="rId42" Type="http://schemas.openxmlformats.org/officeDocument/2006/relationships/image" Target="../media/image41.jpg"/><Relationship Id="rId63" Type="http://schemas.openxmlformats.org/officeDocument/2006/relationships/image" Target="../media/image62.jpg"/><Relationship Id="rId84" Type="http://schemas.openxmlformats.org/officeDocument/2006/relationships/image" Target="../media/image83.jpg"/><Relationship Id="rId138" Type="http://schemas.openxmlformats.org/officeDocument/2006/relationships/image" Target="../media/image137.jpg"/><Relationship Id="rId159" Type="http://schemas.openxmlformats.org/officeDocument/2006/relationships/image" Target="../media/image158.jpg"/><Relationship Id="rId170" Type="http://schemas.openxmlformats.org/officeDocument/2006/relationships/image" Target="../media/image169.jpg"/><Relationship Id="rId107" Type="http://schemas.openxmlformats.org/officeDocument/2006/relationships/image" Target="../media/image106.jpg"/><Relationship Id="rId11" Type="http://schemas.openxmlformats.org/officeDocument/2006/relationships/image" Target="../media/image10.jpg"/><Relationship Id="rId32" Type="http://schemas.openxmlformats.org/officeDocument/2006/relationships/image" Target="../media/image31.jpg"/><Relationship Id="rId53" Type="http://schemas.openxmlformats.org/officeDocument/2006/relationships/image" Target="../media/image52.jpg"/><Relationship Id="rId74" Type="http://schemas.openxmlformats.org/officeDocument/2006/relationships/image" Target="../media/image73.jpg"/><Relationship Id="rId128" Type="http://schemas.openxmlformats.org/officeDocument/2006/relationships/image" Target="../media/image127.jpg"/><Relationship Id="rId149" Type="http://schemas.openxmlformats.org/officeDocument/2006/relationships/image" Target="../media/image148.jpg"/><Relationship Id="rId5" Type="http://schemas.openxmlformats.org/officeDocument/2006/relationships/image" Target="../media/image4.jpg"/><Relationship Id="rId95" Type="http://schemas.openxmlformats.org/officeDocument/2006/relationships/image" Target="../media/image94.jpg"/><Relationship Id="rId160" Type="http://schemas.openxmlformats.org/officeDocument/2006/relationships/image" Target="../media/image159.jpg"/><Relationship Id="rId22" Type="http://schemas.openxmlformats.org/officeDocument/2006/relationships/image" Target="../media/image21.jpg"/><Relationship Id="rId43" Type="http://schemas.openxmlformats.org/officeDocument/2006/relationships/image" Target="../media/image42.jpg"/><Relationship Id="rId64" Type="http://schemas.openxmlformats.org/officeDocument/2006/relationships/image" Target="../media/image63.jpg"/><Relationship Id="rId118" Type="http://schemas.openxmlformats.org/officeDocument/2006/relationships/image" Target="../media/image117.jpg"/><Relationship Id="rId139" Type="http://schemas.openxmlformats.org/officeDocument/2006/relationships/image" Target="../media/image138.jpg"/><Relationship Id="rId85" Type="http://schemas.openxmlformats.org/officeDocument/2006/relationships/image" Target="../media/image84.jpg"/><Relationship Id="rId150" Type="http://schemas.openxmlformats.org/officeDocument/2006/relationships/image" Target="../media/image149.jpg"/><Relationship Id="rId171" Type="http://schemas.openxmlformats.org/officeDocument/2006/relationships/image" Target="../media/image170.jpg"/><Relationship Id="rId12" Type="http://schemas.openxmlformats.org/officeDocument/2006/relationships/image" Target="../media/image11.jpg"/><Relationship Id="rId33" Type="http://schemas.openxmlformats.org/officeDocument/2006/relationships/image" Target="../media/image32.jpg"/><Relationship Id="rId108" Type="http://schemas.openxmlformats.org/officeDocument/2006/relationships/image" Target="../media/image107.jpg"/><Relationship Id="rId129" Type="http://schemas.openxmlformats.org/officeDocument/2006/relationships/image" Target="../media/image128.jpg"/><Relationship Id="rId54" Type="http://schemas.openxmlformats.org/officeDocument/2006/relationships/image" Target="../media/image53.jpg"/><Relationship Id="rId75" Type="http://schemas.openxmlformats.org/officeDocument/2006/relationships/image" Target="../media/image74.jpg"/><Relationship Id="rId96" Type="http://schemas.openxmlformats.org/officeDocument/2006/relationships/image" Target="../media/image95.jpg"/><Relationship Id="rId140" Type="http://schemas.openxmlformats.org/officeDocument/2006/relationships/image" Target="../media/image139.jpg"/><Relationship Id="rId161" Type="http://schemas.openxmlformats.org/officeDocument/2006/relationships/image" Target="../media/image16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49" Type="http://schemas.openxmlformats.org/officeDocument/2006/relationships/image" Target="../media/image48.jpg"/><Relationship Id="rId114" Type="http://schemas.openxmlformats.org/officeDocument/2006/relationships/image" Target="../media/image113.jpg"/><Relationship Id="rId119" Type="http://schemas.openxmlformats.org/officeDocument/2006/relationships/image" Target="../media/image118.jpg"/><Relationship Id="rId44" Type="http://schemas.openxmlformats.org/officeDocument/2006/relationships/image" Target="../media/image43.jpg"/><Relationship Id="rId60" Type="http://schemas.openxmlformats.org/officeDocument/2006/relationships/image" Target="../media/image59.jpg"/><Relationship Id="rId65" Type="http://schemas.openxmlformats.org/officeDocument/2006/relationships/image" Target="../media/image64.jpg"/><Relationship Id="rId81" Type="http://schemas.openxmlformats.org/officeDocument/2006/relationships/image" Target="../media/image80.jpg"/><Relationship Id="rId86" Type="http://schemas.openxmlformats.org/officeDocument/2006/relationships/image" Target="../media/image85.jpg"/><Relationship Id="rId130" Type="http://schemas.openxmlformats.org/officeDocument/2006/relationships/image" Target="../media/image129.jpg"/><Relationship Id="rId135" Type="http://schemas.openxmlformats.org/officeDocument/2006/relationships/image" Target="../media/image134.jpg"/><Relationship Id="rId151" Type="http://schemas.openxmlformats.org/officeDocument/2006/relationships/image" Target="../media/image150.jpg"/><Relationship Id="rId156" Type="http://schemas.openxmlformats.org/officeDocument/2006/relationships/image" Target="../media/image155.jpg"/><Relationship Id="rId172" Type="http://schemas.openxmlformats.org/officeDocument/2006/relationships/image" Target="../media/image171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9" Type="http://schemas.openxmlformats.org/officeDocument/2006/relationships/image" Target="../media/image38.jpg"/><Relationship Id="rId109" Type="http://schemas.openxmlformats.org/officeDocument/2006/relationships/image" Target="../media/image108.jpg"/><Relationship Id="rId34" Type="http://schemas.openxmlformats.org/officeDocument/2006/relationships/image" Target="../media/image33.jpg"/><Relationship Id="rId50" Type="http://schemas.openxmlformats.org/officeDocument/2006/relationships/image" Target="../media/image49.jpg"/><Relationship Id="rId55" Type="http://schemas.openxmlformats.org/officeDocument/2006/relationships/image" Target="../media/image54.jpg"/><Relationship Id="rId76" Type="http://schemas.openxmlformats.org/officeDocument/2006/relationships/image" Target="../media/image75.jpg"/><Relationship Id="rId97" Type="http://schemas.openxmlformats.org/officeDocument/2006/relationships/image" Target="../media/image96.jpg"/><Relationship Id="rId104" Type="http://schemas.openxmlformats.org/officeDocument/2006/relationships/image" Target="../media/image103.jpg"/><Relationship Id="rId120" Type="http://schemas.openxmlformats.org/officeDocument/2006/relationships/image" Target="../media/image119.jpg"/><Relationship Id="rId125" Type="http://schemas.openxmlformats.org/officeDocument/2006/relationships/image" Target="../media/image124.jpg"/><Relationship Id="rId141" Type="http://schemas.openxmlformats.org/officeDocument/2006/relationships/image" Target="../media/image140.jpg"/><Relationship Id="rId146" Type="http://schemas.openxmlformats.org/officeDocument/2006/relationships/image" Target="../media/image145.jpg"/><Relationship Id="rId167" Type="http://schemas.openxmlformats.org/officeDocument/2006/relationships/image" Target="../media/image166.jpg"/><Relationship Id="rId7" Type="http://schemas.openxmlformats.org/officeDocument/2006/relationships/image" Target="../media/image6.jpg"/><Relationship Id="rId71" Type="http://schemas.openxmlformats.org/officeDocument/2006/relationships/image" Target="../media/image70.jpg"/><Relationship Id="rId92" Type="http://schemas.openxmlformats.org/officeDocument/2006/relationships/image" Target="../media/image91.jpg"/><Relationship Id="rId162" Type="http://schemas.openxmlformats.org/officeDocument/2006/relationships/image" Target="../media/image161.jpg"/><Relationship Id="rId2" Type="http://schemas.openxmlformats.org/officeDocument/2006/relationships/image" Target="../media/image1.jpg"/><Relationship Id="rId29" Type="http://schemas.openxmlformats.org/officeDocument/2006/relationships/image" Target="../media/image28.jpg"/><Relationship Id="rId24" Type="http://schemas.openxmlformats.org/officeDocument/2006/relationships/image" Target="../media/image23.jpg"/><Relationship Id="rId40" Type="http://schemas.openxmlformats.org/officeDocument/2006/relationships/image" Target="../media/image39.jpg"/><Relationship Id="rId45" Type="http://schemas.openxmlformats.org/officeDocument/2006/relationships/image" Target="../media/image44.jpg"/><Relationship Id="rId66" Type="http://schemas.openxmlformats.org/officeDocument/2006/relationships/image" Target="../media/image65.jpg"/><Relationship Id="rId87" Type="http://schemas.openxmlformats.org/officeDocument/2006/relationships/image" Target="../media/image86.jpg"/><Relationship Id="rId110" Type="http://schemas.openxmlformats.org/officeDocument/2006/relationships/image" Target="../media/image109.jpg"/><Relationship Id="rId115" Type="http://schemas.openxmlformats.org/officeDocument/2006/relationships/image" Target="../media/image114.jpg"/><Relationship Id="rId131" Type="http://schemas.openxmlformats.org/officeDocument/2006/relationships/image" Target="../media/image130.jpg"/><Relationship Id="rId136" Type="http://schemas.openxmlformats.org/officeDocument/2006/relationships/image" Target="../media/image135.jpg"/><Relationship Id="rId157" Type="http://schemas.openxmlformats.org/officeDocument/2006/relationships/image" Target="../media/image156.jpg"/><Relationship Id="rId61" Type="http://schemas.openxmlformats.org/officeDocument/2006/relationships/image" Target="../media/image60.jpg"/><Relationship Id="rId82" Type="http://schemas.openxmlformats.org/officeDocument/2006/relationships/image" Target="../media/image81.jpg"/><Relationship Id="rId152" Type="http://schemas.openxmlformats.org/officeDocument/2006/relationships/image" Target="../media/image151.jpg"/><Relationship Id="rId173" Type="http://schemas.openxmlformats.org/officeDocument/2006/relationships/image" Target="../media/image172.jpg"/><Relationship Id="rId19" Type="http://schemas.openxmlformats.org/officeDocument/2006/relationships/image" Target="../media/image18.jpg"/><Relationship Id="rId14" Type="http://schemas.openxmlformats.org/officeDocument/2006/relationships/image" Target="../media/image13.jpg"/><Relationship Id="rId30" Type="http://schemas.openxmlformats.org/officeDocument/2006/relationships/image" Target="../media/image29.jpg"/><Relationship Id="rId35" Type="http://schemas.openxmlformats.org/officeDocument/2006/relationships/image" Target="../media/image34.jpg"/><Relationship Id="rId56" Type="http://schemas.openxmlformats.org/officeDocument/2006/relationships/image" Target="../media/image55.jpg"/><Relationship Id="rId77" Type="http://schemas.openxmlformats.org/officeDocument/2006/relationships/image" Target="../media/image76.jpg"/><Relationship Id="rId100" Type="http://schemas.openxmlformats.org/officeDocument/2006/relationships/image" Target="../media/image99.jpg"/><Relationship Id="rId105" Type="http://schemas.openxmlformats.org/officeDocument/2006/relationships/image" Target="../media/image104.jpg"/><Relationship Id="rId126" Type="http://schemas.openxmlformats.org/officeDocument/2006/relationships/image" Target="../media/image125.jpg"/><Relationship Id="rId147" Type="http://schemas.openxmlformats.org/officeDocument/2006/relationships/image" Target="../media/image146.jpg"/><Relationship Id="rId168" Type="http://schemas.openxmlformats.org/officeDocument/2006/relationships/image" Target="../media/image167.jpg"/><Relationship Id="rId8" Type="http://schemas.openxmlformats.org/officeDocument/2006/relationships/image" Target="../media/image7.jpg"/><Relationship Id="rId51" Type="http://schemas.openxmlformats.org/officeDocument/2006/relationships/image" Target="../media/image50.jpg"/><Relationship Id="rId72" Type="http://schemas.openxmlformats.org/officeDocument/2006/relationships/image" Target="../media/image71.jpg"/><Relationship Id="rId93" Type="http://schemas.openxmlformats.org/officeDocument/2006/relationships/image" Target="../media/image92.jpg"/><Relationship Id="rId98" Type="http://schemas.openxmlformats.org/officeDocument/2006/relationships/image" Target="../media/image97.jpg"/><Relationship Id="rId121" Type="http://schemas.openxmlformats.org/officeDocument/2006/relationships/image" Target="../media/image120.jpg"/><Relationship Id="rId142" Type="http://schemas.openxmlformats.org/officeDocument/2006/relationships/image" Target="../media/image141.jpg"/><Relationship Id="rId163" Type="http://schemas.openxmlformats.org/officeDocument/2006/relationships/image" Target="../media/image162.jpg"/><Relationship Id="rId3" Type="http://schemas.openxmlformats.org/officeDocument/2006/relationships/image" Target="../media/image2.jpg"/><Relationship Id="rId25" Type="http://schemas.openxmlformats.org/officeDocument/2006/relationships/image" Target="../media/image24.jpg"/><Relationship Id="rId46" Type="http://schemas.openxmlformats.org/officeDocument/2006/relationships/image" Target="../media/image45.jpg"/><Relationship Id="rId67" Type="http://schemas.openxmlformats.org/officeDocument/2006/relationships/image" Target="../media/image66.jpg"/><Relationship Id="rId116" Type="http://schemas.openxmlformats.org/officeDocument/2006/relationships/image" Target="../media/image115.jpg"/><Relationship Id="rId137" Type="http://schemas.openxmlformats.org/officeDocument/2006/relationships/image" Target="../media/image136.jpg"/><Relationship Id="rId158" Type="http://schemas.openxmlformats.org/officeDocument/2006/relationships/image" Target="../media/image157.jpg"/><Relationship Id="rId20" Type="http://schemas.openxmlformats.org/officeDocument/2006/relationships/image" Target="../media/image19.jpg"/><Relationship Id="rId41" Type="http://schemas.openxmlformats.org/officeDocument/2006/relationships/image" Target="../media/image40.jpg"/><Relationship Id="rId62" Type="http://schemas.openxmlformats.org/officeDocument/2006/relationships/image" Target="../media/image61.jpg"/><Relationship Id="rId83" Type="http://schemas.openxmlformats.org/officeDocument/2006/relationships/image" Target="../media/image82.jpg"/><Relationship Id="rId88" Type="http://schemas.openxmlformats.org/officeDocument/2006/relationships/image" Target="../media/image87.jpg"/><Relationship Id="rId111" Type="http://schemas.openxmlformats.org/officeDocument/2006/relationships/image" Target="../media/image110.jpg"/><Relationship Id="rId132" Type="http://schemas.openxmlformats.org/officeDocument/2006/relationships/image" Target="../media/image131.jpg"/><Relationship Id="rId153" Type="http://schemas.openxmlformats.org/officeDocument/2006/relationships/image" Target="../media/image152.jpg"/><Relationship Id="rId15" Type="http://schemas.openxmlformats.org/officeDocument/2006/relationships/image" Target="../media/image14.jpg"/><Relationship Id="rId36" Type="http://schemas.openxmlformats.org/officeDocument/2006/relationships/image" Target="../media/image35.jpg"/><Relationship Id="rId57" Type="http://schemas.openxmlformats.org/officeDocument/2006/relationships/image" Target="../media/image56.jpg"/><Relationship Id="rId106" Type="http://schemas.openxmlformats.org/officeDocument/2006/relationships/image" Target="../media/image105.jpg"/><Relationship Id="rId127" Type="http://schemas.openxmlformats.org/officeDocument/2006/relationships/image" Target="../media/image126.jpg"/><Relationship Id="rId10" Type="http://schemas.openxmlformats.org/officeDocument/2006/relationships/image" Target="../media/image9.jpg"/><Relationship Id="rId31" Type="http://schemas.openxmlformats.org/officeDocument/2006/relationships/image" Target="../media/image30.jpg"/><Relationship Id="rId52" Type="http://schemas.openxmlformats.org/officeDocument/2006/relationships/image" Target="../media/image51.jpg"/><Relationship Id="rId73" Type="http://schemas.openxmlformats.org/officeDocument/2006/relationships/image" Target="../media/image72.jpg"/><Relationship Id="rId78" Type="http://schemas.openxmlformats.org/officeDocument/2006/relationships/image" Target="../media/image77.jpg"/><Relationship Id="rId94" Type="http://schemas.openxmlformats.org/officeDocument/2006/relationships/image" Target="../media/image93.jpg"/><Relationship Id="rId99" Type="http://schemas.openxmlformats.org/officeDocument/2006/relationships/image" Target="../media/image98.jpg"/><Relationship Id="rId101" Type="http://schemas.openxmlformats.org/officeDocument/2006/relationships/image" Target="../media/image100.jpg"/><Relationship Id="rId122" Type="http://schemas.openxmlformats.org/officeDocument/2006/relationships/image" Target="../media/image121.jpg"/><Relationship Id="rId143" Type="http://schemas.openxmlformats.org/officeDocument/2006/relationships/image" Target="../media/image142.jpg"/><Relationship Id="rId148" Type="http://schemas.openxmlformats.org/officeDocument/2006/relationships/image" Target="../media/image147.jpg"/><Relationship Id="rId164" Type="http://schemas.openxmlformats.org/officeDocument/2006/relationships/image" Target="../media/image163.jpg"/><Relationship Id="rId169" Type="http://schemas.openxmlformats.org/officeDocument/2006/relationships/image" Target="../media/image16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26" Type="http://schemas.openxmlformats.org/officeDocument/2006/relationships/image" Target="../media/image25.jpg"/><Relationship Id="rId47" Type="http://schemas.openxmlformats.org/officeDocument/2006/relationships/image" Target="../media/image46.jpg"/><Relationship Id="rId68" Type="http://schemas.openxmlformats.org/officeDocument/2006/relationships/image" Target="../media/image67.jpg"/><Relationship Id="rId89" Type="http://schemas.openxmlformats.org/officeDocument/2006/relationships/image" Target="../media/image88.jpg"/><Relationship Id="rId112" Type="http://schemas.openxmlformats.org/officeDocument/2006/relationships/image" Target="../media/image111.jpg"/><Relationship Id="rId133" Type="http://schemas.openxmlformats.org/officeDocument/2006/relationships/image" Target="../media/image132.jpg"/><Relationship Id="rId154" Type="http://schemas.openxmlformats.org/officeDocument/2006/relationships/image" Target="../media/image153.jpg"/><Relationship Id="rId16" Type="http://schemas.openxmlformats.org/officeDocument/2006/relationships/image" Target="../media/image15.jpg"/><Relationship Id="rId37" Type="http://schemas.openxmlformats.org/officeDocument/2006/relationships/image" Target="../media/image36.jpg"/><Relationship Id="rId58" Type="http://schemas.openxmlformats.org/officeDocument/2006/relationships/image" Target="../media/image57.jpg"/><Relationship Id="rId79" Type="http://schemas.openxmlformats.org/officeDocument/2006/relationships/image" Target="../media/image78.jpg"/><Relationship Id="rId102" Type="http://schemas.openxmlformats.org/officeDocument/2006/relationships/image" Target="../media/image101.jpg"/><Relationship Id="rId123" Type="http://schemas.openxmlformats.org/officeDocument/2006/relationships/image" Target="../media/image122.jpg"/><Relationship Id="rId144" Type="http://schemas.openxmlformats.org/officeDocument/2006/relationships/image" Target="../media/image143.jpg"/><Relationship Id="rId90" Type="http://schemas.openxmlformats.org/officeDocument/2006/relationships/image" Target="../media/image89.jpg"/><Relationship Id="rId165" Type="http://schemas.openxmlformats.org/officeDocument/2006/relationships/image" Target="../media/image164.jpg"/><Relationship Id="rId27" Type="http://schemas.openxmlformats.org/officeDocument/2006/relationships/image" Target="../media/image26.jpg"/><Relationship Id="rId48" Type="http://schemas.openxmlformats.org/officeDocument/2006/relationships/image" Target="../media/image47.jpg"/><Relationship Id="rId69" Type="http://schemas.openxmlformats.org/officeDocument/2006/relationships/image" Target="../media/image68.jpg"/><Relationship Id="rId113" Type="http://schemas.openxmlformats.org/officeDocument/2006/relationships/image" Target="../media/image112.jpg"/><Relationship Id="rId134" Type="http://schemas.openxmlformats.org/officeDocument/2006/relationships/image" Target="../media/image133.jpg"/><Relationship Id="rId80" Type="http://schemas.openxmlformats.org/officeDocument/2006/relationships/image" Target="../media/image79.jpg"/><Relationship Id="rId155" Type="http://schemas.openxmlformats.org/officeDocument/2006/relationships/image" Target="../media/image154.jpg"/><Relationship Id="rId17" Type="http://schemas.openxmlformats.org/officeDocument/2006/relationships/image" Target="../media/image16.jpg"/><Relationship Id="rId38" Type="http://schemas.openxmlformats.org/officeDocument/2006/relationships/image" Target="../media/image37.jpg"/><Relationship Id="rId59" Type="http://schemas.openxmlformats.org/officeDocument/2006/relationships/image" Target="../media/image58.jpg"/><Relationship Id="rId103" Type="http://schemas.openxmlformats.org/officeDocument/2006/relationships/image" Target="../media/image102.jpg"/><Relationship Id="rId124" Type="http://schemas.openxmlformats.org/officeDocument/2006/relationships/image" Target="../media/image123.jpg"/><Relationship Id="rId70" Type="http://schemas.openxmlformats.org/officeDocument/2006/relationships/image" Target="../media/image69.jpg"/><Relationship Id="rId91" Type="http://schemas.openxmlformats.org/officeDocument/2006/relationships/image" Target="../media/image90.jpg"/><Relationship Id="rId145" Type="http://schemas.openxmlformats.org/officeDocument/2006/relationships/image" Target="../media/image144.jpg"/><Relationship Id="rId166" Type="http://schemas.openxmlformats.org/officeDocument/2006/relationships/image" Target="../media/image16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A1816F-F7B8-C27D-E498-2B8923D37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232" t="22203"/>
          <a:stretch>
            <a:fillRect/>
          </a:stretch>
        </p:blipFill>
        <p:spPr>
          <a:xfrm>
            <a:off x="11549258" y="11270278"/>
            <a:ext cx="550052" cy="11411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A615C1-2161-E49D-52BE-D9C5BF98E25D}"/>
              </a:ext>
            </a:extLst>
          </p:cNvPr>
          <p:cNvSpPr/>
          <p:nvPr/>
        </p:nvSpPr>
        <p:spPr>
          <a:xfrm>
            <a:off x="3048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3BCDF-B06F-7780-017A-663EAF20E6E9}"/>
              </a:ext>
            </a:extLst>
          </p:cNvPr>
          <p:cNvSpPr/>
          <p:nvPr/>
        </p:nvSpPr>
        <p:spPr>
          <a:xfrm>
            <a:off x="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pic>
        <p:nvPicPr>
          <p:cNvPr id="7" name="Picture 6" descr="A white background with text and a number&#10;&#10;AI-generated content may be incorrect.">
            <a:extLst>
              <a:ext uri="{FF2B5EF4-FFF2-40B4-BE49-F238E27FC236}">
                <a16:creationId xmlns:a16="http://schemas.microsoft.com/office/drawing/2014/main" id="{88FDAC1C-6EB1-F95C-CB7D-727420774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041" y="559011"/>
            <a:ext cx="600075" cy="981075"/>
          </a:xfrm>
          <a:prstGeom prst="rect">
            <a:avLst/>
          </a:prstGeom>
        </p:spPr>
      </p:pic>
      <p:pic>
        <p:nvPicPr>
          <p:cNvPr id="8" name="Picture 7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4949ACBF-781B-A309-2E3C-57673E8F6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382" y="473286"/>
            <a:ext cx="485775" cy="1152525"/>
          </a:xfrm>
          <a:prstGeom prst="rect">
            <a:avLst/>
          </a:prstGeom>
        </p:spPr>
      </p:pic>
      <p:pic>
        <p:nvPicPr>
          <p:cNvPr id="9" name="Picture 8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9C24B739-59AD-F50A-E7EB-A0386F463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87" b="21582"/>
          <a:stretch>
            <a:fillRect/>
          </a:stretch>
        </p:blipFill>
        <p:spPr>
          <a:xfrm>
            <a:off x="3739494" y="530435"/>
            <a:ext cx="921003" cy="1038226"/>
          </a:xfrm>
          <a:prstGeom prst="rect">
            <a:avLst/>
          </a:prstGeom>
        </p:spPr>
      </p:pic>
      <p:pic>
        <p:nvPicPr>
          <p:cNvPr id="10" name="Picture 9" descr="A black specks in the air&#10;&#10;AI-generated content may be incorrect.">
            <a:extLst>
              <a:ext uri="{FF2B5EF4-FFF2-40B4-BE49-F238E27FC236}">
                <a16:creationId xmlns:a16="http://schemas.microsoft.com/office/drawing/2014/main" id="{0AD0137B-46E6-6BED-134A-EBB10A816F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834" y="530436"/>
            <a:ext cx="485775" cy="10382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9FF131-DF44-9C8D-EAA8-58112DA2905B}"/>
              </a:ext>
            </a:extLst>
          </p:cNvPr>
          <p:cNvSpPr/>
          <p:nvPr/>
        </p:nvSpPr>
        <p:spPr>
          <a:xfrm>
            <a:off x="6096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6B27E-5321-8357-212B-A1A5471FAB42}"/>
              </a:ext>
            </a:extLst>
          </p:cNvPr>
          <p:cNvSpPr/>
          <p:nvPr/>
        </p:nvSpPr>
        <p:spPr>
          <a:xfrm>
            <a:off x="9144000" y="363788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94309-71A2-F158-8CB6-C802C9ED37FC}"/>
              </a:ext>
            </a:extLst>
          </p:cNvPr>
          <p:cNvSpPr/>
          <p:nvPr/>
        </p:nvSpPr>
        <p:spPr>
          <a:xfrm>
            <a:off x="6096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FD9285-60C5-CBC3-71DA-2CC33FD0D2D9}"/>
              </a:ext>
            </a:extLst>
          </p:cNvPr>
          <p:cNvSpPr/>
          <p:nvPr/>
        </p:nvSpPr>
        <p:spPr>
          <a:xfrm>
            <a:off x="9144000" y="1661653"/>
            <a:ext cx="3048000" cy="129208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956BE-CFDA-E383-3644-0F25A7DA4912}"/>
              </a:ext>
            </a:extLst>
          </p:cNvPr>
          <p:cNvSpPr txBox="1"/>
          <p:nvPr/>
        </p:nvSpPr>
        <p:spPr>
          <a:xfrm>
            <a:off x="-9499" y="358481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7BAE4F"/>
                </a:solidFill>
              </a:rPr>
              <a:t>Phaeocystis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7564F0-C280-5311-25A6-19FB8075B7C6}"/>
              </a:ext>
            </a:extLst>
          </p:cNvPr>
          <p:cNvSpPr/>
          <p:nvPr/>
        </p:nvSpPr>
        <p:spPr>
          <a:xfrm>
            <a:off x="3048333" y="2947220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4C8A2-CF0B-067E-DE7C-D6C0C6406DF9}"/>
              </a:ext>
            </a:extLst>
          </p:cNvPr>
          <p:cNvSpPr/>
          <p:nvPr/>
        </p:nvSpPr>
        <p:spPr>
          <a:xfrm>
            <a:off x="6096333" y="2944763"/>
            <a:ext cx="3048000" cy="147149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347D57-AA82-6846-1568-EF63D341CEFC}"/>
              </a:ext>
            </a:extLst>
          </p:cNvPr>
          <p:cNvSpPr/>
          <p:nvPr/>
        </p:nvSpPr>
        <p:spPr>
          <a:xfrm>
            <a:off x="9144333" y="4428825"/>
            <a:ext cx="3048000" cy="106680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B7694-CB37-1B46-634C-70B9CFC2F135}"/>
              </a:ext>
            </a:extLst>
          </p:cNvPr>
          <p:cNvSpPr txBox="1"/>
          <p:nvPr/>
        </p:nvSpPr>
        <p:spPr>
          <a:xfrm>
            <a:off x="3038502" y="363787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circular in Figure 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B06496-769B-1FDC-3568-BBB8578B4BDD}"/>
              </a:ext>
            </a:extLst>
          </p:cNvPr>
          <p:cNvSpPr txBox="1"/>
          <p:nvPr/>
        </p:nvSpPr>
        <p:spPr>
          <a:xfrm>
            <a:off x="6098156" y="166688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mc_aggregate_fluffy_grainy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21D4F-EEDF-4860-3480-CE1259A0B842}"/>
              </a:ext>
            </a:extLst>
          </p:cNvPr>
          <p:cNvSpPr txBox="1"/>
          <p:nvPr/>
        </p:nvSpPr>
        <p:spPr>
          <a:xfrm>
            <a:off x="9146157" y="167218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mc_aggregate_fluffy_grainy_elongated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182A35-1058-BCB0-3F60-1AB43F84C71B}"/>
              </a:ext>
            </a:extLst>
          </p:cNvPr>
          <p:cNvSpPr txBox="1"/>
          <p:nvPr/>
        </p:nvSpPr>
        <p:spPr>
          <a:xfrm>
            <a:off x="3048340" y="2971807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F3B630-279E-0355-2534-08C3AF1C4C4C}"/>
              </a:ext>
            </a:extLst>
          </p:cNvPr>
          <p:cNvSpPr txBox="1"/>
          <p:nvPr/>
        </p:nvSpPr>
        <p:spPr>
          <a:xfrm>
            <a:off x="6112908" y="296965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mc_aggregate_fluffy_grey_elongated</a:t>
            </a:r>
            <a:endParaRPr lang="en-US" sz="1200" b="1" dirty="0">
              <a:solidFill>
                <a:srgbClr val="7BAE4F"/>
              </a:solidFill>
            </a:endParaRPr>
          </a:p>
        </p:txBody>
      </p:sp>
      <p:pic>
        <p:nvPicPr>
          <p:cNvPr id="24" name="Picture 23" descr="A close-up of a black specks&#10;&#10;AI-generated content may be incorrect.">
            <a:extLst>
              <a:ext uri="{FF2B5EF4-FFF2-40B4-BE49-F238E27FC236}">
                <a16:creationId xmlns:a16="http://schemas.microsoft.com/office/drawing/2014/main" id="{6CD6D982-E95C-D1BB-83F6-BD47B6BF6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1" r="23480" b="30014"/>
          <a:stretch>
            <a:fillRect/>
          </a:stretch>
        </p:blipFill>
        <p:spPr>
          <a:xfrm>
            <a:off x="2085174" y="423566"/>
            <a:ext cx="957908" cy="1035660"/>
          </a:xfrm>
          <a:prstGeom prst="rect">
            <a:avLst/>
          </a:prstGeom>
        </p:spPr>
      </p:pic>
      <p:pic>
        <p:nvPicPr>
          <p:cNvPr id="25" name="Picture 24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3CD321BE-B849-7EB7-3EF0-8673D04226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8" r="23220"/>
          <a:stretch>
            <a:fillRect/>
          </a:stretch>
        </p:blipFill>
        <p:spPr>
          <a:xfrm>
            <a:off x="684344" y="569676"/>
            <a:ext cx="920316" cy="959745"/>
          </a:xfrm>
          <a:prstGeom prst="rect">
            <a:avLst/>
          </a:prstGeom>
        </p:spPr>
      </p:pic>
      <p:pic>
        <p:nvPicPr>
          <p:cNvPr id="26" name="Picture 25" descr="A black particles on a white background&#10;&#10;AI-generated content may be incorrect.">
            <a:extLst>
              <a:ext uri="{FF2B5EF4-FFF2-40B4-BE49-F238E27FC236}">
                <a16:creationId xmlns:a16="http://schemas.microsoft.com/office/drawing/2014/main" id="{368513BD-F2CB-D5CC-69CB-2C5AA96D4A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92" r="16476"/>
          <a:stretch>
            <a:fillRect/>
          </a:stretch>
        </p:blipFill>
        <p:spPr>
          <a:xfrm>
            <a:off x="11657" y="556662"/>
            <a:ext cx="681156" cy="985773"/>
          </a:xfrm>
          <a:prstGeom prst="rect">
            <a:avLst/>
          </a:prstGeom>
        </p:spPr>
      </p:pic>
      <p:pic>
        <p:nvPicPr>
          <p:cNvPr id="27" name="Picture 26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87271459-EEF9-91B8-AF20-D9009F0F2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65" y="744748"/>
            <a:ext cx="485775" cy="609600"/>
          </a:xfrm>
          <a:prstGeom prst="rect">
            <a:avLst/>
          </a:prstGeom>
        </p:spPr>
      </p:pic>
      <p:pic>
        <p:nvPicPr>
          <p:cNvPr id="28" name="Picture 27" descr="A black dot with a number and text&#10;&#10;AI-generated content may be incorrect.">
            <a:extLst>
              <a:ext uri="{FF2B5EF4-FFF2-40B4-BE49-F238E27FC236}">
                <a16:creationId xmlns:a16="http://schemas.microsoft.com/office/drawing/2014/main" id="{A8432957-9FC3-EC4E-4F7F-A80E7E290E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40" y="730461"/>
            <a:ext cx="485775" cy="638175"/>
          </a:xfrm>
          <a:prstGeom prst="rect">
            <a:avLst/>
          </a:prstGeom>
        </p:spPr>
      </p:pic>
      <p:pic>
        <p:nvPicPr>
          <p:cNvPr id="29" name="Picture 28" descr="A black circle with numbers&#10;&#10;AI-generated content may be incorrect.">
            <a:extLst>
              <a:ext uri="{FF2B5EF4-FFF2-40B4-BE49-F238E27FC236}">
                <a16:creationId xmlns:a16="http://schemas.microsoft.com/office/drawing/2014/main" id="{42478A4A-32F9-3361-4A98-441E1F931E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7" y="659023"/>
            <a:ext cx="485775" cy="781050"/>
          </a:xfrm>
          <a:prstGeom prst="rect">
            <a:avLst/>
          </a:prstGeom>
        </p:spPr>
      </p:pic>
      <p:pic>
        <p:nvPicPr>
          <p:cNvPr id="30" name="Picture 29" descr="A black dot with numbers and a line&#10;&#10;AI-generated content may be incorrect.">
            <a:extLst>
              <a:ext uri="{FF2B5EF4-FFF2-40B4-BE49-F238E27FC236}">
                <a16:creationId xmlns:a16="http://schemas.microsoft.com/office/drawing/2014/main" id="{DC0A713A-ADF0-2D6F-633B-D55EA31538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503" y="701886"/>
            <a:ext cx="485775" cy="695325"/>
          </a:xfrm>
          <a:prstGeom prst="rect">
            <a:avLst/>
          </a:prstGeom>
        </p:spPr>
      </p:pic>
      <p:pic>
        <p:nvPicPr>
          <p:cNvPr id="31" name="Picture 30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A8876EF7-2603-9411-5B6D-583CEC15A1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9" r="24356" b="25682"/>
          <a:stretch>
            <a:fillRect/>
          </a:stretch>
        </p:blipFill>
        <p:spPr>
          <a:xfrm>
            <a:off x="9281662" y="648060"/>
            <a:ext cx="778146" cy="802976"/>
          </a:xfrm>
          <a:prstGeom prst="rect">
            <a:avLst/>
          </a:prstGeom>
        </p:spPr>
      </p:pic>
      <p:pic>
        <p:nvPicPr>
          <p:cNvPr id="32" name="Picture 31" descr="A black and white image of a dog&#10;&#10;AI-generated content may be incorrect.">
            <a:extLst>
              <a:ext uri="{FF2B5EF4-FFF2-40B4-BE49-F238E27FC236}">
                <a16:creationId xmlns:a16="http://schemas.microsoft.com/office/drawing/2014/main" id="{97764B33-788A-7E2C-82BD-951F78D59A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49" y="673311"/>
            <a:ext cx="485775" cy="752475"/>
          </a:xfrm>
          <a:prstGeom prst="rect">
            <a:avLst/>
          </a:prstGeom>
        </p:spPr>
      </p:pic>
      <p:pic>
        <p:nvPicPr>
          <p:cNvPr id="33" name="Picture 32" descr="A black and white image of a dog&#10;&#10;AI-generated content may be incorrect.">
            <a:extLst>
              <a:ext uri="{FF2B5EF4-FFF2-40B4-BE49-F238E27FC236}">
                <a16:creationId xmlns:a16="http://schemas.microsoft.com/office/drawing/2014/main" id="{91AC1F40-C7F5-44FF-CD83-26D7110005D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922" y="601873"/>
            <a:ext cx="628650" cy="895350"/>
          </a:xfrm>
          <a:prstGeom prst="rect">
            <a:avLst/>
          </a:prstGeom>
        </p:spPr>
      </p:pic>
      <p:pic>
        <p:nvPicPr>
          <p:cNvPr id="34" name="Picture 33" descr="A black and white image of a black and white object&#10;&#10;AI-generated content may be incorrect.">
            <a:extLst>
              <a:ext uri="{FF2B5EF4-FFF2-40B4-BE49-F238E27FC236}">
                <a16:creationId xmlns:a16="http://schemas.microsoft.com/office/drawing/2014/main" id="{6F8D2E86-BC7A-7CFB-FEED-5ACB6304C6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099" y="573298"/>
            <a:ext cx="600075" cy="952500"/>
          </a:xfrm>
          <a:prstGeom prst="rect">
            <a:avLst/>
          </a:prstGeom>
        </p:spPr>
      </p:pic>
      <p:pic>
        <p:nvPicPr>
          <p:cNvPr id="35" name="Picture 34" descr="A cloud of smoke in the sky&#10;&#10;AI-generated content may be incorrect.">
            <a:extLst>
              <a:ext uri="{FF2B5EF4-FFF2-40B4-BE49-F238E27FC236}">
                <a16:creationId xmlns:a16="http://schemas.microsoft.com/office/drawing/2014/main" id="{CB58D7D5-37DA-459F-A770-04DECEAB1BC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6" r="17530"/>
          <a:stretch>
            <a:fillRect/>
          </a:stretch>
        </p:blipFill>
        <p:spPr>
          <a:xfrm>
            <a:off x="2267484" y="1722514"/>
            <a:ext cx="754111" cy="1192513"/>
          </a:xfrm>
          <a:prstGeom prst="rect">
            <a:avLst/>
          </a:prstGeom>
        </p:spPr>
      </p:pic>
      <p:pic>
        <p:nvPicPr>
          <p:cNvPr id="36" name="Picture 35" descr="A black and white image of a person's foot&#10;&#10;AI-generated content may be incorrect.">
            <a:extLst>
              <a:ext uri="{FF2B5EF4-FFF2-40B4-BE49-F238E27FC236}">
                <a16:creationId xmlns:a16="http://schemas.microsoft.com/office/drawing/2014/main" id="{CBCAD645-2482-3978-DF5F-AAFA51EF6FB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48" y="1728220"/>
            <a:ext cx="571500" cy="1181100"/>
          </a:xfrm>
          <a:prstGeom prst="rect">
            <a:avLst/>
          </a:prstGeom>
        </p:spPr>
      </p:pic>
      <p:pic>
        <p:nvPicPr>
          <p:cNvPr id="37" name="Picture 36" descr="A white sky with black text&#10;&#10;AI-generated content may be incorrect.">
            <a:extLst>
              <a:ext uri="{FF2B5EF4-FFF2-40B4-BE49-F238E27FC236}">
                <a16:creationId xmlns:a16="http://schemas.microsoft.com/office/drawing/2014/main" id="{FA904524-F27A-2F3B-8595-A838135BD9B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70"/>
          <a:stretch>
            <a:fillRect/>
          </a:stretch>
        </p:blipFill>
        <p:spPr>
          <a:xfrm>
            <a:off x="743850" y="1976728"/>
            <a:ext cx="860810" cy="684085"/>
          </a:xfrm>
          <a:prstGeom prst="rect">
            <a:avLst/>
          </a:prstGeom>
        </p:spPr>
      </p:pic>
      <p:pic>
        <p:nvPicPr>
          <p:cNvPr id="38" name="Picture 37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CF67BA9D-7A87-F8CB-B0E5-D7E1D668801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0" b="24732"/>
          <a:stretch>
            <a:fillRect/>
          </a:stretch>
        </p:blipFill>
        <p:spPr>
          <a:xfrm>
            <a:off x="23431" y="1878183"/>
            <a:ext cx="690409" cy="881174"/>
          </a:xfrm>
          <a:prstGeom prst="rect">
            <a:avLst/>
          </a:prstGeom>
        </p:spPr>
      </p:pic>
      <p:pic>
        <p:nvPicPr>
          <p:cNvPr id="39" name="Picture 38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BD5AD60E-A58B-73B0-0A1A-A533F8396F0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01" y="1916874"/>
            <a:ext cx="485775" cy="981075"/>
          </a:xfrm>
          <a:prstGeom prst="rect">
            <a:avLst/>
          </a:prstGeom>
        </p:spPr>
      </p:pic>
      <p:pic>
        <p:nvPicPr>
          <p:cNvPr id="40" name="Picture 39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AD53027F-DFE7-32BD-8C88-C2CE175D3D8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504" y="1988311"/>
            <a:ext cx="542925" cy="838200"/>
          </a:xfrm>
          <a:prstGeom prst="rect">
            <a:avLst/>
          </a:prstGeom>
        </p:spPr>
      </p:pic>
      <p:pic>
        <p:nvPicPr>
          <p:cNvPr id="41" name="Picture 40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3D073FB6-A4E5-D6F2-6698-D57F9FCCA7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377" y="1988311"/>
            <a:ext cx="485775" cy="838200"/>
          </a:xfrm>
          <a:prstGeom prst="rect">
            <a:avLst/>
          </a:prstGeom>
        </p:spPr>
      </p:pic>
      <p:pic>
        <p:nvPicPr>
          <p:cNvPr id="42" name="Picture 41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ECF99083-D6CA-D6EA-5A0D-BB01F94D117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495" y="2045461"/>
            <a:ext cx="485775" cy="723900"/>
          </a:xfrm>
          <a:prstGeom prst="rect">
            <a:avLst/>
          </a:prstGeom>
        </p:spPr>
      </p:pic>
      <p:pic>
        <p:nvPicPr>
          <p:cNvPr id="43" name="Picture 42" descr="A blurry image of a number&#10;&#10;AI-generated content may be incorrect.">
            <a:extLst>
              <a:ext uri="{FF2B5EF4-FFF2-40B4-BE49-F238E27FC236}">
                <a16:creationId xmlns:a16="http://schemas.microsoft.com/office/drawing/2014/main" id="{F849A4A6-A3F8-8538-C881-9A0F39295EB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85" y="1962262"/>
            <a:ext cx="485775" cy="809625"/>
          </a:xfrm>
          <a:prstGeom prst="rect">
            <a:avLst/>
          </a:prstGeom>
        </p:spPr>
      </p:pic>
      <p:pic>
        <p:nvPicPr>
          <p:cNvPr id="44" name="Picture 43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5C3D8BE2-265C-7062-DE7C-06CCF121608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83" y="1890824"/>
            <a:ext cx="485775" cy="952500"/>
          </a:xfrm>
          <a:prstGeom prst="rect">
            <a:avLst/>
          </a:prstGeom>
        </p:spPr>
      </p:pic>
      <p:pic>
        <p:nvPicPr>
          <p:cNvPr id="45" name="Picture 44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41B94D6B-6C42-0E62-A1B8-CFB667692F0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71" y="1947974"/>
            <a:ext cx="571500" cy="838200"/>
          </a:xfrm>
          <a:prstGeom prst="rect">
            <a:avLst/>
          </a:prstGeom>
        </p:spPr>
      </p:pic>
      <p:pic>
        <p:nvPicPr>
          <p:cNvPr id="46" name="Picture 45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07D3A280-9D0E-94D3-AB4A-86C32FFD518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473" y="1947974"/>
            <a:ext cx="485775" cy="838200"/>
          </a:xfrm>
          <a:prstGeom prst="rect">
            <a:avLst/>
          </a:prstGeom>
        </p:spPr>
      </p:pic>
      <p:pic>
        <p:nvPicPr>
          <p:cNvPr id="47" name="Picture 46" descr="A black and white image of a number and a circle&#10;&#10;AI-generated content may be incorrect.">
            <a:extLst>
              <a:ext uri="{FF2B5EF4-FFF2-40B4-BE49-F238E27FC236}">
                <a16:creationId xmlns:a16="http://schemas.microsoft.com/office/drawing/2014/main" id="{9D3DF2FD-21A4-3200-2227-87BB1CEFB0C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403" y="1971110"/>
            <a:ext cx="485775" cy="723900"/>
          </a:xfrm>
          <a:prstGeom prst="rect">
            <a:avLst/>
          </a:prstGeom>
        </p:spPr>
      </p:pic>
      <p:pic>
        <p:nvPicPr>
          <p:cNvPr id="48" name="Picture 47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AEC1E34D-9C79-BEBA-652F-F76C43B6064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735" y="1956823"/>
            <a:ext cx="485775" cy="752475"/>
          </a:xfrm>
          <a:prstGeom prst="rect">
            <a:avLst/>
          </a:prstGeom>
        </p:spPr>
      </p:pic>
      <p:pic>
        <p:nvPicPr>
          <p:cNvPr id="49" name="Picture 48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5FD2AED8-125A-796A-FDF8-C533BA5003B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360" y="1985398"/>
            <a:ext cx="485775" cy="695325"/>
          </a:xfrm>
          <a:prstGeom prst="rect">
            <a:avLst/>
          </a:prstGeom>
        </p:spPr>
      </p:pic>
      <p:pic>
        <p:nvPicPr>
          <p:cNvPr id="50" name="Picture 49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C1FDAF35-BA2B-A16F-FB25-918677AAD85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399" y="1928248"/>
            <a:ext cx="485775" cy="809625"/>
          </a:xfrm>
          <a:prstGeom prst="rect">
            <a:avLst/>
          </a:prstGeom>
        </p:spPr>
      </p:pic>
      <p:pic>
        <p:nvPicPr>
          <p:cNvPr id="51" name="Picture 50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76916E31-8260-58E0-B253-45B9C3FC4E6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47" y="3322356"/>
            <a:ext cx="600075" cy="981075"/>
          </a:xfrm>
          <a:prstGeom prst="rect">
            <a:avLst/>
          </a:prstGeom>
        </p:spPr>
      </p:pic>
      <p:pic>
        <p:nvPicPr>
          <p:cNvPr id="52" name="Picture 51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6E485B01-247C-E0ED-7256-3CB675ABFC7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93" y="3275038"/>
            <a:ext cx="600075" cy="1095375"/>
          </a:xfrm>
          <a:prstGeom prst="rect">
            <a:avLst/>
          </a:prstGeom>
        </p:spPr>
      </p:pic>
      <p:pic>
        <p:nvPicPr>
          <p:cNvPr id="53" name="Picture 52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AE69F485-7F96-9D95-283B-4C87FD47E34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70" y="3299157"/>
            <a:ext cx="857250" cy="1066800"/>
          </a:xfrm>
          <a:prstGeom prst="rect">
            <a:avLst/>
          </a:prstGeom>
        </p:spPr>
      </p:pic>
      <p:pic>
        <p:nvPicPr>
          <p:cNvPr id="54" name="Picture 53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736A3459-D1A9-8B35-AE14-E32559A5FB9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47" y="3465231"/>
            <a:ext cx="485775" cy="69532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76EBB7B-145C-1C95-F937-A23D162CA7C2}"/>
              </a:ext>
            </a:extLst>
          </p:cNvPr>
          <p:cNvSpPr txBox="1"/>
          <p:nvPr/>
        </p:nvSpPr>
        <p:spPr>
          <a:xfrm>
            <a:off x="339" y="2966501"/>
            <a:ext cx="3057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mc_aggregate_fluffy_grainy_to_aggregate_dense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grainy/dense in Figure 7</a:t>
            </a:r>
          </a:p>
        </p:txBody>
      </p:sp>
      <p:pic>
        <p:nvPicPr>
          <p:cNvPr id="56" name="Picture 55" descr="A black and white image of a drop of water&#10;&#10;AI-generated content may be incorrect.">
            <a:extLst>
              <a:ext uri="{FF2B5EF4-FFF2-40B4-BE49-F238E27FC236}">
                <a16:creationId xmlns:a16="http://schemas.microsoft.com/office/drawing/2014/main" id="{4727D68C-D43A-B5BB-32E0-67A0EF99C5D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97" y="3393793"/>
            <a:ext cx="485775" cy="838200"/>
          </a:xfrm>
          <a:prstGeom prst="rect">
            <a:avLst/>
          </a:prstGeom>
        </p:spPr>
      </p:pic>
      <p:pic>
        <p:nvPicPr>
          <p:cNvPr id="57" name="Picture 56" descr="A black blotch on a white background&#10;&#10;AI-generated content may be incorrect.">
            <a:extLst>
              <a:ext uri="{FF2B5EF4-FFF2-40B4-BE49-F238E27FC236}">
                <a16:creationId xmlns:a16="http://schemas.microsoft.com/office/drawing/2014/main" id="{6BAB8AF8-DCED-DF0C-3EA9-7B396570FE9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22" y="3350931"/>
            <a:ext cx="628650" cy="923925"/>
          </a:xfrm>
          <a:prstGeom prst="rect">
            <a:avLst/>
          </a:prstGeom>
        </p:spPr>
      </p:pic>
      <p:pic>
        <p:nvPicPr>
          <p:cNvPr id="58" name="Picture 57" descr="A number and a number&#10;&#10;AI-generated content may be incorrect.">
            <a:extLst>
              <a:ext uri="{FF2B5EF4-FFF2-40B4-BE49-F238E27FC236}">
                <a16:creationId xmlns:a16="http://schemas.microsoft.com/office/drawing/2014/main" id="{57D2018C-E7C9-FF3B-4B00-FE43AA11F0D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362" y="3450943"/>
            <a:ext cx="485775" cy="723900"/>
          </a:xfrm>
          <a:prstGeom prst="rect">
            <a:avLst/>
          </a:prstGeom>
        </p:spPr>
      </p:pic>
      <p:pic>
        <p:nvPicPr>
          <p:cNvPr id="59" name="Picture 58" descr="A smoke in the air&#10;&#10;AI-generated content may be incorrect.">
            <a:extLst>
              <a:ext uri="{FF2B5EF4-FFF2-40B4-BE49-F238E27FC236}">
                <a16:creationId xmlns:a16="http://schemas.microsoft.com/office/drawing/2014/main" id="{521FF875-21AB-4325-CADD-715554727AD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833" y="3365218"/>
            <a:ext cx="485775" cy="895350"/>
          </a:xfrm>
          <a:prstGeom prst="rect">
            <a:avLst/>
          </a:prstGeom>
        </p:spPr>
      </p:pic>
      <p:pic>
        <p:nvPicPr>
          <p:cNvPr id="60" name="Picture 59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EA311FC9-8053-69B8-2A57-0AF436C2B6F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969" y="3391336"/>
            <a:ext cx="485775" cy="838200"/>
          </a:xfrm>
          <a:prstGeom prst="rect">
            <a:avLst/>
          </a:prstGeom>
        </p:spPr>
      </p:pic>
      <p:pic>
        <p:nvPicPr>
          <p:cNvPr id="61" name="Picture 60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51573270-E805-B60D-CB2C-C5CA851E525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49" y="3434199"/>
            <a:ext cx="485775" cy="752475"/>
          </a:xfrm>
          <a:prstGeom prst="rect">
            <a:avLst/>
          </a:prstGeom>
        </p:spPr>
      </p:pic>
      <p:pic>
        <p:nvPicPr>
          <p:cNvPr id="62" name="Picture 61" descr="A number and a number&#10;&#10;AI-generated content may be incorrect.">
            <a:extLst>
              <a:ext uri="{FF2B5EF4-FFF2-40B4-BE49-F238E27FC236}">
                <a16:creationId xmlns:a16="http://schemas.microsoft.com/office/drawing/2014/main" id="{D9199AFB-5E6F-A930-6B92-C3485BC692C8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082" y="3448486"/>
            <a:ext cx="485775" cy="723900"/>
          </a:xfrm>
          <a:prstGeom prst="rect">
            <a:avLst/>
          </a:prstGeom>
        </p:spPr>
      </p:pic>
      <p:pic>
        <p:nvPicPr>
          <p:cNvPr id="63" name="Picture 62" descr="A number and a number&#10;&#10;AI-generated content may be incorrect.">
            <a:extLst>
              <a:ext uri="{FF2B5EF4-FFF2-40B4-BE49-F238E27FC236}">
                <a16:creationId xmlns:a16="http://schemas.microsoft.com/office/drawing/2014/main" id="{C0BEDD64-90C5-EE85-2E0A-564CE8B2560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245" y="3448486"/>
            <a:ext cx="485775" cy="723900"/>
          </a:xfrm>
          <a:prstGeom prst="rect">
            <a:avLst/>
          </a:prstGeom>
        </p:spPr>
      </p:pic>
      <p:pic>
        <p:nvPicPr>
          <p:cNvPr id="64" name="Picture 63" descr="A close up of a number&#10;&#10;AI-generated content may be incorrect.">
            <a:extLst>
              <a:ext uri="{FF2B5EF4-FFF2-40B4-BE49-F238E27FC236}">
                <a16:creationId xmlns:a16="http://schemas.microsoft.com/office/drawing/2014/main" id="{25174ECB-8561-1457-4068-F5B481429DB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935" y="3545885"/>
            <a:ext cx="485775" cy="666750"/>
          </a:xfrm>
          <a:prstGeom prst="rect">
            <a:avLst/>
          </a:prstGeom>
        </p:spPr>
      </p:pic>
      <p:pic>
        <p:nvPicPr>
          <p:cNvPr id="65" name="Picture 64" descr="A white object with black text&#10;&#10;AI-generated content may be incorrect.">
            <a:extLst>
              <a:ext uri="{FF2B5EF4-FFF2-40B4-BE49-F238E27FC236}">
                <a16:creationId xmlns:a16="http://schemas.microsoft.com/office/drawing/2014/main" id="{FB78F240-F6F1-E4C0-E9EB-3BDC495DDFAE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111" y="3364603"/>
            <a:ext cx="600075" cy="1009650"/>
          </a:xfrm>
          <a:prstGeom prst="rect">
            <a:avLst/>
          </a:prstGeom>
        </p:spPr>
      </p:pic>
      <p:pic>
        <p:nvPicPr>
          <p:cNvPr id="66" name="Picture 6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9F926FB-1FBF-8078-40F3-E12677FDED3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821" y="3316364"/>
            <a:ext cx="828675" cy="1066800"/>
          </a:xfrm>
          <a:prstGeom prst="rect">
            <a:avLst/>
          </a:prstGeom>
        </p:spPr>
      </p:pic>
      <p:pic>
        <p:nvPicPr>
          <p:cNvPr id="67" name="Picture 66" descr="A number and a number&#10;&#10;AI-generated content may be incorrect.">
            <a:extLst>
              <a:ext uri="{FF2B5EF4-FFF2-40B4-BE49-F238E27FC236}">
                <a16:creationId xmlns:a16="http://schemas.microsoft.com/office/drawing/2014/main" id="{E22443D4-B9FA-B2A8-DFB3-62EB3AA04A3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8812" y="3497646"/>
            <a:ext cx="485775" cy="7239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50CA78B-8B3B-0DB4-ECF5-B12B8EEC7974}"/>
              </a:ext>
            </a:extLst>
          </p:cNvPr>
          <p:cNvSpPr txBox="1"/>
          <p:nvPr/>
        </p:nvSpPr>
        <p:spPr>
          <a:xfrm>
            <a:off x="9160909" y="297496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mc_aggregate_fluffy_grey_to_aggregate_badfocus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gray/</a:t>
            </a:r>
            <a:r>
              <a:rPr lang="en-US" sz="1200" b="1" dirty="0" err="1">
                <a:solidFill>
                  <a:srgbClr val="7BAE4F"/>
                </a:solidFill>
              </a:rPr>
              <a:t>badfocus</a:t>
            </a:r>
            <a:r>
              <a:rPr lang="en-US" sz="1200" b="1" dirty="0">
                <a:solidFill>
                  <a:srgbClr val="7BAE4F"/>
                </a:solidFill>
              </a:rPr>
              <a:t> in Figure 7</a:t>
            </a:r>
          </a:p>
        </p:txBody>
      </p:sp>
      <p:pic>
        <p:nvPicPr>
          <p:cNvPr id="69" name="Picture 68" descr="A black dot on a white surface&#10;&#10;AI-generated content may be incorrect.">
            <a:extLst>
              <a:ext uri="{FF2B5EF4-FFF2-40B4-BE49-F238E27FC236}">
                <a16:creationId xmlns:a16="http://schemas.microsoft.com/office/drawing/2014/main" id="{DE23B70E-91D3-9CDB-FD8D-06A74D61B596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429" r="16588"/>
          <a:stretch>
            <a:fillRect/>
          </a:stretch>
        </p:blipFill>
        <p:spPr>
          <a:xfrm>
            <a:off x="11494820" y="4571700"/>
            <a:ext cx="405193" cy="888417"/>
          </a:xfrm>
          <a:prstGeom prst="rect">
            <a:avLst/>
          </a:prstGeom>
        </p:spPr>
      </p:pic>
      <p:pic>
        <p:nvPicPr>
          <p:cNvPr id="70" name="Picture 69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04D9DD09-006D-FBC7-9327-CA90AC5A53B7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437" y="4653073"/>
            <a:ext cx="485775" cy="781050"/>
          </a:xfrm>
          <a:prstGeom prst="rect">
            <a:avLst/>
          </a:prstGeom>
        </p:spPr>
      </p:pic>
      <p:pic>
        <p:nvPicPr>
          <p:cNvPr id="71" name="Picture 70" descr="A blurry image of a bird&#10;&#10;AI-generated content may be incorrect.">
            <a:extLst>
              <a:ext uri="{FF2B5EF4-FFF2-40B4-BE49-F238E27FC236}">
                <a16:creationId xmlns:a16="http://schemas.microsoft.com/office/drawing/2014/main" id="{F9FE65D1-3602-4CBA-3E11-F6DC4EEEAA8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840" y="4638786"/>
            <a:ext cx="485775" cy="809625"/>
          </a:xfrm>
          <a:prstGeom prst="rect">
            <a:avLst/>
          </a:prstGeom>
        </p:spPr>
      </p:pic>
      <p:pic>
        <p:nvPicPr>
          <p:cNvPr id="72" name="Picture 71" descr="A black object in the air&#10;&#10;AI-generated content may be incorrect.">
            <a:extLst>
              <a:ext uri="{FF2B5EF4-FFF2-40B4-BE49-F238E27FC236}">
                <a16:creationId xmlns:a16="http://schemas.microsoft.com/office/drawing/2014/main" id="{85D53EDA-AC17-BDAD-10F5-0774CD4C750F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803" r="16588"/>
          <a:stretch>
            <a:fillRect/>
          </a:stretch>
        </p:blipFill>
        <p:spPr>
          <a:xfrm>
            <a:off x="9210755" y="4501250"/>
            <a:ext cx="405193" cy="95886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0282748-F2DD-F0E3-5414-FF0A7D8798AD}"/>
              </a:ext>
            </a:extLst>
          </p:cNvPr>
          <p:cNvSpPr txBox="1"/>
          <p:nvPr/>
        </p:nvSpPr>
        <p:spPr>
          <a:xfrm>
            <a:off x="6103070" y="36409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mc_aggregate_dark_round_to_puff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23C89F-2724-4AC4-E0AF-EC68E958ECE0}"/>
              </a:ext>
            </a:extLst>
          </p:cNvPr>
          <p:cNvSpPr txBox="1"/>
          <p:nvPr/>
        </p:nvSpPr>
        <p:spPr>
          <a:xfrm>
            <a:off x="3033588" y="1666573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mc_aggregate_fluffy_elongated_to_aggregate_dense_elong</a:t>
            </a:r>
            <a:endParaRPr lang="en-US" sz="1200" b="1" dirty="0">
              <a:solidFill>
                <a:srgbClr val="7BAE4F"/>
              </a:solidFill>
            </a:endParaRPr>
          </a:p>
        </p:txBody>
      </p:sp>
      <p:pic>
        <p:nvPicPr>
          <p:cNvPr id="75" name="Picture 74" descr="A close-up of a black specks&#10;&#10;AI-generated content may be incorrect.">
            <a:extLst>
              <a:ext uri="{FF2B5EF4-FFF2-40B4-BE49-F238E27FC236}">
                <a16:creationId xmlns:a16="http://schemas.microsoft.com/office/drawing/2014/main" id="{4A6D3745-9C09-28B2-5EC9-B16B420525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95" r="23480"/>
          <a:stretch>
            <a:fillRect/>
          </a:stretch>
        </p:blipFill>
        <p:spPr>
          <a:xfrm>
            <a:off x="2080594" y="1247132"/>
            <a:ext cx="957908" cy="290027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32C93F8E-88C3-0FB1-31AB-8E550CDD678E}"/>
              </a:ext>
            </a:extLst>
          </p:cNvPr>
          <p:cNvSpPr txBox="1"/>
          <p:nvPr/>
        </p:nvSpPr>
        <p:spPr>
          <a:xfrm>
            <a:off x="-14413" y="1661267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mc_aggregate_fluffy_elongated</a:t>
            </a:r>
            <a:endParaRPr lang="en-US" sz="1200" b="1" dirty="0">
              <a:solidFill>
                <a:srgbClr val="7BAE4F"/>
              </a:solidFill>
            </a:endParaRPr>
          </a:p>
          <a:p>
            <a:pPr algn="ctr"/>
            <a:r>
              <a:rPr lang="en-US" sz="1200" b="1" dirty="0">
                <a:solidFill>
                  <a:srgbClr val="7BAE4F"/>
                </a:solidFill>
              </a:rPr>
              <a:t>Fluffy </a:t>
            </a:r>
            <a:r>
              <a:rPr lang="en-US" sz="1200" b="1" dirty="0" err="1">
                <a:solidFill>
                  <a:srgbClr val="7BAE4F"/>
                </a:solidFill>
              </a:rPr>
              <a:t>agg</a:t>
            </a:r>
            <a:r>
              <a:rPr lang="en-US" sz="1200" b="1" dirty="0">
                <a:solidFill>
                  <a:srgbClr val="7BAE4F"/>
                </a:solidFill>
              </a:rPr>
              <a:t> elongated in Figure 7</a:t>
            </a:r>
          </a:p>
        </p:txBody>
      </p:sp>
      <p:pic>
        <p:nvPicPr>
          <p:cNvPr id="77" name="Picture 76" descr="A white background with black spots&#10;&#10;AI-generated content may be incorrect.">
            <a:extLst>
              <a:ext uri="{FF2B5EF4-FFF2-40B4-BE49-F238E27FC236}">
                <a16:creationId xmlns:a16="http://schemas.microsoft.com/office/drawing/2014/main" id="{A720BF22-B762-5F10-1821-359754609ED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35"/>
          <a:stretch>
            <a:fillRect/>
          </a:stretch>
        </p:blipFill>
        <p:spPr>
          <a:xfrm>
            <a:off x="27673" y="2511167"/>
            <a:ext cx="690409" cy="244468"/>
          </a:xfrm>
          <a:prstGeom prst="rect">
            <a:avLst/>
          </a:prstGeom>
        </p:spPr>
      </p:pic>
      <p:pic>
        <p:nvPicPr>
          <p:cNvPr id="78" name="Picture 77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1C45959D-B699-578B-6499-B57547826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98" r="22681" b="-1975"/>
          <a:stretch>
            <a:fillRect/>
          </a:stretch>
        </p:blipFill>
        <p:spPr>
          <a:xfrm>
            <a:off x="3744806" y="1271828"/>
            <a:ext cx="905852" cy="321420"/>
          </a:xfrm>
          <a:prstGeom prst="rect">
            <a:avLst/>
          </a:prstGeom>
        </p:spPr>
      </p:pic>
      <p:pic>
        <p:nvPicPr>
          <p:cNvPr id="79" name="Picture 78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EE9C6F5A-763B-3D68-5E81-FEB63886E8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24" r="24356"/>
          <a:stretch>
            <a:fillRect/>
          </a:stretch>
        </p:blipFill>
        <p:spPr>
          <a:xfrm>
            <a:off x="9277430" y="1119819"/>
            <a:ext cx="778146" cy="324245"/>
          </a:xfrm>
          <a:prstGeom prst="rect">
            <a:avLst/>
          </a:prstGeom>
        </p:spPr>
      </p:pic>
      <p:pic>
        <p:nvPicPr>
          <p:cNvPr id="80" name="Picture 79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30A963CA-35E7-32D1-C883-7FECAF889FE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87"/>
          <a:stretch>
            <a:fillRect/>
          </a:stretch>
        </p:blipFill>
        <p:spPr>
          <a:xfrm>
            <a:off x="1512148" y="569676"/>
            <a:ext cx="601704" cy="959745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FC1F1597-2305-EE6E-C7CB-C48FAC97C78C}"/>
              </a:ext>
            </a:extLst>
          </p:cNvPr>
          <p:cNvSpPr txBox="1"/>
          <p:nvPr/>
        </p:nvSpPr>
        <p:spPr>
          <a:xfrm>
            <a:off x="9151071" y="369402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mc_aggregate_fluffy_dark_to_aggregate_dense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E06731-CF11-DEF7-1933-514F977F0BB2}"/>
              </a:ext>
            </a:extLst>
          </p:cNvPr>
          <p:cNvSpPr txBox="1"/>
          <p:nvPr/>
        </p:nvSpPr>
        <p:spPr>
          <a:xfrm>
            <a:off x="9138828" y="44415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7BAE4F"/>
                </a:solidFill>
              </a:rPr>
              <a:t>mc_aggregate_fluffy_grey_to_rhizaria</a:t>
            </a:r>
            <a:endParaRPr lang="en-US" sz="1200" b="1" dirty="0">
              <a:solidFill>
                <a:srgbClr val="7BAE4F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AE27900-8D79-3544-75A6-0258C4946F4C}"/>
              </a:ext>
            </a:extLst>
          </p:cNvPr>
          <p:cNvSpPr/>
          <p:nvPr/>
        </p:nvSpPr>
        <p:spPr>
          <a:xfrm>
            <a:off x="3048000" y="5850199"/>
            <a:ext cx="3048000" cy="96649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933BD3A-410D-2F2C-7E1A-B90A9806A002}"/>
              </a:ext>
            </a:extLst>
          </p:cNvPr>
          <p:cNvSpPr/>
          <p:nvPr/>
        </p:nvSpPr>
        <p:spPr>
          <a:xfrm>
            <a:off x="0" y="4798149"/>
            <a:ext cx="3048000" cy="1051744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8CAFB15-EB67-5467-1AC3-1D022C475A02}"/>
              </a:ext>
            </a:extLst>
          </p:cNvPr>
          <p:cNvSpPr/>
          <p:nvPr/>
        </p:nvSpPr>
        <p:spPr>
          <a:xfrm>
            <a:off x="0" y="5850200"/>
            <a:ext cx="3048000" cy="96742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DF15A49-8A76-9C4B-DED2-4815AE545BA8}"/>
              </a:ext>
            </a:extLst>
          </p:cNvPr>
          <p:cNvSpPr/>
          <p:nvPr/>
        </p:nvSpPr>
        <p:spPr>
          <a:xfrm>
            <a:off x="3048333" y="7900225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68A4019-2E89-DC0E-64BA-875168DEBF72}"/>
              </a:ext>
            </a:extLst>
          </p:cNvPr>
          <p:cNvSpPr/>
          <p:nvPr/>
        </p:nvSpPr>
        <p:spPr>
          <a:xfrm>
            <a:off x="333" y="6808849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376511C-F023-ECEC-5887-D8413532EE61}"/>
              </a:ext>
            </a:extLst>
          </p:cNvPr>
          <p:cNvSpPr/>
          <p:nvPr/>
        </p:nvSpPr>
        <p:spPr>
          <a:xfrm>
            <a:off x="3048333" y="6808849"/>
            <a:ext cx="3048000" cy="1089690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448B187-8823-6368-6813-D74AF6D6D14A}"/>
              </a:ext>
            </a:extLst>
          </p:cNvPr>
          <p:cNvSpPr/>
          <p:nvPr/>
        </p:nvSpPr>
        <p:spPr>
          <a:xfrm>
            <a:off x="333" y="7900225"/>
            <a:ext cx="3048000" cy="121829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pic>
        <p:nvPicPr>
          <p:cNvPr id="90" name="Picture 89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D4BE9158-F820-69CB-C3C9-5F1B9660C50B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06" y="8137441"/>
            <a:ext cx="771525" cy="923925"/>
          </a:xfrm>
          <a:prstGeom prst="rect">
            <a:avLst/>
          </a:prstGeom>
        </p:spPr>
      </p:pic>
      <p:pic>
        <p:nvPicPr>
          <p:cNvPr id="91" name="Picture 90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5E953F81-4B24-C810-3AB6-1769F8C12C6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662" y="8294603"/>
            <a:ext cx="485775" cy="609600"/>
          </a:xfrm>
          <a:prstGeom prst="rect">
            <a:avLst/>
          </a:prstGeom>
        </p:spPr>
      </p:pic>
      <p:pic>
        <p:nvPicPr>
          <p:cNvPr id="92" name="Picture 91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BDD17CF7-C8E0-B411-EB6A-BA575ED7A845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19" y="8294603"/>
            <a:ext cx="485775" cy="609600"/>
          </a:xfrm>
          <a:prstGeom prst="rect">
            <a:avLst/>
          </a:prstGeom>
        </p:spPr>
      </p:pic>
      <p:pic>
        <p:nvPicPr>
          <p:cNvPr id="93" name="Picture 92" descr="A blurry image of a lamp&#10;&#10;AI-generated content may be incorrect.">
            <a:extLst>
              <a:ext uri="{FF2B5EF4-FFF2-40B4-BE49-F238E27FC236}">
                <a16:creationId xmlns:a16="http://schemas.microsoft.com/office/drawing/2014/main" id="{F38BD4D9-33D2-E8C0-6793-3173315541E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402" y="8031131"/>
            <a:ext cx="485775" cy="1038225"/>
          </a:xfrm>
          <a:prstGeom prst="rect">
            <a:avLst/>
          </a:prstGeom>
        </p:spPr>
      </p:pic>
      <p:pic>
        <p:nvPicPr>
          <p:cNvPr id="94" name="Picture 93" descr="A black text and numbers&#10;&#10;AI-generated content may be incorrect.">
            <a:extLst>
              <a:ext uri="{FF2B5EF4-FFF2-40B4-BE49-F238E27FC236}">
                <a16:creationId xmlns:a16="http://schemas.microsoft.com/office/drawing/2014/main" id="{22CEF227-F67F-01A6-CACD-56A63314EF6C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67" y="5185194"/>
            <a:ext cx="485775" cy="609600"/>
          </a:xfrm>
          <a:prstGeom prst="rect">
            <a:avLst/>
          </a:prstGeom>
        </p:spPr>
      </p:pic>
      <p:pic>
        <p:nvPicPr>
          <p:cNvPr id="95" name="Picture 94" descr="A black and white image of a number and a black and white image of a number&#10;&#10;AI-generated content may be incorrect.">
            <a:extLst>
              <a:ext uri="{FF2B5EF4-FFF2-40B4-BE49-F238E27FC236}">
                <a16:creationId xmlns:a16="http://schemas.microsoft.com/office/drawing/2014/main" id="{E486251A-0717-3B8A-2EEC-6EBB2D763D83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04" y="5121639"/>
            <a:ext cx="485775" cy="695325"/>
          </a:xfrm>
          <a:prstGeom prst="rect">
            <a:avLst/>
          </a:prstGeom>
        </p:spPr>
      </p:pic>
      <p:pic>
        <p:nvPicPr>
          <p:cNvPr id="96" name="Picture 95" descr="A close-up of a number&#10;&#10;AI-generated content may be incorrect.">
            <a:extLst>
              <a:ext uri="{FF2B5EF4-FFF2-40B4-BE49-F238E27FC236}">
                <a16:creationId xmlns:a16="http://schemas.microsoft.com/office/drawing/2014/main" id="{261DE83B-6597-61B7-22FB-D354D4027445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55" y="5121639"/>
            <a:ext cx="485775" cy="609600"/>
          </a:xfrm>
          <a:prstGeom prst="rect">
            <a:avLst/>
          </a:prstGeom>
        </p:spPr>
      </p:pic>
      <p:pic>
        <p:nvPicPr>
          <p:cNvPr id="97" name="Picture 96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48B1F85F-0BBC-B4F5-7E90-A8A5787F92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92" y="5099469"/>
            <a:ext cx="485775" cy="695325"/>
          </a:xfrm>
          <a:prstGeom prst="rect">
            <a:avLst/>
          </a:prstGeom>
        </p:spPr>
      </p:pic>
      <p:pic>
        <p:nvPicPr>
          <p:cNvPr id="98" name="Picture 97" descr="A black and white image of a diamond&#10;&#10;AI-generated content may be incorrect.">
            <a:extLst>
              <a:ext uri="{FF2B5EF4-FFF2-40B4-BE49-F238E27FC236}">
                <a16:creationId xmlns:a16="http://schemas.microsoft.com/office/drawing/2014/main" id="{79C99488-B024-875A-B835-A94E057EAA7F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03" y="5141972"/>
            <a:ext cx="485775" cy="609600"/>
          </a:xfrm>
          <a:prstGeom prst="rect">
            <a:avLst/>
          </a:prstGeom>
        </p:spPr>
      </p:pic>
      <p:pic>
        <p:nvPicPr>
          <p:cNvPr id="99" name="Picture 98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711087A7-BB91-74DB-1D47-8390E09405A1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081" y="5051227"/>
            <a:ext cx="485775" cy="723900"/>
          </a:xfrm>
          <a:prstGeom prst="rect">
            <a:avLst/>
          </a:prstGeom>
        </p:spPr>
      </p:pic>
      <p:pic>
        <p:nvPicPr>
          <p:cNvPr id="100" name="Picture 99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E7A91D9-00AE-73E7-AD64-5F7D39E38A1C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810" y="4805577"/>
            <a:ext cx="600075" cy="1038225"/>
          </a:xfrm>
          <a:prstGeom prst="rect">
            <a:avLst/>
          </a:prstGeom>
        </p:spPr>
      </p:pic>
      <p:pic>
        <p:nvPicPr>
          <p:cNvPr id="101" name="Picture 100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877B5053-7740-A11F-A602-DD6DE6A2E2EC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903" y="5084822"/>
            <a:ext cx="485775" cy="666750"/>
          </a:xfrm>
          <a:prstGeom prst="rect">
            <a:avLst/>
          </a:prstGeom>
        </p:spPr>
      </p:pic>
      <p:pic>
        <p:nvPicPr>
          <p:cNvPr id="102" name="Picture 101" descr="A close up of a person's face&#10;&#10;AI-generated content may be incorrect.">
            <a:extLst>
              <a:ext uri="{FF2B5EF4-FFF2-40B4-BE49-F238E27FC236}">
                <a16:creationId xmlns:a16="http://schemas.microsoft.com/office/drawing/2014/main" id="{83CF44DB-1CFF-D4CA-C69F-927F2CDB601D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657" y="6188280"/>
            <a:ext cx="504825" cy="552450"/>
          </a:xfrm>
          <a:prstGeom prst="rect">
            <a:avLst/>
          </a:prstGeom>
        </p:spPr>
      </p:pic>
      <p:pic>
        <p:nvPicPr>
          <p:cNvPr id="103" name="Picture 102" descr="A blurry image of a number and a number&#10;&#10;AI-generated content may be incorrect.">
            <a:extLst>
              <a:ext uri="{FF2B5EF4-FFF2-40B4-BE49-F238E27FC236}">
                <a16:creationId xmlns:a16="http://schemas.microsoft.com/office/drawing/2014/main" id="{3F6EB8CF-C84E-C16C-68F6-ACD5F3771AA5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224" y="6173993"/>
            <a:ext cx="485775" cy="581025"/>
          </a:xfrm>
          <a:prstGeom prst="rect">
            <a:avLst/>
          </a:prstGeom>
        </p:spPr>
      </p:pic>
      <p:pic>
        <p:nvPicPr>
          <p:cNvPr id="104" name="Picture 103" descr="A black and white image of a bat&#10;&#10;AI-generated content may be incorrect.">
            <a:extLst>
              <a:ext uri="{FF2B5EF4-FFF2-40B4-BE49-F238E27FC236}">
                <a16:creationId xmlns:a16="http://schemas.microsoft.com/office/drawing/2014/main" id="{B49E0D02-B18D-D382-C233-35EA9C93E514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6145418"/>
            <a:ext cx="485775" cy="638175"/>
          </a:xfrm>
          <a:prstGeom prst="rect">
            <a:avLst/>
          </a:prstGeom>
        </p:spPr>
      </p:pic>
      <p:pic>
        <p:nvPicPr>
          <p:cNvPr id="105" name="Picture 104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ACA25A80-806F-A513-0B8E-68E07240A342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08" y="6131130"/>
            <a:ext cx="485775" cy="666750"/>
          </a:xfrm>
          <a:prstGeom prst="rect">
            <a:avLst/>
          </a:prstGeom>
        </p:spPr>
      </p:pic>
      <p:pic>
        <p:nvPicPr>
          <p:cNvPr id="106" name="Picture 105" descr="A black text and numbers&#10;&#10;AI-generated content may be incorrect.">
            <a:extLst>
              <a:ext uri="{FF2B5EF4-FFF2-40B4-BE49-F238E27FC236}">
                <a16:creationId xmlns:a16="http://schemas.microsoft.com/office/drawing/2014/main" id="{B49A31E6-EFF8-1304-0D61-92E023B5059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04" y="6149025"/>
            <a:ext cx="485775" cy="638175"/>
          </a:xfrm>
          <a:prstGeom prst="rect">
            <a:avLst/>
          </a:prstGeom>
        </p:spPr>
      </p:pic>
      <p:pic>
        <p:nvPicPr>
          <p:cNvPr id="107" name="Picture 10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1EF3BAED-3E07-BC29-C8FB-A0B7C436D01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772" y="6158857"/>
            <a:ext cx="485775" cy="638175"/>
          </a:xfrm>
          <a:prstGeom prst="rect">
            <a:avLst/>
          </a:prstGeom>
        </p:spPr>
      </p:pic>
      <p:pic>
        <p:nvPicPr>
          <p:cNvPr id="108" name="Picture 107" descr="A close-up of a number&#10;&#10;AI-generated content may be incorrect.">
            <a:extLst>
              <a:ext uri="{FF2B5EF4-FFF2-40B4-BE49-F238E27FC236}">
                <a16:creationId xmlns:a16="http://schemas.microsoft.com/office/drawing/2014/main" id="{B2E73E57-0254-64AF-6026-545A4CC8BD8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87" y="6134737"/>
            <a:ext cx="485775" cy="666750"/>
          </a:xfrm>
          <a:prstGeom prst="rect">
            <a:avLst/>
          </a:prstGeom>
        </p:spPr>
      </p:pic>
      <p:pic>
        <p:nvPicPr>
          <p:cNvPr id="109" name="Picture 108" descr="A close up of a number&#10;&#10;AI-generated content may be incorrect.">
            <a:extLst>
              <a:ext uri="{FF2B5EF4-FFF2-40B4-BE49-F238E27FC236}">
                <a16:creationId xmlns:a16="http://schemas.microsoft.com/office/drawing/2014/main" id="{85837D82-1442-A157-6564-5B8871805494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568" y="6182976"/>
            <a:ext cx="485775" cy="609600"/>
          </a:xfrm>
          <a:prstGeom prst="rect">
            <a:avLst/>
          </a:prstGeom>
        </p:spPr>
      </p:pic>
      <p:pic>
        <p:nvPicPr>
          <p:cNvPr id="110" name="Picture 109" descr="A black and white image of a number and a black and white image of a number and a black and white image of a number and a black and white image of a number and a black and&#10;&#10;AI-generated content may be incorrect.">
            <a:extLst>
              <a:ext uri="{FF2B5EF4-FFF2-40B4-BE49-F238E27FC236}">
                <a16:creationId xmlns:a16="http://schemas.microsoft.com/office/drawing/2014/main" id="{6A43B7CF-B748-6492-F37A-E3E735A46242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82" y="7099950"/>
            <a:ext cx="485775" cy="695325"/>
          </a:xfrm>
          <a:prstGeom prst="rect">
            <a:avLst/>
          </a:prstGeom>
        </p:spPr>
      </p:pic>
      <p:pic>
        <p:nvPicPr>
          <p:cNvPr id="111" name="Picture 110" descr="A black and white image of a black spot&#10;&#10;AI-generated content may be incorrect.">
            <a:extLst>
              <a:ext uri="{FF2B5EF4-FFF2-40B4-BE49-F238E27FC236}">
                <a16:creationId xmlns:a16="http://schemas.microsoft.com/office/drawing/2014/main" id="{B4547026-C028-E704-E904-1C82A3DFEC5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583" y="7157100"/>
            <a:ext cx="485775" cy="581025"/>
          </a:xfrm>
          <a:prstGeom prst="rect">
            <a:avLst/>
          </a:prstGeom>
        </p:spPr>
      </p:pic>
      <p:pic>
        <p:nvPicPr>
          <p:cNvPr id="112" name="Picture 111" descr="A black and white image of a number&#10;&#10;AI-generated content may be incorrect.">
            <a:extLst>
              <a:ext uri="{FF2B5EF4-FFF2-40B4-BE49-F238E27FC236}">
                <a16:creationId xmlns:a16="http://schemas.microsoft.com/office/drawing/2014/main" id="{85964CCC-CCE2-82C5-BDA8-C3B30BE555BB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11" y="7099950"/>
            <a:ext cx="485775" cy="695325"/>
          </a:xfrm>
          <a:prstGeom prst="rect">
            <a:avLst/>
          </a:prstGeom>
        </p:spPr>
      </p:pic>
      <p:pic>
        <p:nvPicPr>
          <p:cNvPr id="113" name="Picture 112" descr="A black and white image of a black object&#10;&#10;AI-generated content may be incorrect.">
            <a:extLst>
              <a:ext uri="{FF2B5EF4-FFF2-40B4-BE49-F238E27FC236}">
                <a16:creationId xmlns:a16="http://schemas.microsoft.com/office/drawing/2014/main" id="{88C80405-57FF-99D8-6E94-51567E6B0932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39" y="7057087"/>
            <a:ext cx="485775" cy="781050"/>
          </a:xfrm>
          <a:prstGeom prst="rect">
            <a:avLst/>
          </a:prstGeom>
        </p:spPr>
      </p:pic>
      <p:pic>
        <p:nvPicPr>
          <p:cNvPr id="114" name="Picture 113" descr="A black feather on a white background&#10;&#10;AI-generated content may be incorrect.">
            <a:extLst>
              <a:ext uri="{FF2B5EF4-FFF2-40B4-BE49-F238E27FC236}">
                <a16:creationId xmlns:a16="http://schemas.microsoft.com/office/drawing/2014/main" id="{D670CA41-5612-A50E-E99C-D6818862E25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26" y="6843108"/>
            <a:ext cx="485775" cy="1038225"/>
          </a:xfrm>
          <a:prstGeom prst="rect">
            <a:avLst/>
          </a:prstGeom>
        </p:spPr>
      </p:pic>
      <p:pic>
        <p:nvPicPr>
          <p:cNvPr id="115" name="Picture 114" descr="A black oval object with a white background&#10;&#10;AI-generated content may be incorrect.">
            <a:extLst>
              <a:ext uri="{FF2B5EF4-FFF2-40B4-BE49-F238E27FC236}">
                <a16:creationId xmlns:a16="http://schemas.microsoft.com/office/drawing/2014/main" id="{06E221F8-4CB2-0307-FE36-B7FA778FA6CA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068" y="6851019"/>
            <a:ext cx="828675" cy="1038225"/>
          </a:xfrm>
          <a:prstGeom prst="rect">
            <a:avLst/>
          </a:prstGeom>
        </p:spPr>
      </p:pic>
      <p:pic>
        <p:nvPicPr>
          <p:cNvPr id="116" name="Picture 115" descr="A black oval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BDC17D86-46ED-516B-D246-2B0CFAF7B29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45" y="7077302"/>
            <a:ext cx="485775" cy="781050"/>
          </a:xfrm>
          <a:prstGeom prst="rect">
            <a:avLst/>
          </a:prstGeom>
        </p:spPr>
      </p:pic>
      <p:pic>
        <p:nvPicPr>
          <p:cNvPr id="117" name="Picture 116" descr="A black hear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55A69BF9-1407-25F8-9E28-6DE42591AEE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614" y="7117894"/>
            <a:ext cx="685800" cy="7239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F01975F7-2A82-91DB-A944-73CD7CF989CC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707" y="8184245"/>
            <a:ext cx="485775" cy="809625"/>
          </a:xfrm>
          <a:prstGeom prst="rect">
            <a:avLst/>
          </a:prstGeom>
        </p:spPr>
      </p:pic>
      <p:pic>
        <p:nvPicPr>
          <p:cNvPr id="119" name="Picture 118" descr="A black object with a heart on it&#10;&#10;AI-generated content may be incorrect.">
            <a:extLst>
              <a:ext uri="{FF2B5EF4-FFF2-40B4-BE49-F238E27FC236}">
                <a16:creationId xmlns:a16="http://schemas.microsoft.com/office/drawing/2014/main" id="{70D7FFBA-28B4-71CF-BA47-2E851841F2E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662" y="8112807"/>
            <a:ext cx="485775" cy="952500"/>
          </a:xfrm>
          <a:prstGeom prst="rect">
            <a:avLst/>
          </a:prstGeom>
        </p:spPr>
      </p:pic>
      <p:pic>
        <p:nvPicPr>
          <p:cNvPr id="120" name="Picture 119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D45EA05A-7466-00C0-3520-D806F1F707AF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8" y="8127095"/>
            <a:ext cx="485775" cy="923925"/>
          </a:xfrm>
          <a:prstGeom prst="rect">
            <a:avLst/>
          </a:prstGeom>
        </p:spPr>
      </p:pic>
      <p:pic>
        <p:nvPicPr>
          <p:cNvPr id="121" name="Picture 120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4267C2BA-F9F5-9155-5FE9-FB6F0412B327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82" y="8040449"/>
            <a:ext cx="485775" cy="1038225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B5C14295-59D4-693F-30FB-DAD25AB78726}"/>
              </a:ext>
            </a:extLst>
          </p:cNvPr>
          <p:cNvSpPr txBox="1"/>
          <p:nvPr/>
        </p:nvSpPr>
        <p:spPr>
          <a:xfrm>
            <a:off x="3038501" y="4798148"/>
            <a:ext cx="2487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mc_aggregate_dense_dark_round_to_rhizaria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DE796E4-A57C-790A-369B-C9C493508217}"/>
              </a:ext>
            </a:extLst>
          </p:cNvPr>
          <p:cNvSpPr txBox="1"/>
          <p:nvPr/>
        </p:nvSpPr>
        <p:spPr>
          <a:xfrm>
            <a:off x="3048340" y="683343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mc_mc_aggregate_dense_to_crustacea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DC4A2CE-BE86-8405-E12D-F6253BA6B5DF}"/>
              </a:ext>
            </a:extLst>
          </p:cNvPr>
          <p:cNvSpPr txBox="1"/>
          <p:nvPr/>
        </p:nvSpPr>
        <p:spPr>
          <a:xfrm>
            <a:off x="-9499" y="4792842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mc_aggregate_dense_amorphous_to_detritus_dense_round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81FA4A-EFF3-5F92-7997-C94F31AE0F45}"/>
              </a:ext>
            </a:extLst>
          </p:cNvPr>
          <p:cNvSpPr txBox="1"/>
          <p:nvPr/>
        </p:nvSpPr>
        <p:spPr>
          <a:xfrm>
            <a:off x="-14413" y="5849813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mc_aggregate_dense_elongated_to_aggregate_fluffy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19D1D77-DE29-75AC-1FC0-F7498C63DA64}"/>
              </a:ext>
            </a:extLst>
          </p:cNvPr>
          <p:cNvSpPr txBox="1"/>
          <p:nvPr/>
        </p:nvSpPr>
        <p:spPr>
          <a:xfrm>
            <a:off x="3033588" y="5855119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mc_aggregate_dense_elongated_two_elements_to_bubbles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E345BD8-D904-1A13-D007-22B0BB09472E}"/>
              </a:ext>
            </a:extLst>
          </p:cNvPr>
          <p:cNvSpPr txBox="1"/>
          <p:nvPr/>
        </p:nvSpPr>
        <p:spPr>
          <a:xfrm>
            <a:off x="339" y="6828130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mc_aggregate_dense_to_aggregate_fluffy_dark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8510D2A-C48B-7C27-44DF-14662B7265B2}"/>
              </a:ext>
            </a:extLst>
          </p:cNvPr>
          <p:cNvSpPr txBox="1"/>
          <p:nvPr/>
        </p:nvSpPr>
        <p:spPr>
          <a:xfrm>
            <a:off x="-5172" y="791296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3C5425"/>
                </a:solidFill>
              </a:rPr>
              <a:t>mc_aggregate_dense_to_feces</a:t>
            </a:r>
            <a:endParaRPr lang="en-US" sz="1200" b="1" dirty="0">
              <a:solidFill>
                <a:srgbClr val="3C5425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5A83360-16AA-BBAE-9377-F1BBE1B57B0B}"/>
              </a:ext>
            </a:extLst>
          </p:cNvPr>
          <p:cNvSpPr txBox="1"/>
          <p:nvPr/>
        </p:nvSpPr>
        <p:spPr>
          <a:xfrm>
            <a:off x="3028662" y="7900225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3C5425"/>
                </a:solidFill>
              </a:rPr>
              <a:t>mc_aggregate_dense_2_black_to_aggregate_fluffy_dark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02F02A2-B73D-D96E-2DF4-EBB7E34BCBBF}"/>
              </a:ext>
            </a:extLst>
          </p:cNvPr>
          <p:cNvSpPr/>
          <p:nvPr/>
        </p:nvSpPr>
        <p:spPr>
          <a:xfrm>
            <a:off x="3048000" y="4798148"/>
            <a:ext cx="3048000" cy="105213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B27ED0A-26FD-3A35-85EA-B9B150A941B2}"/>
              </a:ext>
            </a:extLst>
          </p:cNvPr>
          <p:cNvSpPr txBox="1"/>
          <p:nvPr/>
        </p:nvSpPr>
        <p:spPr>
          <a:xfrm>
            <a:off x="1901549" y="4428407"/>
            <a:ext cx="2315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C5425"/>
                </a:solidFill>
              </a:rPr>
              <a:t>b: Dense Aggregates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BBD01BA-1D31-E21F-6C0B-00078DB31F10}"/>
              </a:ext>
            </a:extLst>
          </p:cNvPr>
          <p:cNvSpPr txBox="1"/>
          <p:nvPr/>
        </p:nvSpPr>
        <p:spPr>
          <a:xfrm>
            <a:off x="5014951" y="-1118"/>
            <a:ext cx="2234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BAE4F"/>
                </a:solidFill>
              </a:rPr>
              <a:t>a: Fluffy Aggregates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851A89E-957F-17D8-4A54-CA8C053A11FE}"/>
              </a:ext>
            </a:extLst>
          </p:cNvPr>
          <p:cNvSpPr/>
          <p:nvPr/>
        </p:nvSpPr>
        <p:spPr>
          <a:xfrm>
            <a:off x="9146644" y="7421051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D16BC51-8545-985B-2257-ABB07C8E9BA5}"/>
              </a:ext>
            </a:extLst>
          </p:cNvPr>
          <p:cNvSpPr/>
          <p:nvPr/>
        </p:nvSpPr>
        <p:spPr>
          <a:xfrm>
            <a:off x="6098644" y="6261394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EF7C466-6295-4262-898C-FA131D2741D7}"/>
              </a:ext>
            </a:extLst>
          </p:cNvPr>
          <p:cNvSpPr/>
          <p:nvPr/>
        </p:nvSpPr>
        <p:spPr>
          <a:xfrm>
            <a:off x="9146644" y="6261394"/>
            <a:ext cx="3048000" cy="1159988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CBF26EE-E321-B812-2CBB-B9309F843978}"/>
              </a:ext>
            </a:extLst>
          </p:cNvPr>
          <p:cNvSpPr/>
          <p:nvPr/>
        </p:nvSpPr>
        <p:spPr>
          <a:xfrm>
            <a:off x="6098644" y="7421051"/>
            <a:ext cx="3048000" cy="129716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/>
          </a:p>
        </p:txBody>
      </p:sp>
      <p:pic>
        <p:nvPicPr>
          <p:cNvPr id="137" name="Picture 136" descr="A black text and a black line&#10;&#10;AI-generated content may be incorrect.">
            <a:extLst>
              <a:ext uri="{FF2B5EF4-FFF2-40B4-BE49-F238E27FC236}">
                <a16:creationId xmlns:a16="http://schemas.microsoft.com/office/drawing/2014/main" id="{314A1138-19BF-93EA-3A0F-12336C8154CF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58"/>
          <a:stretch>
            <a:fillRect/>
          </a:stretch>
        </p:blipFill>
        <p:spPr>
          <a:xfrm>
            <a:off x="7566796" y="6593021"/>
            <a:ext cx="790475" cy="609600"/>
          </a:xfrm>
          <a:prstGeom prst="rect">
            <a:avLst/>
          </a:prstGeom>
        </p:spPr>
      </p:pic>
      <p:pic>
        <p:nvPicPr>
          <p:cNvPr id="138" name="Picture 137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BB478703-928D-E078-C266-4EAA2B343CD8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30" b="20315"/>
          <a:stretch>
            <a:fillRect/>
          </a:stretch>
        </p:blipFill>
        <p:spPr>
          <a:xfrm>
            <a:off x="8563288" y="6497780"/>
            <a:ext cx="485775" cy="800082"/>
          </a:xfrm>
          <a:prstGeom prst="rect">
            <a:avLst/>
          </a:prstGeom>
        </p:spPr>
      </p:pic>
      <p:pic>
        <p:nvPicPr>
          <p:cNvPr id="139" name="Picture 138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0108186E-88EE-4D49-7516-20621688382D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1" b="24066"/>
          <a:stretch>
            <a:fillRect/>
          </a:stretch>
        </p:blipFill>
        <p:spPr>
          <a:xfrm>
            <a:off x="6875006" y="6530994"/>
            <a:ext cx="485775" cy="733654"/>
          </a:xfrm>
          <a:prstGeom prst="rect">
            <a:avLst/>
          </a:prstGeom>
        </p:spPr>
      </p:pic>
      <p:pic>
        <p:nvPicPr>
          <p:cNvPr id="140" name="Picture 13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2CFD54C0-866F-A45F-6936-407B48EA6499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5" r="13249" b="20056"/>
          <a:stretch>
            <a:fillRect/>
          </a:stretch>
        </p:blipFill>
        <p:spPr>
          <a:xfrm>
            <a:off x="7193564" y="7690811"/>
            <a:ext cx="1017700" cy="767843"/>
          </a:xfrm>
          <a:prstGeom prst="rect">
            <a:avLst/>
          </a:prstGeom>
        </p:spPr>
      </p:pic>
      <p:pic>
        <p:nvPicPr>
          <p:cNvPr id="141" name="Picture 140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E368AB5A-4BF2-4928-FAB8-1A186B2E509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6" t="19284" r="19056" b="24378"/>
          <a:stretch>
            <a:fillRect/>
          </a:stretch>
        </p:blipFill>
        <p:spPr>
          <a:xfrm>
            <a:off x="8345045" y="7731745"/>
            <a:ext cx="653258" cy="617111"/>
          </a:xfrm>
          <a:prstGeom prst="rect">
            <a:avLst/>
          </a:prstGeom>
        </p:spPr>
      </p:pic>
      <p:pic>
        <p:nvPicPr>
          <p:cNvPr id="142" name="Picture 14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6E4C26C-3678-EFC9-4A8C-38F523DC1B29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4" t="14419" r="7517" b="7501"/>
          <a:stretch>
            <a:fillRect/>
          </a:stretch>
        </p:blipFill>
        <p:spPr>
          <a:xfrm>
            <a:off x="6249340" y="7446063"/>
            <a:ext cx="825872" cy="1099713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C0A7B10F-92C4-B850-C785-580CA9B7486D}"/>
              </a:ext>
            </a:extLst>
          </p:cNvPr>
          <p:cNvSpPr txBox="1"/>
          <p:nvPr/>
        </p:nvSpPr>
        <p:spPr>
          <a:xfrm>
            <a:off x="6084231" y="7420665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mc_fiber_thin_straight</a:t>
            </a:r>
            <a:endParaRPr lang="en-US" sz="1200" b="1" dirty="0">
              <a:solidFill>
                <a:srgbClr val="5679BF"/>
              </a:solidFill>
            </a:endParaRPr>
          </a:p>
        </p:txBody>
      </p:sp>
      <p:pic>
        <p:nvPicPr>
          <p:cNvPr id="144" name="Picture 143" descr="A blurry image of a white object&#10;&#10;AI-generated content may be incorrect.">
            <a:extLst>
              <a:ext uri="{FF2B5EF4-FFF2-40B4-BE49-F238E27FC236}">
                <a16:creationId xmlns:a16="http://schemas.microsoft.com/office/drawing/2014/main" id="{EE455123-6C20-B0CC-E9D7-972DAE71F71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79" b="-1"/>
          <a:stretch>
            <a:fillRect/>
          </a:stretch>
        </p:blipFill>
        <p:spPr>
          <a:xfrm>
            <a:off x="6875005" y="7092967"/>
            <a:ext cx="485775" cy="276999"/>
          </a:xfrm>
          <a:prstGeom prst="rect">
            <a:avLst/>
          </a:prstGeom>
        </p:spPr>
      </p:pic>
      <p:pic>
        <p:nvPicPr>
          <p:cNvPr id="145" name="Picture 144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97CF1CC7-F06C-BFB9-09C2-C8FCC201CFE9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6" b="23915"/>
          <a:stretch>
            <a:fillRect/>
          </a:stretch>
        </p:blipFill>
        <p:spPr>
          <a:xfrm>
            <a:off x="6291626" y="6497780"/>
            <a:ext cx="485775" cy="800082"/>
          </a:xfrm>
          <a:prstGeom prst="rect">
            <a:avLst/>
          </a:prstGeom>
        </p:spPr>
      </p:pic>
      <p:pic>
        <p:nvPicPr>
          <p:cNvPr id="146" name="Picture 145" descr="A white background with a black and white flag&#10;&#10;AI-generated content may be incorrect.">
            <a:extLst>
              <a:ext uri="{FF2B5EF4-FFF2-40B4-BE49-F238E27FC236}">
                <a16:creationId xmlns:a16="http://schemas.microsoft.com/office/drawing/2014/main" id="{E5D91863-065C-42E4-41D2-E3B00A8AED8B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06"/>
          <a:stretch>
            <a:fillRect/>
          </a:stretch>
        </p:blipFill>
        <p:spPr>
          <a:xfrm>
            <a:off x="6215426" y="6984973"/>
            <a:ext cx="485775" cy="307752"/>
          </a:xfrm>
          <a:prstGeom prst="rect">
            <a:avLst/>
          </a:prstGeom>
        </p:spPr>
      </p:pic>
      <p:pic>
        <p:nvPicPr>
          <p:cNvPr id="147" name="Picture 14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A8697E4-81AD-9FEC-2796-BABDF1BE5A98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5" t="13528" r="15706" b="22020"/>
          <a:stretch>
            <a:fillRect/>
          </a:stretch>
        </p:blipFill>
        <p:spPr>
          <a:xfrm>
            <a:off x="9846666" y="6426617"/>
            <a:ext cx="714376" cy="963831"/>
          </a:xfrm>
          <a:prstGeom prst="rect">
            <a:avLst/>
          </a:prstGeom>
        </p:spPr>
      </p:pic>
      <p:pic>
        <p:nvPicPr>
          <p:cNvPr id="148" name="Picture 147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1953DD46-A5BA-5B3B-DAFA-7F5C4A9A82A6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74" b="26357"/>
          <a:stretch>
            <a:fillRect/>
          </a:stretch>
        </p:blipFill>
        <p:spPr>
          <a:xfrm>
            <a:off x="10758718" y="6449108"/>
            <a:ext cx="485775" cy="932749"/>
          </a:xfrm>
          <a:prstGeom prst="rect">
            <a:avLst/>
          </a:prstGeom>
        </p:spPr>
      </p:pic>
      <p:pic>
        <p:nvPicPr>
          <p:cNvPr id="149" name="Picture 148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781D6D85-2A68-E249-481D-741BD47A1F04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22763" r="25008" b="23450"/>
          <a:stretch>
            <a:fillRect/>
          </a:stretch>
        </p:blipFill>
        <p:spPr>
          <a:xfrm>
            <a:off x="11442169" y="6398223"/>
            <a:ext cx="690563" cy="988777"/>
          </a:xfrm>
          <a:prstGeom prst="rect">
            <a:avLst/>
          </a:prstGeom>
        </p:spPr>
      </p:pic>
      <p:pic>
        <p:nvPicPr>
          <p:cNvPr id="150" name="Picture 149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06AB4C70-E290-D7F6-C0C9-DC44A30D6970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" b="22702"/>
          <a:stretch>
            <a:fillRect/>
          </a:stretch>
        </p:blipFill>
        <p:spPr>
          <a:xfrm>
            <a:off x="9206291" y="6288416"/>
            <a:ext cx="485775" cy="1097269"/>
          </a:xfrm>
          <a:prstGeom prst="rect">
            <a:avLst/>
          </a:prstGeom>
        </p:spPr>
      </p:pic>
      <p:pic>
        <p:nvPicPr>
          <p:cNvPr id="151" name="Picture 150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0252FD6B-B3FC-E66C-0937-6FE7889ACCED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82742" r="45076"/>
          <a:stretch>
            <a:fillRect/>
          </a:stretch>
        </p:blipFill>
        <p:spPr>
          <a:xfrm>
            <a:off x="11442169" y="7069734"/>
            <a:ext cx="690562" cy="317266"/>
          </a:xfrm>
          <a:prstGeom prst="rect">
            <a:avLst/>
          </a:prstGeom>
        </p:spPr>
      </p:pic>
      <p:pic>
        <p:nvPicPr>
          <p:cNvPr id="152" name="Picture 151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51960A9-059C-8CB0-2AA0-17B9DDED87F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02"/>
          <a:stretch>
            <a:fillRect/>
          </a:stretch>
        </p:blipFill>
        <p:spPr>
          <a:xfrm>
            <a:off x="9206276" y="7061119"/>
            <a:ext cx="485775" cy="319803"/>
          </a:xfrm>
          <a:prstGeom prst="rect">
            <a:avLst/>
          </a:prstGeom>
        </p:spPr>
      </p:pic>
      <p:pic>
        <p:nvPicPr>
          <p:cNvPr id="153" name="Picture 152" descr="A white object with a black object in the middle&#10;&#10;AI-generated content may be incorrect.">
            <a:extLst>
              <a:ext uri="{FF2B5EF4-FFF2-40B4-BE49-F238E27FC236}">
                <a16:creationId xmlns:a16="http://schemas.microsoft.com/office/drawing/2014/main" id="{D185473F-0E1E-3E2D-DFD6-9364A5A6CC70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52"/>
          <a:stretch>
            <a:fillRect/>
          </a:stretch>
        </p:blipFill>
        <p:spPr>
          <a:xfrm>
            <a:off x="10758718" y="7061150"/>
            <a:ext cx="485775" cy="317266"/>
          </a:xfrm>
          <a:prstGeom prst="rect">
            <a:avLst/>
          </a:prstGeom>
        </p:spPr>
      </p:pic>
      <p:pic>
        <p:nvPicPr>
          <p:cNvPr id="154" name="Picture 15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E91F628-93DA-DDAF-10BF-1A62DB8B290F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4" r="41860"/>
          <a:stretch>
            <a:fillRect/>
          </a:stretch>
        </p:blipFill>
        <p:spPr>
          <a:xfrm>
            <a:off x="9846666" y="7066646"/>
            <a:ext cx="714376" cy="317266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133C03E5-F361-01E3-BAC7-4290FF5CAEBE}"/>
              </a:ext>
            </a:extLst>
          </p:cNvPr>
          <p:cNvSpPr txBox="1"/>
          <p:nvPr/>
        </p:nvSpPr>
        <p:spPr>
          <a:xfrm>
            <a:off x="9137146" y="626139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mc_fiber_thin_to_fiber_fluffy</a:t>
            </a:r>
            <a:endParaRPr lang="en-US" sz="1200" b="1" dirty="0">
              <a:solidFill>
                <a:srgbClr val="5679BF"/>
              </a:solidFill>
            </a:endParaRPr>
          </a:p>
        </p:txBody>
      </p:sp>
      <p:pic>
        <p:nvPicPr>
          <p:cNvPr id="156" name="Picture 155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37A17855-564D-CC1F-1BDC-B85F75ACB957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4"/>
          <a:stretch>
            <a:fillRect/>
          </a:stretch>
        </p:blipFill>
        <p:spPr>
          <a:xfrm>
            <a:off x="8563288" y="6972921"/>
            <a:ext cx="485775" cy="319804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61274195-672E-B272-18DE-F421FB549C82}"/>
              </a:ext>
            </a:extLst>
          </p:cNvPr>
          <p:cNvSpPr txBox="1"/>
          <p:nvPr/>
        </p:nvSpPr>
        <p:spPr>
          <a:xfrm>
            <a:off x="6089145" y="6256087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mc_fiber_fluffy_to_feces</a:t>
            </a:r>
            <a:endParaRPr lang="en-US" sz="1200" b="1" dirty="0">
              <a:solidFill>
                <a:srgbClr val="5679BF"/>
              </a:solidFill>
            </a:endParaRPr>
          </a:p>
        </p:txBody>
      </p:sp>
      <p:pic>
        <p:nvPicPr>
          <p:cNvPr id="158" name="Picture 15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3EEC55B-AD28-B3A8-CADF-5AF87A4B7B41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33" r="19380"/>
          <a:stretch>
            <a:fillRect/>
          </a:stretch>
        </p:blipFill>
        <p:spPr>
          <a:xfrm>
            <a:off x="6249340" y="8268776"/>
            <a:ext cx="801526" cy="276999"/>
          </a:xfrm>
          <a:prstGeom prst="rect">
            <a:avLst/>
          </a:prstGeom>
        </p:spPr>
      </p:pic>
      <p:pic>
        <p:nvPicPr>
          <p:cNvPr id="159" name="Picture 158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A1F5F7E7-425F-E3D6-98D6-04C82B4A5EB4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31" r="13249"/>
          <a:stretch>
            <a:fillRect/>
          </a:stretch>
        </p:blipFill>
        <p:spPr>
          <a:xfrm>
            <a:off x="7193564" y="8222003"/>
            <a:ext cx="1017700" cy="236651"/>
          </a:xfrm>
          <a:prstGeom prst="rect">
            <a:avLst/>
          </a:prstGeom>
        </p:spPr>
      </p:pic>
      <p:pic>
        <p:nvPicPr>
          <p:cNvPr id="160" name="Picture 159" descr="A black text and a white background&#10;&#10;AI-generated content may be incorrect.">
            <a:extLst>
              <a:ext uri="{FF2B5EF4-FFF2-40B4-BE49-F238E27FC236}">
                <a16:creationId xmlns:a16="http://schemas.microsoft.com/office/drawing/2014/main" id="{F00D10AD-652A-8CAD-7B36-7A178BBED9AD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22" r="48042" b="1589"/>
          <a:stretch>
            <a:fillRect/>
          </a:stretch>
        </p:blipFill>
        <p:spPr>
          <a:xfrm>
            <a:off x="8345045" y="8119629"/>
            <a:ext cx="653258" cy="276998"/>
          </a:xfrm>
          <a:prstGeom prst="rect">
            <a:avLst/>
          </a:prstGeom>
        </p:spPr>
      </p:pic>
      <p:pic>
        <p:nvPicPr>
          <p:cNvPr id="161" name="Picture 160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138C0C53-58B7-836F-5894-8CD02EB8374B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t="24423" r="27411" b="24827"/>
          <a:stretch>
            <a:fillRect/>
          </a:stretch>
        </p:blipFill>
        <p:spPr>
          <a:xfrm>
            <a:off x="9172629" y="7618983"/>
            <a:ext cx="720924" cy="961944"/>
          </a:xfrm>
          <a:prstGeom prst="rect">
            <a:avLst/>
          </a:prstGeom>
        </p:spPr>
      </p:pic>
      <p:pic>
        <p:nvPicPr>
          <p:cNvPr id="162" name="Picture 161" descr="A black object in the sky&#10;&#10;AI-generated content may be incorrect.">
            <a:extLst>
              <a:ext uri="{FF2B5EF4-FFF2-40B4-BE49-F238E27FC236}">
                <a16:creationId xmlns:a16="http://schemas.microsoft.com/office/drawing/2014/main" id="{C384D9D1-CD0A-08BA-AAFB-196624326D5D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7" b="27340"/>
          <a:stretch>
            <a:fillRect/>
          </a:stretch>
        </p:blipFill>
        <p:spPr>
          <a:xfrm>
            <a:off x="11663591" y="7516383"/>
            <a:ext cx="485775" cy="1167144"/>
          </a:xfrm>
          <a:prstGeom prst="rect">
            <a:avLst/>
          </a:prstGeom>
        </p:spPr>
      </p:pic>
      <p:pic>
        <p:nvPicPr>
          <p:cNvPr id="163" name="Picture 162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CFFE28AA-77D9-5329-80F6-FFA93966F099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5" t="19343" r="30904" b="13836"/>
          <a:stretch>
            <a:fillRect/>
          </a:stretch>
        </p:blipFill>
        <p:spPr>
          <a:xfrm>
            <a:off x="9931965" y="7743531"/>
            <a:ext cx="1077535" cy="712849"/>
          </a:xfrm>
          <a:prstGeom prst="rect">
            <a:avLst/>
          </a:prstGeom>
        </p:spPr>
      </p:pic>
      <p:pic>
        <p:nvPicPr>
          <p:cNvPr id="164" name="Picture 163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7BFF7D76-DCB3-4540-7490-FCA2EB1DF7A9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1" t="21457" r="24227" b="24245"/>
          <a:stretch>
            <a:fillRect/>
          </a:stretch>
        </p:blipFill>
        <p:spPr>
          <a:xfrm>
            <a:off x="11054779" y="7523288"/>
            <a:ext cx="549088" cy="1153335"/>
          </a:xfrm>
          <a:prstGeom prst="rect">
            <a:avLst/>
          </a:prstGeom>
        </p:spPr>
      </p:pic>
      <p:pic>
        <p:nvPicPr>
          <p:cNvPr id="165" name="Picture 164" descr="A black object in the sky&#10;&#10;AI-generated content may be incorrect.">
            <a:extLst>
              <a:ext uri="{FF2B5EF4-FFF2-40B4-BE49-F238E27FC236}">
                <a16:creationId xmlns:a16="http://schemas.microsoft.com/office/drawing/2014/main" id="{01330196-F4A4-C902-E416-A1D9B95636F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17"/>
          <a:stretch>
            <a:fillRect/>
          </a:stretch>
        </p:blipFill>
        <p:spPr>
          <a:xfrm>
            <a:off x="11663590" y="8394145"/>
            <a:ext cx="485775" cy="283936"/>
          </a:xfrm>
          <a:prstGeom prst="rect">
            <a:avLst/>
          </a:prstGeom>
        </p:spPr>
      </p:pic>
      <p:pic>
        <p:nvPicPr>
          <p:cNvPr id="166" name="Picture 165" descr="A white object with a black handle&#10;&#10;AI-generated content may be incorrect.">
            <a:extLst>
              <a:ext uri="{FF2B5EF4-FFF2-40B4-BE49-F238E27FC236}">
                <a16:creationId xmlns:a16="http://schemas.microsoft.com/office/drawing/2014/main" id="{35B1E422-253A-5FE8-81D0-486E8A660C1B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84" r="35948"/>
          <a:stretch>
            <a:fillRect/>
          </a:stretch>
        </p:blipFill>
        <p:spPr>
          <a:xfrm>
            <a:off x="11054778" y="8375103"/>
            <a:ext cx="549089" cy="295591"/>
          </a:xfrm>
          <a:prstGeom prst="rect">
            <a:avLst/>
          </a:prstGeom>
        </p:spPr>
      </p:pic>
      <p:pic>
        <p:nvPicPr>
          <p:cNvPr id="167" name="Picture 166" descr="A black and white image of a swoosh&#10;&#10;AI-generated content may be incorrect.">
            <a:extLst>
              <a:ext uri="{FF2B5EF4-FFF2-40B4-BE49-F238E27FC236}">
                <a16:creationId xmlns:a16="http://schemas.microsoft.com/office/drawing/2014/main" id="{686FAEFE-8B78-2FDE-DA38-BF9350D8085F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10" r="57242"/>
          <a:stretch>
            <a:fillRect/>
          </a:stretch>
        </p:blipFill>
        <p:spPr>
          <a:xfrm>
            <a:off x="9934305" y="8131923"/>
            <a:ext cx="1075195" cy="317792"/>
          </a:xfrm>
          <a:prstGeom prst="rect">
            <a:avLst/>
          </a:prstGeom>
        </p:spPr>
      </p:pic>
      <p:pic>
        <p:nvPicPr>
          <p:cNvPr id="168" name="Picture 167" descr="A black and white image of a needle&#10;&#10;AI-generated content may be incorrect.">
            <a:extLst>
              <a:ext uri="{FF2B5EF4-FFF2-40B4-BE49-F238E27FC236}">
                <a16:creationId xmlns:a16="http://schemas.microsoft.com/office/drawing/2014/main" id="{F756603E-03EC-F747-B158-52B158C93FED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62" r="52398"/>
          <a:stretch>
            <a:fillRect/>
          </a:stretch>
        </p:blipFill>
        <p:spPr>
          <a:xfrm>
            <a:off x="9172629" y="8269542"/>
            <a:ext cx="720924" cy="309688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3CDE7F5A-DB25-EA13-79EB-A52D02BC63E1}"/>
              </a:ext>
            </a:extLst>
          </p:cNvPr>
          <p:cNvSpPr txBox="1"/>
          <p:nvPr/>
        </p:nvSpPr>
        <p:spPr>
          <a:xfrm>
            <a:off x="9132232" y="7425971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5679BF"/>
                </a:solidFill>
              </a:rPr>
              <a:t>mc_fiber_thin_straight_with_black_element</a:t>
            </a:r>
            <a:endParaRPr lang="en-US" sz="1200" b="1" dirty="0">
              <a:solidFill>
                <a:srgbClr val="5679BF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DF8B827-BBCE-95D1-951A-2CB6BC6DA8E1}"/>
              </a:ext>
            </a:extLst>
          </p:cNvPr>
          <p:cNvSpPr txBox="1"/>
          <p:nvPr/>
        </p:nvSpPr>
        <p:spPr>
          <a:xfrm>
            <a:off x="8606113" y="5889326"/>
            <a:ext cx="107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679BF"/>
                </a:solidFill>
              </a:rPr>
              <a:t>c: Fibers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51F6058-3577-37CA-0FF8-356287506BC9}"/>
              </a:ext>
            </a:extLst>
          </p:cNvPr>
          <p:cNvSpPr/>
          <p:nvPr/>
        </p:nvSpPr>
        <p:spPr>
          <a:xfrm>
            <a:off x="3048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E646C37A-9956-6014-0BC9-C6401C3245F4}"/>
              </a:ext>
            </a:extLst>
          </p:cNvPr>
          <p:cNvSpPr/>
          <p:nvPr/>
        </p:nvSpPr>
        <p:spPr>
          <a:xfrm>
            <a:off x="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73E32F4-7EE5-1827-CF3D-0833C6E8DFB0}"/>
              </a:ext>
            </a:extLst>
          </p:cNvPr>
          <p:cNvSpPr/>
          <p:nvPr/>
        </p:nvSpPr>
        <p:spPr>
          <a:xfrm>
            <a:off x="3048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301242F-FAAE-175B-DED9-A20A7152088F}"/>
              </a:ext>
            </a:extLst>
          </p:cNvPr>
          <p:cNvSpPr/>
          <p:nvPr/>
        </p:nvSpPr>
        <p:spPr>
          <a:xfrm>
            <a:off x="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7AB99702-8D3E-6D07-0340-84DE30DEC929}"/>
              </a:ext>
            </a:extLst>
          </p:cNvPr>
          <p:cNvSpPr/>
          <p:nvPr/>
        </p:nvSpPr>
        <p:spPr>
          <a:xfrm>
            <a:off x="6096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6E15077-7F69-61BD-1765-B4C6CA664AC7}"/>
              </a:ext>
            </a:extLst>
          </p:cNvPr>
          <p:cNvSpPr/>
          <p:nvPr/>
        </p:nvSpPr>
        <p:spPr>
          <a:xfrm>
            <a:off x="9144000" y="9438641"/>
            <a:ext cx="3048000" cy="9172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9127433-D2F5-0714-4486-6F2AC1A2052B}"/>
              </a:ext>
            </a:extLst>
          </p:cNvPr>
          <p:cNvSpPr/>
          <p:nvPr/>
        </p:nvSpPr>
        <p:spPr>
          <a:xfrm>
            <a:off x="6096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C938AD4-8D6B-D95F-B3CC-8F253AE49DFD}"/>
              </a:ext>
            </a:extLst>
          </p:cNvPr>
          <p:cNvSpPr/>
          <p:nvPr/>
        </p:nvSpPr>
        <p:spPr>
          <a:xfrm>
            <a:off x="9144000" y="10362875"/>
            <a:ext cx="3048000" cy="898559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E918780-4E01-B5CE-F4B9-A7CDF3579E43}"/>
              </a:ext>
            </a:extLst>
          </p:cNvPr>
          <p:cNvSpPr/>
          <p:nvPr/>
        </p:nvSpPr>
        <p:spPr>
          <a:xfrm>
            <a:off x="3048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12D3FEE-ED26-EF31-3977-F98461D7CF73}"/>
              </a:ext>
            </a:extLst>
          </p:cNvPr>
          <p:cNvSpPr/>
          <p:nvPr/>
        </p:nvSpPr>
        <p:spPr>
          <a:xfrm>
            <a:off x="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29BB40F7-018E-B981-319B-1B9B2862A083}"/>
              </a:ext>
            </a:extLst>
          </p:cNvPr>
          <p:cNvSpPr/>
          <p:nvPr/>
        </p:nvSpPr>
        <p:spPr>
          <a:xfrm>
            <a:off x="3048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825DDA9-AF41-D16B-53D3-354BA63D7954}"/>
              </a:ext>
            </a:extLst>
          </p:cNvPr>
          <p:cNvSpPr/>
          <p:nvPr/>
        </p:nvSpPr>
        <p:spPr>
          <a:xfrm>
            <a:off x="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767060B6-2798-7A4A-8A7A-97EA5414F172}"/>
              </a:ext>
            </a:extLst>
          </p:cNvPr>
          <p:cNvSpPr/>
          <p:nvPr/>
        </p:nvSpPr>
        <p:spPr>
          <a:xfrm>
            <a:off x="6096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9034223-6E94-26C1-505C-1C55E2DA2383}"/>
              </a:ext>
            </a:extLst>
          </p:cNvPr>
          <p:cNvSpPr/>
          <p:nvPr/>
        </p:nvSpPr>
        <p:spPr>
          <a:xfrm>
            <a:off x="6096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834ED49-C09A-3BCF-28D5-EB4C54530907}"/>
              </a:ext>
            </a:extLst>
          </p:cNvPr>
          <p:cNvSpPr/>
          <p:nvPr/>
        </p:nvSpPr>
        <p:spPr>
          <a:xfrm>
            <a:off x="9144333" y="12412910"/>
            <a:ext cx="3048000" cy="1094022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pic>
        <p:nvPicPr>
          <p:cNvPr id="186" name="Picture 185" descr="A close up of a number&#10;&#10;AI-generated content may be incorrect.">
            <a:extLst>
              <a:ext uri="{FF2B5EF4-FFF2-40B4-BE49-F238E27FC236}">
                <a16:creationId xmlns:a16="http://schemas.microsoft.com/office/drawing/2014/main" id="{C82D24BB-421F-17AA-7689-2D7E089FC7EC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36" y="9573452"/>
            <a:ext cx="485775" cy="638175"/>
          </a:xfrm>
          <a:prstGeom prst="rect">
            <a:avLst/>
          </a:prstGeom>
        </p:spPr>
      </p:pic>
      <p:pic>
        <p:nvPicPr>
          <p:cNvPr id="187" name="Picture 186">
            <a:extLst>
              <a:ext uri="{FF2B5EF4-FFF2-40B4-BE49-F238E27FC236}">
                <a16:creationId xmlns:a16="http://schemas.microsoft.com/office/drawing/2014/main" id="{253BB82B-F1EE-AF17-1EB4-BBA8E410C24B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847" y="9559164"/>
            <a:ext cx="485775" cy="666750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04FCE008-FD09-8161-134F-D13439EA4BBE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68" y="9616314"/>
            <a:ext cx="485775" cy="552450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6E5BCE3F-F01F-E9A6-1643-47ED3B2FD7FA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66" y="9559164"/>
            <a:ext cx="485775" cy="666750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15B5E5C4-3575-E49B-4266-32C613B1BE3D}"/>
              </a:ext>
            </a:extLst>
          </p:cNvPr>
          <p:cNvSpPr txBox="1"/>
          <p:nvPr/>
        </p:nvSpPr>
        <p:spPr>
          <a:xfrm>
            <a:off x="-9499" y="943333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feces_little_fluffy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13F8BDBC-5838-1C8F-A104-B226A14962F1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9"/>
          <a:stretch>
            <a:fillRect/>
          </a:stretch>
        </p:blipFill>
        <p:spPr>
          <a:xfrm>
            <a:off x="5346693" y="9538806"/>
            <a:ext cx="628650" cy="707466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360A34D7-2514-8907-066B-AAF9C7BA99E0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764" y="9573452"/>
            <a:ext cx="485775" cy="638175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92FE4D05-FC5B-6300-86C9-36AC154E918E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489" y="9544877"/>
            <a:ext cx="485775" cy="695325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CE52527E-45C0-5032-C421-87E185796FDB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4"/>
          <a:stretch>
            <a:fillRect/>
          </a:stretch>
        </p:blipFill>
        <p:spPr>
          <a:xfrm>
            <a:off x="3174487" y="9544014"/>
            <a:ext cx="571500" cy="697050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CAB5347E-AEE9-3A10-1AE0-6839722F215B}"/>
              </a:ext>
            </a:extLst>
          </p:cNvPr>
          <p:cNvSpPr txBox="1"/>
          <p:nvPr/>
        </p:nvSpPr>
        <p:spPr>
          <a:xfrm>
            <a:off x="3038502" y="943864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err="1">
                <a:solidFill>
                  <a:srgbClr val="BD9224"/>
                </a:solidFill>
              </a:rPr>
              <a:t>mc_feces_bent_circular_fluffy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196" name="Picture 195">
            <a:extLst>
              <a:ext uri="{FF2B5EF4-FFF2-40B4-BE49-F238E27FC236}">
                <a16:creationId xmlns:a16="http://schemas.microsoft.com/office/drawing/2014/main" id="{D1E0B5BC-4172-1832-5D2F-79D51D2AF768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8"/>
          <a:stretch>
            <a:fillRect/>
          </a:stretch>
        </p:blipFill>
        <p:spPr>
          <a:xfrm>
            <a:off x="7766440" y="9567816"/>
            <a:ext cx="485775" cy="767430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601C122D-9294-0218-658E-1A960FB3BBEE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0"/>
          <a:stretch>
            <a:fillRect/>
          </a:stretch>
        </p:blipFill>
        <p:spPr>
          <a:xfrm>
            <a:off x="6297688" y="9508824"/>
            <a:ext cx="485775" cy="767430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4F043C24-4289-B207-B36A-DF317958F1B1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11" r="444"/>
          <a:stretch>
            <a:fillRect/>
          </a:stretch>
        </p:blipFill>
        <p:spPr>
          <a:xfrm>
            <a:off x="8478262" y="9455501"/>
            <a:ext cx="483619" cy="874077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A3723C80-7579-1EC8-78D3-361F5807683B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579" y="9646731"/>
            <a:ext cx="542925" cy="60960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9FFD94E0-34DD-7A0F-5731-89298C85E74A}"/>
              </a:ext>
            </a:extLst>
          </p:cNvPr>
          <p:cNvSpPr txBox="1"/>
          <p:nvPr/>
        </p:nvSpPr>
        <p:spPr>
          <a:xfrm>
            <a:off x="6103070" y="943894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mc_feces_bent_thin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01" name="Picture 200">
            <a:extLst>
              <a:ext uri="{FF2B5EF4-FFF2-40B4-BE49-F238E27FC236}">
                <a16:creationId xmlns:a16="http://schemas.microsoft.com/office/drawing/2014/main" id="{596DA8EF-B239-A14E-52F5-A19A749D1E9B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 r="5537"/>
          <a:stretch>
            <a:fillRect/>
          </a:stretch>
        </p:blipFill>
        <p:spPr>
          <a:xfrm>
            <a:off x="10861364" y="9625871"/>
            <a:ext cx="458874" cy="690649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94899928-5AA3-587B-0174-4C2B221F9A2E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3"/>
          <a:stretch>
            <a:fillRect/>
          </a:stretch>
        </p:blipFill>
        <p:spPr>
          <a:xfrm>
            <a:off x="10104326" y="9625870"/>
            <a:ext cx="485775" cy="690650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535BB4BF-BE19-D74A-E55A-0C6CB3A06D04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8"/>
          <a:stretch>
            <a:fillRect/>
          </a:stretch>
        </p:blipFill>
        <p:spPr>
          <a:xfrm>
            <a:off x="9288296" y="9492813"/>
            <a:ext cx="485775" cy="799453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:a16="http://schemas.microsoft.com/office/drawing/2014/main" id="{9C9F48D7-F2D4-7C9F-1FC9-619F166D2592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2" r="-8646" b="20737"/>
          <a:stretch>
            <a:fillRect/>
          </a:stretch>
        </p:blipFill>
        <p:spPr>
          <a:xfrm>
            <a:off x="11629208" y="9516256"/>
            <a:ext cx="527774" cy="752567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60A19C7C-667A-5050-4620-20B5F0714819}"/>
              </a:ext>
            </a:extLst>
          </p:cNvPr>
          <p:cNvSpPr txBox="1"/>
          <p:nvPr/>
        </p:nvSpPr>
        <p:spPr>
          <a:xfrm>
            <a:off x="9151071" y="944425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mc_feces_bent_to_crustacea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06" name="Picture 205">
            <a:extLst>
              <a:ext uri="{FF2B5EF4-FFF2-40B4-BE49-F238E27FC236}">
                <a16:creationId xmlns:a16="http://schemas.microsoft.com/office/drawing/2014/main" id="{C241C79E-826A-9E69-3E1C-ACF584937FD0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15" r="-8646"/>
          <a:stretch>
            <a:fillRect/>
          </a:stretch>
        </p:blipFill>
        <p:spPr>
          <a:xfrm>
            <a:off x="11629208" y="9956997"/>
            <a:ext cx="527774" cy="353306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9B22FB54-1792-8089-DE7F-170AF14092A8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53" y="10508959"/>
            <a:ext cx="485775" cy="666750"/>
          </a:xfrm>
          <a:prstGeom prst="rect">
            <a:avLst/>
          </a:prstGeom>
        </p:spPr>
      </p:pic>
      <p:pic>
        <p:nvPicPr>
          <p:cNvPr id="208" name="Picture 207" descr="A black spot on a white background&#10;&#10;AI-generated content may be incorrect.">
            <a:extLst>
              <a:ext uri="{FF2B5EF4-FFF2-40B4-BE49-F238E27FC236}">
                <a16:creationId xmlns:a16="http://schemas.microsoft.com/office/drawing/2014/main" id="{6845404C-B3D3-451E-F379-E86C57C09A16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35" y="10523247"/>
            <a:ext cx="485775" cy="638175"/>
          </a:xfrm>
          <a:prstGeom prst="rect">
            <a:avLst/>
          </a:prstGeom>
        </p:spPr>
      </p:pic>
      <p:pic>
        <p:nvPicPr>
          <p:cNvPr id="209" name="Picture 208" descr="A black do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D58B04D4-CF2E-E357-3424-80D25BD40535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17" y="10537534"/>
            <a:ext cx="485775" cy="609600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FA123931-DF2D-1B38-B9EB-F4ADF1FC7D18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9" y="10508959"/>
            <a:ext cx="485775" cy="666750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983C8626-8643-41C2-286B-F731DEE0F6A8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944" y="10508959"/>
            <a:ext cx="485775" cy="666750"/>
          </a:xfrm>
          <a:prstGeom prst="rect">
            <a:avLst/>
          </a:prstGeom>
        </p:spPr>
      </p:pic>
      <p:pic>
        <p:nvPicPr>
          <p:cNvPr id="212" name="Picture 211">
            <a:extLst>
              <a:ext uri="{FF2B5EF4-FFF2-40B4-BE49-F238E27FC236}">
                <a16:creationId xmlns:a16="http://schemas.microsoft.com/office/drawing/2014/main" id="{A02AB954-9050-675F-5BCC-340C361780EB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234" y="10508959"/>
            <a:ext cx="485775" cy="666750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022E2BF4-1CDC-ADF3-2D55-4005D1F516D9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10466097"/>
            <a:ext cx="600075" cy="752475"/>
          </a:xfrm>
          <a:prstGeom prst="rect">
            <a:avLst/>
          </a:prstGeom>
        </p:spPr>
      </p:pic>
      <p:pic>
        <p:nvPicPr>
          <p:cNvPr id="214" name="Picture 213">
            <a:extLst>
              <a:ext uri="{FF2B5EF4-FFF2-40B4-BE49-F238E27FC236}">
                <a16:creationId xmlns:a16="http://schemas.microsoft.com/office/drawing/2014/main" id="{29622191-63CD-E651-6A0E-D4EDD830D87E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91" y="10451809"/>
            <a:ext cx="571500" cy="781050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1B1EC5E4-61E7-4E59-F17D-0F21ADBE91E5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361" y="10494672"/>
            <a:ext cx="485775" cy="695325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98E8C784-DC6E-A8A0-00D2-CDEECEE48AED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781" y="10403570"/>
            <a:ext cx="485775" cy="838200"/>
          </a:xfrm>
          <a:prstGeom prst="rect">
            <a:avLst/>
          </a:prstGeom>
        </p:spPr>
      </p:pic>
      <p:pic>
        <p:nvPicPr>
          <p:cNvPr id="217" name="Picture 216" descr="A black text and a black object&#10;&#10;AI-generated content may be incorrect.">
            <a:extLst>
              <a:ext uri="{FF2B5EF4-FFF2-40B4-BE49-F238E27FC236}">
                <a16:creationId xmlns:a16="http://schemas.microsoft.com/office/drawing/2014/main" id="{FAC95795-2443-B375-02B2-CA7EEC43C955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01" y="10580397"/>
            <a:ext cx="485775" cy="523875"/>
          </a:xfrm>
          <a:prstGeom prst="rect">
            <a:avLst/>
          </a:prstGeom>
        </p:spPr>
      </p:pic>
      <p:pic>
        <p:nvPicPr>
          <p:cNvPr id="218" name="Picture 217" descr="A black blob with numbers&#10;&#10;AI-generated content may be incorrect.">
            <a:extLst>
              <a:ext uri="{FF2B5EF4-FFF2-40B4-BE49-F238E27FC236}">
                <a16:creationId xmlns:a16="http://schemas.microsoft.com/office/drawing/2014/main" id="{F940E3B6-7286-87F9-E82C-1F2FEEBBF4D0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621" y="10494672"/>
            <a:ext cx="485775" cy="695325"/>
          </a:xfrm>
          <a:prstGeom prst="rect">
            <a:avLst/>
          </a:prstGeom>
        </p:spPr>
      </p:pic>
      <p:pic>
        <p:nvPicPr>
          <p:cNvPr id="219" name="Picture 218">
            <a:extLst>
              <a:ext uri="{FF2B5EF4-FFF2-40B4-BE49-F238E27FC236}">
                <a16:creationId xmlns:a16="http://schemas.microsoft.com/office/drawing/2014/main" id="{45086AD5-B726-6F2E-7AF4-C8D422B2BD8D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50" y="10523247"/>
            <a:ext cx="485775" cy="638175"/>
          </a:xfrm>
          <a:prstGeom prst="rect">
            <a:avLst/>
          </a:prstGeom>
        </p:spPr>
      </p:pic>
      <p:pic>
        <p:nvPicPr>
          <p:cNvPr id="220" name="Picture 219">
            <a:extLst>
              <a:ext uri="{FF2B5EF4-FFF2-40B4-BE49-F238E27FC236}">
                <a16:creationId xmlns:a16="http://schemas.microsoft.com/office/drawing/2014/main" id="{2A01ADF7-ACAF-00AA-F160-DCC070FB47A1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345" y="10523247"/>
            <a:ext cx="485775" cy="638175"/>
          </a:xfrm>
          <a:prstGeom prst="rect">
            <a:avLst/>
          </a:prstGeom>
        </p:spPr>
      </p:pic>
      <p:pic>
        <p:nvPicPr>
          <p:cNvPr id="221" name="Picture 220">
            <a:extLst>
              <a:ext uri="{FF2B5EF4-FFF2-40B4-BE49-F238E27FC236}">
                <a16:creationId xmlns:a16="http://schemas.microsoft.com/office/drawing/2014/main" id="{11A5DAA3-4EE9-2F7D-7747-8A0025253065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640" y="10537534"/>
            <a:ext cx="485775" cy="609600"/>
          </a:xfrm>
          <a:prstGeom prst="rect">
            <a:avLst/>
          </a:prstGeom>
        </p:spPr>
      </p:pic>
      <p:pic>
        <p:nvPicPr>
          <p:cNvPr id="222" name="Picture 221">
            <a:extLst>
              <a:ext uri="{FF2B5EF4-FFF2-40B4-BE49-F238E27FC236}">
                <a16:creationId xmlns:a16="http://schemas.microsoft.com/office/drawing/2014/main" id="{733595DE-F347-EA4F-FF17-BD201F8AAE44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35" y="10537534"/>
            <a:ext cx="485775" cy="609600"/>
          </a:xfrm>
          <a:prstGeom prst="rect">
            <a:avLst/>
          </a:prstGeom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8C5C19C6-984F-2181-7E0B-785359B964A8}"/>
              </a:ext>
            </a:extLst>
          </p:cNvPr>
          <p:cNvSpPr txBox="1"/>
          <p:nvPr/>
        </p:nvSpPr>
        <p:spPr>
          <a:xfrm>
            <a:off x="-14413" y="10362489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mc_feces_dark_roundish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C5E6EF0-82F6-85BB-AF0C-D050A52D0E05}"/>
              </a:ext>
            </a:extLst>
          </p:cNvPr>
          <p:cNvSpPr txBox="1"/>
          <p:nvPr/>
        </p:nvSpPr>
        <p:spPr>
          <a:xfrm>
            <a:off x="3033588" y="10367795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mc_feces_dark_small_irregular_shape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39B9799-E66B-F36B-FA39-5EFE6625FECD}"/>
              </a:ext>
            </a:extLst>
          </p:cNvPr>
          <p:cNvSpPr txBox="1"/>
          <p:nvPr/>
        </p:nvSpPr>
        <p:spPr>
          <a:xfrm>
            <a:off x="6098156" y="10368104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mc_feces_short_straight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E9F5474-DEE0-B4B8-A4AE-48CFFA06A93E}"/>
              </a:ext>
            </a:extLst>
          </p:cNvPr>
          <p:cNvSpPr txBox="1"/>
          <p:nvPr/>
        </p:nvSpPr>
        <p:spPr>
          <a:xfrm>
            <a:off x="9146157" y="1037341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mc_feces_small_round_grey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27" name="Picture 226" descr="A black object on a white background&#10;&#10;AI-generated content may be incorrect.">
            <a:extLst>
              <a:ext uri="{FF2B5EF4-FFF2-40B4-BE49-F238E27FC236}">
                <a16:creationId xmlns:a16="http://schemas.microsoft.com/office/drawing/2014/main" id="{578FFCE1-FE5F-80E2-56AA-9FB8C828E4F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7" b="1"/>
          <a:stretch>
            <a:fillRect/>
          </a:stretch>
        </p:blipFill>
        <p:spPr>
          <a:xfrm>
            <a:off x="92690" y="11469652"/>
            <a:ext cx="485775" cy="875335"/>
          </a:xfrm>
          <a:prstGeom prst="rect">
            <a:avLst/>
          </a:prstGeom>
        </p:spPr>
      </p:pic>
      <p:pic>
        <p:nvPicPr>
          <p:cNvPr id="228" name="Picture 227" descr="A black object with text&#10;&#10;AI-generated content may be incorrect.">
            <a:extLst>
              <a:ext uri="{FF2B5EF4-FFF2-40B4-BE49-F238E27FC236}">
                <a16:creationId xmlns:a16="http://schemas.microsoft.com/office/drawing/2014/main" id="{C14724BA-EBBE-F0C1-3ABE-B7E1A6136D4E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6" r="22535"/>
          <a:stretch>
            <a:fillRect/>
          </a:stretch>
        </p:blipFill>
        <p:spPr>
          <a:xfrm>
            <a:off x="2428914" y="11462469"/>
            <a:ext cx="575529" cy="889700"/>
          </a:xfrm>
          <a:prstGeom prst="rect">
            <a:avLst/>
          </a:prstGeom>
        </p:spPr>
      </p:pic>
      <p:pic>
        <p:nvPicPr>
          <p:cNvPr id="229" name="Picture 228" descr="A black text and a black and white image&#10;&#10;AI-generated content may be incorrect.">
            <a:extLst>
              <a:ext uri="{FF2B5EF4-FFF2-40B4-BE49-F238E27FC236}">
                <a16:creationId xmlns:a16="http://schemas.microsoft.com/office/drawing/2014/main" id="{3BDFC8F0-8B57-F03C-A478-0C55A5ADC16E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4" r="23892"/>
          <a:stretch>
            <a:fillRect/>
          </a:stretch>
        </p:blipFill>
        <p:spPr>
          <a:xfrm>
            <a:off x="634505" y="11508478"/>
            <a:ext cx="935157" cy="797683"/>
          </a:xfrm>
          <a:prstGeom prst="rect">
            <a:avLst/>
          </a:prstGeom>
        </p:spPr>
      </p:pic>
      <p:pic>
        <p:nvPicPr>
          <p:cNvPr id="230" name="Picture 229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96CCD04B-EC4C-A374-24B3-79E3E654ADDF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35" r="25292"/>
          <a:stretch>
            <a:fillRect/>
          </a:stretch>
        </p:blipFill>
        <p:spPr>
          <a:xfrm>
            <a:off x="1625702" y="11529134"/>
            <a:ext cx="747171" cy="756370"/>
          </a:xfrm>
          <a:prstGeom prst="rect">
            <a:avLst/>
          </a:prstGeom>
        </p:spPr>
      </p:pic>
      <p:pic>
        <p:nvPicPr>
          <p:cNvPr id="231" name="Picture 230">
            <a:extLst>
              <a:ext uri="{FF2B5EF4-FFF2-40B4-BE49-F238E27FC236}">
                <a16:creationId xmlns:a16="http://schemas.microsoft.com/office/drawing/2014/main" id="{A15AE695-F037-641A-7DBD-10129A8539C9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747" y="11373919"/>
            <a:ext cx="485775" cy="952500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E7604FFC-5B05-F3C2-69C3-E305BECEA4D0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61" y="11474546"/>
            <a:ext cx="485775" cy="866775"/>
          </a:xfrm>
          <a:prstGeom prst="rect">
            <a:avLst/>
          </a:prstGeom>
        </p:spPr>
      </p:pic>
      <p:pic>
        <p:nvPicPr>
          <p:cNvPr id="233" name="Picture 232">
            <a:extLst>
              <a:ext uri="{FF2B5EF4-FFF2-40B4-BE49-F238E27FC236}">
                <a16:creationId xmlns:a16="http://schemas.microsoft.com/office/drawing/2014/main" id="{CF4F161D-A212-BF74-C465-84111D4019D4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5"/>
          <a:stretch>
            <a:fillRect/>
          </a:stretch>
        </p:blipFill>
        <p:spPr>
          <a:xfrm>
            <a:off x="3938375" y="11431683"/>
            <a:ext cx="485775" cy="952501"/>
          </a:xfrm>
          <a:prstGeom prst="rect">
            <a:avLst/>
          </a:prstGeom>
        </p:spPr>
      </p:pic>
      <p:pic>
        <p:nvPicPr>
          <p:cNvPr id="234" name="Picture 233">
            <a:extLst>
              <a:ext uri="{FF2B5EF4-FFF2-40B4-BE49-F238E27FC236}">
                <a16:creationId xmlns:a16="http://schemas.microsoft.com/office/drawing/2014/main" id="{5A674548-928A-0C26-EA9D-827F71604AE4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5"/>
          <a:stretch>
            <a:fillRect/>
          </a:stretch>
        </p:blipFill>
        <p:spPr>
          <a:xfrm>
            <a:off x="3150189" y="11382422"/>
            <a:ext cx="485775" cy="935495"/>
          </a:xfrm>
          <a:prstGeom prst="rect">
            <a:avLst/>
          </a:prstGeom>
        </p:spPr>
      </p:pic>
      <p:pic>
        <p:nvPicPr>
          <p:cNvPr id="235" name="Picture 234">
            <a:extLst>
              <a:ext uri="{FF2B5EF4-FFF2-40B4-BE49-F238E27FC236}">
                <a16:creationId xmlns:a16="http://schemas.microsoft.com/office/drawing/2014/main" id="{2C744E3D-E9E8-534F-9920-26265D103F21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5"/>
          <a:stretch>
            <a:fillRect/>
          </a:stretch>
        </p:blipFill>
        <p:spPr>
          <a:xfrm>
            <a:off x="6269436" y="11448006"/>
            <a:ext cx="485775" cy="918627"/>
          </a:xfrm>
          <a:prstGeom prst="rect">
            <a:avLst/>
          </a:prstGeom>
        </p:spPr>
      </p:pic>
      <p:pic>
        <p:nvPicPr>
          <p:cNvPr id="236" name="Picture 235" descr="A blurry image of a black object&#10;&#10;AI-generated content may be incorrect.">
            <a:extLst>
              <a:ext uri="{FF2B5EF4-FFF2-40B4-BE49-F238E27FC236}">
                <a16:creationId xmlns:a16="http://schemas.microsoft.com/office/drawing/2014/main" id="{769387AF-70D6-1609-76F2-DD1299C22035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388" y="11588232"/>
            <a:ext cx="542925" cy="638175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8E868334-36C5-2598-EC57-1285A165CE7B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1" r="8995"/>
          <a:stretch>
            <a:fillRect/>
          </a:stretch>
        </p:blipFill>
        <p:spPr>
          <a:xfrm>
            <a:off x="7728490" y="11519752"/>
            <a:ext cx="442081" cy="775134"/>
          </a:xfrm>
          <a:prstGeom prst="rect">
            <a:avLst/>
          </a:prstGeom>
        </p:spPr>
      </p:pic>
      <p:pic>
        <p:nvPicPr>
          <p:cNvPr id="238" name="Picture 237">
            <a:extLst>
              <a:ext uri="{FF2B5EF4-FFF2-40B4-BE49-F238E27FC236}">
                <a16:creationId xmlns:a16="http://schemas.microsoft.com/office/drawing/2014/main" id="{68BA6069-D62B-F1FF-59E2-C7A4849C1C56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2" r="16430"/>
          <a:stretch>
            <a:fillRect/>
          </a:stretch>
        </p:blipFill>
        <p:spPr>
          <a:xfrm>
            <a:off x="8385749" y="11519752"/>
            <a:ext cx="668644" cy="775134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810AFCAD-6CBD-514D-04BD-FF9C394B3967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1" r="-14639"/>
          <a:stretch>
            <a:fillRect/>
          </a:stretch>
        </p:blipFill>
        <p:spPr>
          <a:xfrm>
            <a:off x="9216444" y="11312307"/>
            <a:ext cx="556889" cy="1075725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20DDA286-A1D0-BA0C-A2B7-2A6D00C49907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78" t="18136"/>
          <a:stretch>
            <a:fillRect/>
          </a:stretch>
        </p:blipFill>
        <p:spPr>
          <a:xfrm>
            <a:off x="10799552" y="11529139"/>
            <a:ext cx="549795" cy="756361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50D91D30-02FC-C987-854C-675EC717CB94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8" r="-10050"/>
          <a:stretch>
            <a:fillRect/>
          </a:stretch>
        </p:blipFill>
        <p:spPr>
          <a:xfrm>
            <a:off x="10019146" y="11494172"/>
            <a:ext cx="534593" cy="865623"/>
          </a:xfrm>
          <a:prstGeom prst="rect">
            <a:avLst/>
          </a:prstGeom>
        </p:spPr>
      </p:pic>
      <p:sp>
        <p:nvSpPr>
          <p:cNvPr id="242" name="TextBox 241">
            <a:extLst>
              <a:ext uri="{FF2B5EF4-FFF2-40B4-BE49-F238E27FC236}">
                <a16:creationId xmlns:a16="http://schemas.microsoft.com/office/drawing/2014/main" id="{1CBA46FA-0CD6-C41A-C1B7-A5769F2E84CE}"/>
              </a:ext>
            </a:extLst>
          </p:cNvPr>
          <p:cNvSpPr txBox="1"/>
          <p:nvPr/>
        </p:nvSpPr>
        <p:spPr>
          <a:xfrm>
            <a:off x="3048340" y="1127728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mc_feces_straight_fluffy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E9C52B5-8D57-459E-84F0-A3E92F950FB2}"/>
              </a:ext>
            </a:extLst>
          </p:cNvPr>
          <p:cNvSpPr txBox="1"/>
          <p:nvPr/>
        </p:nvSpPr>
        <p:spPr>
          <a:xfrm>
            <a:off x="9160909" y="11282901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mc_feces_straight_thin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501F298-9DB1-FC0A-2FC9-9CEF70680C90}"/>
              </a:ext>
            </a:extLst>
          </p:cNvPr>
          <p:cNvSpPr txBox="1"/>
          <p:nvPr/>
        </p:nvSpPr>
        <p:spPr>
          <a:xfrm>
            <a:off x="339" y="1127198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mc_feces_straight_to_feces_bent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6645351-EB21-D532-ED8E-D7B57EA81D87}"/>
              </a:ext>
            </a:extLst>
          </p:cNvPr>
          <p:cNvSpPr txBox="1"/>
          <p:nvPr/>
        </p:nvSpPr>
        <p:spPr>
          <a:xfrm>
            <a:off x="6112908" y="11277595"/>
            <a:ext cx="305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mc_feces_straight_fluffy_to_trichodesmium_tuff</a:t>
            </a:r>
            <a:endParaRPr lang="en-US" sz="1200" b="1" dirty="0">
              <a:solidFill>
                <a:srgbClr val="BD9224"/>
              </a:solidFill>
            </a:endParaRPr>
          </a:p>
        </p:txBody>
      </p:sp>
      <p:pic>
        <p:nvPicPr>
          <p:cNvPr id="246" name="Picture 245">
            <a:extLst>
              <a:ext uri="{FF2B5EF4-FFF2-40B4-BE49-F238E27FC236}">
                <a16:creationId xmlns:a16="http://schemas.microsoft.com/office/drawing/2014/main" id="{998D59E6-E01E-6474-AF4F-7BE64CD46CC3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970" y="12603502"/>
            <a:ext cx="485775" cy="781050"/>
          </a:xfrm>
          <a:prstGeom prst="rect">
            <a:avLst/>
          </a:prstGeom>
        </p:spPr>
      </p:pic>
      <p:pic>
        <p:nvPicPr>
          <p:cNvPr id="247" name="Picture 246" descr="A black and white image of a bird&#10;&#10;AI-generated content may be incorrect.">
            <a:extLst>
              <a:ext uri="{FF2B5EF4-FFF2-40B4-BE49-F238E27FC236}">
                <a16:creationId xmlns:a16="http://schemas.microsoft.com/office/drawing/2014/main" id="{AEFD552B-F10D-C3A1-303D-188A04B8EAE6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07" y="12674940"/>
            <a:ext cx="485775" cy="638175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F19C11EC-DF31-F94B-50E0-8710F827E7D9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9" y="12703515"/>
            <a:ext cx="685800" cy="581025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94E98DF3-AA8D-8653-047F-99EAB3668BFA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6" y="12603502"/>
            <a:ext cx="485775" cy="781050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FD57B89F-6DEB-3B6A-4A31-B162ADC95C4D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349" y="12646365"/>
            <a:ext cx="485775" cy="695325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897C6883-2234-2B00-FD27-6E7FF432A258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839" y="12674940"/>
            <a:ext cx="571500" cy="638175"/>
          </a:xfrm>
          <a:prstGeom prst="rect">
            <a:avLst/>
          </a:prstGeom>
        </p:spPr>
      </p:pic>
      <p:pic>
        <p:nvPicPr>
          <p:cNvPr id="252" name="Picture 251">
            <a:extLst>
              <a:ext uri="{FF2B5EF4-FFF2-40B4-BE49-F238E27FC236}">
                <a16:creationId xmlns:a16="http://schemas.microsoft.com/office/drawing/2014/main" id="{DB962ABF-A740-CBDF-D652-4CC4336BAAB0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479" y="12589215"/>
            <a:ext cx="514350" cy="809625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7B0CAECA-501D-FD06-2D73-B3E1BA6AD2E9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9409" r="-11641"/>
          <a:stretch>
            <a:fillRect/>
          </a:stretch>
        </p:blipFill>
        <p:spPr>
          <a:xfrm>
            <a:off x="3227145" y="12541126"/>
            <a:ext cx="542324" cy="905802"/>
          </a:xfrm>
          <a:prstGeom prst="rect">
            <a:avLst/>
          </a:pr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2BA1EAFD-E065-0349-A8BC-E1EA8AC8823E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8"/>
          <a:stretch>
            <a:fillRect/>
          </a:stretch>
        </p:blipFill>
        <p:spPr>
          <a:xfrm>
            <a:off x="8606192" y="12521710"/>
            <a:ext cx="485775" cy="944635"/>
          </a:xfrm>
          <a:prstGeom prst="rect">
            <a:avLst/>
          </a:prstGeom>
        </p:spPr>
      </p:pic>
      <p:pic>
        <p:nvPicPr>
          <p:cNvPr id="255" name="Picture 254">
            <a:extLst>
              <a:ext uri="{FF2B5EF4-FFF2-40B4-BE49-F238E27FC236}">
                <a16:creationId xmlns:a16="http://schemas.microsoft.com/office/drawing/2014/main" id="{36DF4405-B952-F997-A9B0-C86A911C84D1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71"/>
          <a:stretch>
            <a:fillRect/>
          </a:stretch>
        </p:blipFill>
        <p:spPr>
          <a:xfrm>
            <a:off x="6141641" y="12514819"/>
            <a:ext cx="485775" cy="958417"/>
          </a:xfrm>
          <a:prstGeom prst="rect">
            <a:avLst/>
          </a:prstGeom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3BC67CCB-FFE4-CD45-144E-732C2D93644A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67"/>
          <a:stretch>
            <a:fillRect/>
          </a:stretch>
        </p:blipFill>
        <p:spPr>
          <a:xfrm>
            <a:off x="6900623" y="12544731"/>
            <a:ext cx="485775" cy="898593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0BE46112-1336-B218-3E3F-0DC911594601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9"/>
          <a:stretch>
            <a:fillRect/>
          </a:stretch>
        </p:blipFill>
        <p:spPr>
          <a:xfrm>
            <a:off x="7692017" y="12616076"/>
            <a:ext cx="714375" cy="755903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D1BF30AA-51C1-7B4D-C965-6EEF8F4C01CE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75" y="12517777"/>
            <a:ext cx="485775" cy="952500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5A09C5D6-E7E5-44E8-D818-830EC45817FC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2" t="23176" r="30054" b="20293"/>
          <a:stretch>
            <a:fillRect/>
          </a:stretch>
        </p:blipFill>
        <p:spPr>
          <a:xfrm>
            <a:off x="9188304" y="12433340"/>
            <a:ext cx="857007" cy="102305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DA7DAB5D-AF47-47FA-B78A-04E565F42F93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26" r="20577"/>
          <a:stretch>
            <a:fillRect/>
          </a:stretch>
        </p:blipFill>
        <p:spPr>
          <a:xfrm>
            <a:off x="10089261" y="12552217"/>
            <a:ext cx="612764" cy="921721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DC79CEDB-6DED-FBDC-2CE0-BBDA44ABBB31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2" r="21976" b="20759"/>
          <a:stretch>
            <a:fillRect/>
          </a:stretch>
        </p:blipFill>
        <p:spPr>
          <a:xfrm>
            <a:off x="11275699" y="12530235"/>
            <a:ext cx="869513" cy="853121"/>
          </a:xfrm>
          <a:prstGeom prst="rect">
            <a:avLst/>
          </a:prstGeom>
        </p:spPr>
      </p:pic>
      <p:pic>
        <p:nvPicPr>
          <p:cNvPr id="262" name="Picture 261">
            <a:extLst>
              <a:ext uri="{FF2B5EF4-FFF2-40B4-BE49-F238E27FC236}">
                <a16:creationId xmlns:a16="http://schemas.microsoft.com/office/drawing/2014/main" id="{DDEEF187-B85B-3AD6-849B-6D37E0F80AF4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93" r="61449" b="-720"/>
          <a:stretch>
            <a:fillRect/>
          </a:stretch>
        </p:blipFill>
        <p:spPr>
          <a:xfrm>
            <a:off x="9188305" y="13114145"/>
            <a:ext cx="804153" cy="367878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EF7F9B72-2854-41C3-5C05-1F51D2FCDE37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3" r="21976" b="-1"/>
          <a:stretch>
            <a:fillRect/>
          </a:stretch>
        </p:blipFill>
        <p:spPr>
          <a:xfrm>
            <a:off x="11278952" y="13008979"/>
            <a:ext cx="869513" cy="366492"/>
          </a:xfrm>
          <a:prstGeom prst="rect">
            <a:avLst/>
          </a:prstGeom>
        </p:spPr>
      </p:pic>
      <p:sp>
        <p:nvSpPr>
          <p:cNvPr id="264" name="TextBox 263">
            <a:extLst>
              <a:ext uri="{FF2B5EF4-FFF2-40B4-BE49-F238E27FC236}">
                <a16:creationId xmlns:a16="http://schemas.microsoft.com/office/drawing/2014/main" id="{0B308D26-5D19-8FA8-7207-1495E4060A58}"/>
              </a:ext>
            </a:extLst>
          </p:cNvPr>
          <p:cNvSpPr txBox="1"/>
          <p:nvPr/>
        </p:nvSpPr>
        <p:spPr>
          <a:xfrm>
            <a:off x="-5172" y="12425644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mc_feces_to_copepoda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FD6F0DF-536C-2EF6-7FBE-3B3F99A90563}"/>
              </a:ext>
            </a:extLst>
          </p:cNvPr>
          <p:cNvSpPr txBox="1"/>
          <p:nvPr/>
        </p:nvSpPr>
        <p:spPr>
          <a:xfrm>
            <a:off x="3049669" y="12419753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mc_feces_to_fiber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3E477DC8-1A04-947D-0EA3-388335010B36}"/>
              </a:ext>
            </a:extLst>
          </p:cNvPr>
          <p:cNvSpPr txBox="1"/>
          <p:nvPr/>
        </p:nvSpPr>
        <p:spPr>
          <a:xfrm>
            <a:off x="6114237" y="12420062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BD9224"/>
                </a:solidFill>
              </a:rPr>
              <a:t>mc_feces_straight_thin_to_fiber</a:t>
            </a:r>
            <a:endParaRPr lang="en-US" sz="1200" b="1" dirty="0">
              <a:solidFill>
                <a:srgbClr val="BD9224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DB0920DA-C293-6B68-C896-515B92CEBD36}"/>
              </a:ext>
            </a:extLst>
          </p:cNvPr>
          <p:cNvSpPr txBox="1"/>
          <p:nvPr/>
        </p:nvSpPr>
        <p:spPr>
          <a:xfrm>
            <a:off x="9162238" y="12425368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BD9224"/>
                </a:solidFill>
              </a:rPr>
              <a:t>t006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05294DB9-62DB-9C84-0892-EDD56482BF79}"/>
              </a:ext>
            </a:extLst>
          </p:cNvPr>
          <p:cNvSpPr txBox="1"/>
          <p:nvPr/>
        </p:nvSpPr>
        <p:spPr>
          <a:xfrm>
            <a:off x="5529301" y="9092082"/>
            <a:ext cx="1058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BD9224"/>
                </a:solidFill>
              </a:rPr>
              <a:t>d: Feces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0D83B1F-4C61-F5B4-3A00-0B9A99193723}"/>
              </a:ext>
            </a:extLst>
          </p:cNvPr>
          <p:cNvSpPr/>
          <p:nvPr/>
        </p:nvSpPr>
        <p:spPr>
          <a:xfrm>
            <a:off x="9144333" y="11252698"/>
            <a:ext cx="3048000" cy="1168051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E1E834E5-B52A-ED10-93E9-B8EE275B64D9}"/>
              </a:ext>
            </a:extLst>
          </p:cNvPr>
          <p:cNvSpPr/>
          <p:nvPr/>
        </p:nvSpPr>
        <p:spPr>
          <a:xfrm>
            <a:off x="0" y="1661653"/>
            <a:ext cx="3048000" cy="1292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05B2733-DD3A-4734-B099-B004B976419F}"/>
              </a:ext>
            </a:extLst>
          </p:cNvPr>
          <p:cNvSpPr/>
          <p:nvPr/>
        </p:nvSpPr>
        <p:spPr>
          <a:xfrm>
            <a:off x="3048000" y="363788"/>
            <a:ext cx="3048000" cy="1292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BE7641CA-D227-D6E7-8BEB-B19CC7C248CD}"/>
              </a:ext>
            </a:extLst>
          </p:cNvPr>
          <p:cNvSpPr/>
          <p:nvPr/>
        </p:nvSpPr>
        <p:spPr>
          <a:xfrm>
            <a:off x="333" y="2947220"/>
            <a:ext cx="3048000" cy="1471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2B00B579-5EE0-0CD1-4F1C-847C0286B404}"/>
              </a:ext>
            </a:extLst>
          </p:cNvPr>
          <p:cNvSpPr/>
          <p:nvPr/>
        </p:nvSpPr>
        <p:spPr>
          <a:xfrm>
            <a:off x="9144333" y="2944763"/>
            <a:ext cx="3048000" cy="1471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FCC993AF-C278-A641-C559-6F69F00F2F92}"/>
              </a:ext>
            </a:extLst>
          </p:cNvPr>
          <p:cNvSpPr/>
          <p:nvPr/>
        </p:nvSpPr>
        <p:spPr>
          <a:xfrm>
            <a:off x="0" y="13853457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46F1AD8D-4B3C-2C5F-4F12-9C26E8AFEDD8}"/>
              </a:ext>
            </a:extLst>
          </p:cNvPr>
          <p:cNvSpPr/>
          <p:nvPr/>
        </p:nvSpPr>
        <p:spPr>
          <a:xfrm>
            <a:off x="3048000" y="13853457"/>
            <a:ext cx="3048000" cy="977667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0C9FB6FD-2917-4701-74DD-F71895661F35}"/>
              </a:ext>
            </a:extLst>
          </p:cNvPr>
          <p:cNvSpPr/>
          <p:nvPr/>
        </p:nvSpPr>
        <p:spPr>
          <a:xfrm>
            <a:off x="6100247" y="13853842"/>
            <a:ext cx="3048000" cy="977343"/>
          </a:xfrm>
          <a:prstGeom prst="rect">
            <a:avLst/>
          </a:prstGeom>
          <a:noFill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277" name="Picture 276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82CECA1E-382B-C6CE-E1AE-D0DC4C1B64E5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59" y="14056325"/>
            <a:ext cx="485775" cy="638175"/>
          </a:xfrm>
          <a:prstGeom prst="rect">
            <a:avLst/>
          </a:prstGeom>
        </p:spPr>
      </p:pic>
      <p:pic>
        <p:nvPicPr>
          <p:cNvPr id="278" name="Picture 277" descr="A black and white image of a black dot&#10;&#10;AI-generated content may be incorrect.">
            <a:extLst>
              <a:ext uri="{FF2B5EF4-FFF2-40B4-BE49-F238E27FC236}">
                <a16:creationId xmlns:a16="http://schemas.microsoft.com/office/drawing/2014/main" id="{14EEEBFF-4027-E2F5-DB2A-D22D9A998016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11" y="14056325"/>
            <a:ext cx="485775" cy="638175"/>
          </a:xfrm>
          <a:prstGeom prst="rect">
            <a:avLst/>
          </a:prstGeom>
        </p:spPr>
      </p:pic>
      <p:pic>
        <p:nvPicPr>
          <p:cNvPr id="279" name="Picture 278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5476D5BB-2323-369A-6298-3D55DA9B827E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63" y="14042037"/>
            <a:ext cx="485775" cy="666750"/>
          </a:xfrm>
          <a:prstGeom prst="rect">
            <a:avLst/>
          </a:prstGeom>
        </p:spPr>
      </p:pic>
      <p:pic>
        <p:nvPicPr>
          <p:cNvPr id="280" name="Picture 279" descr="A black circle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16C2501C-3229-6DEF-411D-A06AB779C32D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" y="14070612"/>
            <a:ext cx="485775" cy="609600"/>
          </a:xfrm>
          <a:prstGeom prst="rect">
            <a:avLst/>
          </a:prstGeom>
        </p:spPr>
      </p:pic>
      <p:pic>
        <p:nvPicPr>
          <p:cNvPr id="283" name="Picture 282" descr="A black dot on a white background&#10;&#10;AI-generated content may be incorrect.">
            <a:extLst>
              <a:ext uri="{FF2B5EF4-FFF2-40B4-BE49-F238E27FC236}">
                <a16:creationId xmlns:a16="http://schemas.microsoft.com/office/drawing/2014/main" id="{70EEC202-11A2-C53A-5849-DDAE18A27F54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218" y="13992985"/>
            <a:ext cx="485775" cy="723900"/>
          </a:xfrm>
          <a:prstGeom prst="rect">
            <a:avLst/>
          </a:prstGeom>
        </p:spPr>
      </p:pic>
      <p:pic>
        <p:nvPicPr>
          <p:cNvPr id="284" name="Picture 283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44E26791-5D98-DE61-3E65-D35E459BE568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9" b="23016"/>
          <a:stretch>
            <a:fillRect/>
          </a:stretch>
        </p:blipFill>
        <p:spPr>
          <a:xfrm>
            <a:off x="3640997" y="13922427"/>
            <a:ext cx="714375" cy="828959"/>
          </a:xfrm>
          <a:prstGeom prst="rect">
            <a:avLst/>
          </a:prstGeom>
        </p:spPr>
      </p:pic>
      <p:pic>
        <p:nvPicPr>
          <p:cNvPr id="285" name="Picture 284" descr="A black bird in the sky&#10;&#10;AI-generated content may be incorrect.">
            <a:extLst>
              <a:ext uri="{FF2B5EF4-FFF2-40B4-BE49-F238E27FC236}">
                <a16:creationId xmlns:a16="http://schemas.microsoft.com/office/drawing/2014/main" id="{98A582DF-70CE-B767-FA7C-0E745F227A9E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19" y="13973321"/>
            <a:ext cx="485775" cy="752475"/>
          </a:xfrm>
          <a:prstGeom prst="rect">
            <a:avLst/>
          </a:prstGeom>
        </p:spPr>
      </p:pic>
      <p:pic>
        <p:nvPicPr>
          <p:cNvPr id="287" name="Picture 286" descr="A blurry image of a bird&#10;&#10;AI-generated content may be incorrect.">
            <a:extLst>
              <a:ext uri="{FF2B5EF4-FFF2-40B4-BE49-F238E27FC236}">
                <a16:creationId xmlns:a16="http://schemas.microsoft.com/office/drawing/2014/main" id="{93BEC5E5-FE57-8150-C399-9F719DF9C43B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779" y="13987608"/>
            <a:ext cx="485775" cy="723900"/>
          </a:xfrm>
          <a:prstGeom prst="rect">
            <a:avLst/>
          </a:prstGeom>
        </p:spPr>
      </p:pic>
      <p:pic>
        <p:nvPicPr>
          <p:cNvPr id="288" name="Picture 287" descr="A black text and a black number&#10;&#10;AI-generated content may be incorrect.">
            <a:extLst>
              <a:ext uri="{FF2B5EF4-FFF2-40B4-BE49-F238E27FC236}">
                <a16:creationId xmlns:a16="http://schemas.microsoft.com/office/drawing/2014/main" id="{CEA1E364-00D1-14E9-F367-07627000C89A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04" y="13887596"/>
            <a:ext cx="485775" cy="923925"/>
          </a:xfrm>
          <a:prstGeom prst="rect">
            <a:avLst/>
          </a:prstGeom>
        </p:spPr>
      </p:pic>
      <p:pic>
        <p:nvPicPr>
          <p:cNvPr id="289" name="Picture 288" descr="A black spiky object on a white background&#10;&#10;AI-generated content may be incorrect.">
            <a:extLst>
              <a:ext uri="{FF2B5EF4-FFF2-40B4-BE49-F238E27FC236}">
                <a16:creationId xmlns:a16="http://schemas.microsoft.com/office/drawing/2014/main" id="{848D31AD-2285-9CA6-8F03-0A5EC3736773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30"/>
          <a:stretch>
            <a:fillRect/>
          </a:stretch>
        </p:blipFill>
        <p:spPr>
          <a:xfrm>
            <a:off x="3645342" y="14409517"/>
            <a:ext cx="714375" cy="341869"/>
          </a:xfrm>
          <a:prstGeom prst="rect">
            <a:avLst/>
          </a:prstGeom>
        </p:spPr>
      </p:pic>
      <p:sp>
        <p:nvSpPr>
          <p:cNvPr id="290" name="TextBox 289">
            <a:extLst>
              <a:ext uri="{FF2B5EF4-FFF2-40B4-BE49-F238E27FC236}">
                <a16:creationId xmlns:a16="http://schemas.microsoft.com/office/drawing/2014/main" id="{4CCF10B7-0265-F318-3C7B-A1913610710A}"/>
              </a:ext>
            </a:extLst>
          </p:cNvPr>
          <p:cNvSpPr txBox="1"/>
          <p:nvPr/>
        </p:nvSpPr>
        <p:spPr>
          <a:xfrm>
            <a:off x="6085834" y="13853456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tuff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6AA2340-17FA-335B-D30E-A98DF11A64D0}"/>
              </a:ext>
            </a:extLst>
          </p:cNvPr>
          <p:cNvSpPr txBox="1"/>
          <p:nvPr/>
        </p:nvSpPr>
        <p:spPr>
          <a:xfrm>
            <a:off x="3038502" y="13853456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3DFB1"/>
                </a:solidFill>
              </a:rPr>
              <a:t>puff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AFC10E97-1098-FBEF-9529-3C8198880040}"/>
              </a:ext>
            </a:extLst>
          </p:cNvPr>
          <p:cNvSpPr txBox="1"/>
          <p:nvPr/>
        </p:nvSpPr>
        <p:spPr>
          <a:xfrm>
            <a:off x="-9499" y="13848150"/>
            <a:ext cx="305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rgbClr val="C3DFB1"/>
                </a:solidFill>
              </a:rPr>
              <a:t>like_Trichodesmium</a:t>
            </a:r>
            <a:endParaRPr lang="en-US" sz="1200" b="1" dirty="0">
              <a:solidFill>
                <a:srgbClr val="C3DFB1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665E6BD0-9666-4C1D-01F2-D0242474F384}"/>
              </a:ext>
            </a:extLst>
          </p:cNvPr>
          <p:cNvSpPr txBox="1"/>
          <p:nvPr/>
        </p:nvSpPr>
        <p:spPr>
          <a:xfrm>
            <a:off x="-9499" y="13498410"/>
            <a:ext cx="1220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DFB1"/>
                </a:solidFill>
              </a:rPr>
              <a:t>e: Photosynthetic</a:t>
            </a:r>
          </a:p>
        </p:txBody>
      </p:sp>
    </p:spTree>
    <p:extLst>
      <p:ext uri="{BB962C8B-B14F-4D97-AF65-F5344CB8AC3E}">
        <p14:creationId xmlns:p14="http://schemas.microsoft.com/office/powerpoint/2010/main" val="139076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445</Words>
  <Application>Microsoft Office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2</cp:revision>
  <dcterms:created xsi:type="dcterms:W3CDTF">2025-10-19T22:21:29Z</dcterms:created>
  <dcterms:modified xsi:type="dcterms:W3CDTF">2026-01-05T21:55:07Z</dcterms:modified>
</cp:coreProperties>
</file>