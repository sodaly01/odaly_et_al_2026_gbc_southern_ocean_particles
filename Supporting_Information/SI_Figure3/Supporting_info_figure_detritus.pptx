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13523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31" d="100"/>
          <a:sy n="31" d="100"/>
        </p:scale>
        <p:origin x="12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13290"/>
            <a:ext cx="10363200" cy="470832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103186"/>
            <a:ext cx="9144000" cy="326514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2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3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371591"/>
            <a:ext cx="10515600" cy="562557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050382"/>
            <a:ext cx="10515600" cy="295835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1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00116"/>
            <a:ext cx="5181600" cy="8580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600116"/>
            <a:ext cx="5181600" cy="8580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5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20026"/>
            <a:ext cx="10515600" cy="261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315238"/>
            <a:ext cx="5157787" cy="162474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939985"/>
            <a:ext cx="5157787" cy="72659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315238"/>
            <a:ext cx="5183188" cy="162474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939985"/>
            <a:ext cx="5183188" cy="72659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1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3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01594"/>
            <a:ext cx="3932237" cy="31555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47196"/>
            <a:ext cx="6172200" cy="9610744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057174"/>
            <a:ext cx="3932237" cy="75164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8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01594"/>
            <a:ext cx="3932237" cy="31555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47196"/>
            <a:ext cx="6172200" cy="961074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057174"/>
            <a:ext cx="3932237" cy="75164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7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20023"/>
            <a:ext cx="2628900" cy="114608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20023"/>
            <a:ext cx="7734300" cy="114608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8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20026"/>
            <a:ext cx="10515600" cy="261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00116"/>
            <a:ext cx="10515600" cy="8580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534667"/>
            <a:ext cx="2743200" cy="720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4352C-A0DF-44D5-BFC2-A2299B2639A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534667"/>
            <a:ext cx="4114800" cy="720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534667"/>
            <a:ext cx="2743200" cy="720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19DA2-1C70-4547-9000-8B88A825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3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59" Type="http://schemas.openxmlformats.org/officeDocument/2006/relationships/image" Target="../media/image158.jpg"/><Relationship Id="rId170" Type="http://schemas.openxmlformats.org/officeDocument/2006/relationships/image" Target="../media/image169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149" Type="http://schemas.openxmlformats.org/officeDocument/2006/relationships/image" Target="../media/image148.jpg"/><Relationship Id="rId5" Type="http://schemas.openxmlformats.org/officeDocument/2006/relationships/image" Target="../media/image4.jpg"/><Relationship Id="rId95" Type="http://schemas.openxmlformats.org/officeDocument/2006/relationships/image" Target="../media/image94.jpg"/><Relationship Id="rId160" Type="http://schemas.openxmlformats.org/officeDocument/2006/relationships/image" Target="../media/image159.jpg"/><Relationship Id="rId22" Type="http://schemas.openxmlformats.org/officeDocument/2006/relationships/image" Target="../media/image21.jpg"/><Relationship Id="rId43" Type="http://schemas.openxmlformats.org/officeDocument/2006/relationships/image" Target="../media/image42.jpg"/><Relationship Id="rId64" Type="http://schemas.openxmlformats.org/officeDocument/2006/relationships/image" Target="../media/image63.jpg"/><Relationship Id="rId118" Type="http://schemas.openxmlformats.org/officeDocument/2006/relationships/image" Target="../media/image117.jpg"/><Relationship Id="rId139" Type="http://schemas.openxmlformats.org/officeDocument/2006/relationships/image" Target="../media/image138.jpg"/><Relationship Id="rId85" Type="http://schemas.openxmlformats.org/officeDocument/2006/relationships/image" Target="../media/image84.jpg"/><Relationship Id="rId150" Type="http://schemas.openxmlformats.org/officeDocument/2006/relationships/image" Target="../media/image149.jpg"/><Relationship Id="rId171" Type="http://schemas.openxmlformats.org/officeDocument/2006/relationships/image" Target="../media/image170.jpg"/><Relationship Id="rId12" Type="http://schemas.openxmlformats.org/officeDocument/2006/relationships/image" Target="../media/image11.jpg"/><Relationship Id="rId33" Type="http://schemas.openxmlformats.org/officeDocument/2006/relationships/image" Target="../media/image32.jpg"/><Relationship Id="rId108" Type="http://schemas.openxmlformats.org/officeDocument/2006/relationships/image" Target="../media/image107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5" Type="http://schemas.openxmlformats.org/officeDocument/2006/relationships/image" Target="../media/image74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61" Type="http://schemas.openxmlformats.org/officeDocument/2006/relationships/image" Target="../media/image16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51" Type="http://schemas.openxmlformats.org/officeDocument/2006/relationships/image" Target="../media/image150.jpg"/><Relationship Id="rId156" Type="http://schemas.openxmlformats.org/officeDocument/2006/relationships/image" Target="../media/image155.jpg"/><Relationship Id="rId172" Type="http://schemas.openxmlformats.org/officeDocument/2006/relationships/image" Target="../media/image171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167" Type="http://schemas.openxmlformats.org/officeDocument/2006/relationships/image" Target="../media/image166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162" Type="http://schemas.openxmlformats.org/officeDocument/2006/relationships/image" Target="../media/image16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157" Type="http://schemas.openxmlformats.org/officeDocument/2006/relationships/image" Target="../media/image156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52" Type="http://schemas.openxmlformats.org/officeDocument/2006/relationships/image" Target="../media/image151.jpg"/><Relationship Id="rId173" Type="http://schemas.openxmlformats.org/officeDocument/2006/relationships/image" Target="../media/image172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147" Type="http://schemas.openxmlformats.org/officeDocument/2006/relationships/image" Target="../media/image146.jpg"/><Relationship Id="rId168" Type="http://schemas.openxmlformats.org/officeDocument/2006/relationships/image" Target="../media/image167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163" Type="http://schemas.openxmlformats.org/officeDocument/2006/relationships/image" Target="../media/image162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158" Type="http://schemas.openxmlformats.org/officeDocument/2006/relationships/image" Target="../media/image157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3" Type="http://schemas.openxmlformats.org/officeDocument/2006/relationships/image" Target="../media/image152.jpg"/><Relationship Id="rId174" Type="http://schemas.openxmlformats.org/officeDocument/2006/relationships/image" Target="../media/image173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148" Type="http://schemas.openxmlformats.org/officeDocument/2006/relationships/image" Target="../media/image147.jpg"/><Relationship Id="rId164" Type="http://schemas.openxmlformats.org/officeDocument/2006/relationships/image" Target="../media/image163.jpg"/><Relationship Id="rId169" Type="http://schemas.openxmlformats.org/officeDocument/2006/relationships/image" Target="../media/image16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54" Type="http://schemas.openxmlformats.org/officeDocument/2006/relationships/image" Target="../media/image153.jpg"/><Relationship Id="rId175" Type="http://schemas.openxmlformats.org/officeDocument/2006/relationships/image" Target="../media/image174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Relationship Id="rId90" Type="http://schemas.openxmlformats.org/officeDocument/2006/relationships/image" Target="../media/image89.jpg"/><Relationship Id="rId165" Type="http://schemas.openxmlformats.org/officeDocument/2006/relationships/image" Target="../media/image164.jpg"/><Relationship Id="rId27" Type="http://schemas.openxmlformats.org/officeDocument/2006/relationships/image" Target="../media/image26.jpg"/><Relationship Id="rId48" Type="http://schemas.openxmlformats.org/officeDocument/2006/relationships/image" Target="../media/image47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34" Type="http://schemas.openxmlformats.org/officeDocument/2006/relationships/image" Target="../media/image133.jpg"/><Relationship Id="rId80" Type="http://schemas.openxmlformats.org/officeDocument/2006/relationships/image" Target="../media/image79.jpg"/><Relationship Id="rId155" Type="http://schemas.openxmlformats.org/officeDocument/2006/relationships/image" Target="../media/image154.jpg"/><Relationship Id="rId176" Type="http://schemas.openxmlformats.org/officeDocument/2006/relationships/image" Target="../media/image175.jpg"/><Relationship Id="rId17" Type="http://schemas.openxmlformats.org/officeDocument/2006/relationships/image" Target="../media/image16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24" Type="http://schemas.openxmlformats.org/officeDocument/2006/relationships/image" Target="../media/image123.jpg"/><Relationship Id="rId70" Type="http://schemas.openxmlformats.org/officeDocument/2006/relationships/image" Target="../media/image69.jpg"/><Relationship Id="rId91" Type="http://schemas.openxmlformats.org/officeDocument/2006/relationships/image" Target="../media/image90.jpg"/><Relationship Id="rId145" Type="http://schemas.openxmlformats.org/officeDocument/2006/relationships/image" Target="../media/image144.jpg"/><Relationship Id="rId166" Type="http://schemas.openxmlformats.org/officeDocument/2006/relationships/image" Target="../media/image165.jp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jpg"/><Relationship Id="rId18" Type="http://schemas.openxmlformats.org/officeDocument/2006/relationships/image" Target="../media/image70.jpg"/><Relationship Id="rId26" Type="http://schemas.openxmlformats.org/officeDocument/2006/relationships/image" Target="../media/image78.jpg"/><Relationship Id="rId39" Type="http://schemas.openxmlformats.org/officeDocument/2006/relationships/image" Target="../media/image91.jpg"/><Relationship Id="rId21" Type="http://schemas.openxmlformats.org/officeDocument/2006/relationships/image" Target="../media/image73.jpg"/><Relationship Id="rId34" Type="http://schemas.openxmlformats.org/officeDocument/2006/relationships/image" Target="../media/image86.jpg"/><Relationship Id="rId42" Type="http://schemas.openxmlformats.org/officeDocument/2006/relationships/image" Target="../media/image94.jpg"/><Relationship Id="rId47" Type="http://schemas.openxmlformats.org/officeDocument/2006/relationships/image" Target="../media/image99.jpg"/><Relationship Id="rId7" Type="http://schemas.openxmlformats.org/officeDocument/2006/relationships/image" Target="../media/image59.jpg"/><Relationship Id="rId2" Type="http://schemas.openxmlformats.org/officeDocument/2006/relationships/image" Target="../media/image54.jpg"/><Relationship Id="rId16" Type="http://schemas.openxmlformats.org/officeDocument/2006/relationships/image" Target="../media/image68.jpg"/><Relationship Id="rId29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11" Type="http://schemas.openxmlformats.org/officeDocument/2006/relationships/image" Target="../media/image63.jpg"/><Relationship Id="rId24" Type="http://schemas.openxmlformats.org/officeDocument/2006/relationships/image" Target="../media/image76.jpg"/><Relationship Id="rId32" Type="http://schemas.openxmlformats.org/officeDocument/2006/relationships/image" Target="../media/image84.jpg"/><Relationship Id="rId37" Type="http://schemas.openxmlformats.org/officeDocument/2006/relationships/image" Target="../media/image89.jpg"/><Relationship Id="rId40" Type="http://schemas.openxmlformats.org/officeDocument/2006/relationships/image" Target="../media/image92.jpg"/><Relationship Id="rId45" Type="http://schemas.openxmlformats.org/officeDocument/2006/relationships/image" Target="../media/image97.jpg"/><Relationship Id="rId5" Type="http://schemas.openxmlformats.org/officeDocument/2006/relationships/image" Target="../media/image57.jpg"/><Relationship Id="rId15" Type="http://schemas.openxmlformats.org/officeDocument/2006/relationships/image" Target="../media/image67.jpg"/><Relationship Id="rId23" Type="http://schemas.openxmlformats.org/officeDocument/2006/relationships/image" Target="../media/image75.jpg"/><Relationship Id="rId28" Type="http://schemas.openxmlformats.org/officeDocument/2006/relationships/image" Target="../media/image80.jpg"/><Relationship Id="rId36" Type="http://schemas.openxmlformats.org/officeDocument/2006/relationships/image" Target="../media/image88.jpg"/><Relationship Id="rId10" Type="http://schemas.openxmlformats.org/officeDocument/2006/relationships/image" Target="../media/image62.jpg"/><Relationship Id="rId19" Type="http://schemas.openxmlformats.org/officeDocument/2006/relationships/image" Target="../media/image71.jpg"/><Relationship Id="rId31" Type="http://schemas.openxmlformats.org/officeDocument/2006/relationships/image" Target="../media/image83.jpg"/><Relationship Id="rId44" Type="http://schemas.openxmlformats.org/officeDocument/2006/relationships/image" Target="../media/image96.jpg"/><Relationship Id="rId4" Type="http://schemas.openxmlformats.org/officeDocument/2006/relationships/image" Target="../media/image56.jpg"/><Relationship Id="rId9" Type="http://schemas.openxmlformats.org/officeDocument/2006/relationships/image" Target="../media/image61.jpg"/><Relationship Id="rId14" Type="http://schemas.openxmlformats.org/officeDocument/2006/relationships/image" Target="../media/image66.jpg"/><Relationship Id="rId22" Type="http://schemas.openxmlformats.org/officeDocument/2006/relationships/image" Target="../media/image74.jpg"/><Relationship Id="rId27" Type="http://schemas.openxmlformats.org/officeDocument/2006/relationships/image" Target="../media/image79.jpg"/><Relationship Id="rId30" Type="http://schemas.openxmlformats.org/officeDocument/2006/relationships/image" Target="../media/image82.jpg"/><Relationship Id="rId35" Type="http://schemas.openxmlformats.org/officeDocument/2006/relationships/image" Target="../media/image87.jpg"/><Relationship Id="rId43" Type="http://schemas.openxmlformats.org/officeDocument/2006/relationships/image" Target="../media/image95.jpg"/><Relationship Id="rId48" Type="http://schemas.openxmlformats.org/officeDocument/2006/relationships/image" Target="../media/image100.jpg"/><Relationship Id="rId8" Type="http://schemas.openxmlformats.org/officeDocument/2006/relationships/image" Target="../media/image60.jpg"/><Relationship Id="rId3" Type="http://schemas.openxmlformats.org/officeDocument/2006/relationships/image" Target="../media/image55.jpg"/><Relationship Id="rId12" Type="http://schemas.openxmlformats.org/officeDocument/2006/relationships/image" Target="../media/image64.jpg"/><Relationship Id="rId17" Type="http://schemas.openxmlformats.org/officeDocument/2006/relationships/image" Target="../media/image69.jpg"/><Relationship Id="rId25" Type="http://schemas.openxmlformats.org/officeDocument/2006/relationships/image" Target="../media/image77.jpg"/><Relationship Id="rId33" Type="http://schemas.openxmlformats.org/officeDocument/2006/relationships/image" Target="../media/image85.jpg"/><Relationship Id="rId38" Type="http://schemas.openxmlformats.org/officeDocument/2006/relationships/image" Target="../media/image90.jpg"/><Relationship Id="rId46" Type="http://schemas.openxmlformats.org/officeDocument/2006/relationships/image" Target="../media/image98.jpg"/><Relationship Id="rId20" Type="http://schemas.openxmlformats.org/officeDocument/2006/relationships/image" Target="../media/image72.jpg"/><Relationship Id="rId41" Type="http://schemas.openxmlformats.org/officeDocument/2006/relationships/image" Target="../media/image9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13" Type="http://schemas.openxmlformats.org/officeDocument/2006/relationships/image" Target="../media/image97.jpg"/><Relationship Id="rId3" Type="http://schemas.openxmlformats.org/officeDocument/2006/relationships/image" Target="../media/image87.jpg"/><Relationship Id="rId7" Type="http://schemas.openxmlformats.org/officeDocument/2006/relationships/image" Target="../media/image91.jpg"/><Relationship Id="rId12" Type="http://schemas.openxmlformats.org/officeDocument/2006/relationships/image" Target="../media/image96.jpg"/><Relationship Id="rId2" Type="http://schemas.openxmlformats.org/officeDocument/2006/relationships/image" Target="../media/image86.jpg"/><Relationship Id="rId16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jpg"/><Relationship Id="rId11" Type="http://schemas.openxmlformats.org/officeDocument/2006/relationships/image" Target="../media/image95.jpg"/><Relationship Id="rId5" Type="http://schemas.openxmlformats.org/officeDocument/2006/relationships/image" Target="../media/image89.jpg"/><Relationship Id="rId15" Type="http://schemas.openxmlformats.org/officeDocument/2006/relationships/image" Target="../media/image99.jpg"/><Relationship Id="rId10" Type="http://schemas.openxmlformats.org/officeDocument/2006/relationships/image" Target="../media/image94.jpg"/><Relationship Id="rId4" Type="http://schemas.openxmlformats.org/officeDocument/2006/relationships/image" Target="../media/image88.jpg"/><Relationship Id="rId9" Type="http://schemas.openxmlformats.org/officeDocument/2006/relationships/image" Target="../media/image93.jpg"/><Relationship Id="rId14" Type="http://schemas.openxmlformats.org/officeDocument/2006/relationships/image" Target="../media/image98.jp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5.jpg"/><Relationship Id="rId21" Type="http://schemas.openxmlformats.org/officeDocument/2006/relationships/image" Target="../media/image120.jpg"/><Relationship Id="rId34" Type="http://schemas.openxmlformats.org/officeDocument/2006/relationships/image" Target="../media/image133.jpg"/><Relationship Id="rId42" Type="http://schemas.openxmlformats.org/officeDocument/2006/relationships/image" Target="../media/image141.jpg"/><Relationship Id="rId47" Type="http://schemas.openxmlformats.org/officeDocument/2006/relationships/image" Target="../media/image1.jpg"/><Relationship Id="rId50" Type="http://schemas.openxmlformats.org/officeDocument/2006/relationships/image" Target="../media/image148.jpg"/><Relationship Id="rId55" Type="http://schemas.openxmlformats.org/officeDocument/2006/relationships/image" Target="../media/image153.jpg"/><Relationship Id="rId63" Type="http://schemas.openxmlformats.org/officeDocument/2006/relationships/image" Target="../media/image161.jpg"/><Relationship Id="rId7" Type="http://schemas.openxmlformats.org/officeDocument/2006/relationships/image" Target="../media/image106.jpg"/><Relationship Id="rId2" Type="http://schemas.openxmlformats.org/officeDocument/2006/relationships/image" Target="../media/image101.jpg"/><Relationship Id="rId16" Type="http://schemas.openxmlformats.org/officeDocument/2006/relationships/image" Target="../media/image115.jpg"/><Relationship Id="rId29" Type="http://schemas.openxmlformats.org/officeDocument/2006/relationships/image" Target="../media/image128.jpg"/><Relationship Id="rId11" Type="http://schemas.openxmlformats.org/officeDocument/2006/relationships/image" Target="../media/image110.jpg"/><Relationship Id="rId24" Type="http://schemas.openxmlformats.org/officeDocument/2006/relationships/image" Target="../media/image123.jpg"/><Relationship Id="rId32" Type="http://schemas.openxmlformats.org/officeDocument/2006/relationships/image" Target="../media/image131.jpg"/><Relationship Id="rId37" Type="http://schemas.openxmlformats.org/officeDocument/2006/relationships/image" Target="../media/image136.jpg"/><Relationship Id="rId40" Type="http://schemas.openxmlformats.org/officeDocument/2006/relationships/image" Target="../media/image139.jpg"/><Relationship Id="rId45" Type="http://schemas.openxmlformats.org/officeDocument/2006/relationships/image" Target="../media/image144.jpg"/><Relationship Id="rId53" Type="http://schemas.openxmlformats.org/officeDocument/2006/relationships/image" Target="../media/image151.jpg"/><Relationship Id="rId58" Type="http://schemas.openxmlformats.org/officeDocument/2006/relationships/image" Target="../media/image156.jpg"/><Relationship Id="rId5" Type="http://schemas.openxmlformats.org/officeDocument/2006/relationships/image" Target="../media/image104.jpg"/><Relationship Id="rId61" Type="http://schemas.openxmlformats.org/officeDocument/2006/relationships/image" Target="../media/image159.jpg"/><Relationship Id="rId19" Type="http://schemas.openxmlformats.org/officeDocument/2006/relationships/image" Target="../media/image118.jpg"/><Relationship Id="rId14" Type="http://schemas.openxmlformats.org/officeDocument/2006/relationships/image" Target="../media/image113.jpg"/><Relationship Id="rId22" Type="http://schemas.openxmlformats.org/officeDocument/2006/relationships/image" Target="../media/image121.jpg"/><Relationship Id="rId27" Type="http://schemas.openxmlformats.org/officeDocument/2006/relationships/image" Target="../media/image126.jpg"/><Relationship Id="rId30" Type="http://schemas.openxmlformats.org/officeDocument/2006/relationships/image" Target="../media/image129.jpg"/><Relationship Id="rId35" Type="http://schemas.openxmlformats.org/officeDocument/2006/relationships/image" Target="../media/image134.jpg"/><Relationship Id="rId43" Type="http://schemas.openxmlformats.org/officeDocument/2006/relationships/image" Target="../media/image142.jpg"/><Relationship Id="rId48" Type="http://schemas.openxmlformats.org/officeDocument/2006/relationships/image" Target="../media/image146.jpg"/><Relationship Id="rId56" Type="http://schemas.openxmlformats.org/officeDocument/2006/relationships/image" Target="../media/image154.jpg"/><Relationship Id="rId64" Type="http://schemas.openxmlformats.org/officeDocument/2006/relationships/image" Target="../media/image162.jpg"/><Relationship Id="rId8" Type="http://schemas.openxmlformats.org/officeDocument/2006/relationships/image" Target="../media/image107.jpg"/><Relationship Id="rId51" Type="http://schemas.openxmlformats.org/officeDocument/2006/relationships/image" Target="../media/image149.jpg"/><Relationship Id="rId3" Type="http://schemas.openxmlformats.org/officeDocument/2006/relationships/image" Target="../media/image102.jpg"/><Relationship Id="rId12" Type="http://schemas.openxmlformats.org/officeDocument/2006/relationships/image" Target="../media/image111.jpg"/><Relationship Id="rId17" Type="http://schemas.openxmlformats.org/officeDocument/2006/relationships/image" Target="../media/image116.jpg"/><Relationship Id="rId25" Type="http://schemas.openxmlformats.org/officeDocument/2006/relationships/image" Target="../media/image124.jpg"/><Relationship Id="rId33" Type="http://schemas.openxmlformats.org/officeDocument/2006/relationships/image" Target="../media/image132.jpg"/><Relationship Id="rId38" Type="http://schemas.openxmlformats.org/officeDocument/2006/relationships/image" Target="../media/image137.jpg"/><Relationship Id="rId46" Type="http://schemas.openxmlformats.org/officeDocument/2006/relationships/image" Target="../media/image145.jpg"/><Relationship Id="rId59" Type="http://schemas.openxmlformats.org/officeDocument/2006/relationships/image" Target="../media/image157.jpg"/><Relationship Id="rId20" Type="http://schemas.openxmlformats.org/officeDocument/2006/relationships/image" Target="../media/image119.jpg"/><Relationship Id="rId41" Type="http://schemas.openxmlformats.org/officeDocument/2006/relationships/image" Target="../media/image140.jpg"/><Relationship Id="rId54" Type="http://schemas.openxmlformats.org/officeDocument/2006/relationships/image" Target="../media/image152.jpg"/><Relationship Id="rId62" Type="http://schemas.openxmlformats.org/officeDocument/2006/relationships/image" Target="../media/image16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jpg"/><Relationship Id="rId15" Type="http://schemas.openxmlformats.org/officeDocument/2006/relationships/image" Target="../media/image114.jpg"/><Relationship Id="rId23" Type="http://schemas.openxmlformats.org/officeDocument/2006/relationships/image" Target="../media/image122.jpg"/><Relationship Id="rId28" Type="http://schemas.openxmlformats.org/officeDocument/2006/relationships/image" Target="../media/image127.jpg"/><Relationship Id="rId36" Type="http://schemas.openxmlformats.org/officeDocument/2006/relationships/image" Target="../media/image135.jpg"/><Relationship Id="rId49" Type="http://schemas.openxmlformats.org/officeDocument/2006/relationships/image" Target="../media/image147.jpg"/><Relationship Id="rId57" Type="http://schemas.openxmlformats.org/officeDocument/2006/relationships/image" Target="../media/image155.jpg"/><Relationship Id="rId10" Type="http://schemas.openxmlformats.org/officeDocument/2006/relationships/image" Target="../media/image109.jpg"/><Relationship Id="rId31" Type="http://schemas.openxmlformats.org/officeDocument/2006/relationships/image" Target="../media/image130.jpg"/><Relationship Id="rId44" Type="http://schemas.openxmlformats.org/officeDocument/2006/relationships/image" Target="../media/image143.jpg"/><Relationship Id="rId52" Type="http://schemas.openxmlformats.org/officeDocument/2006/relationships/image" Target="../media/image150.jpg"/><Relationship Id="rId60" Type="http://schemas.openxmlformats.org/officeDocument/2006/relationships/image" Target="../media/image158.jpg"/><Relationship Id="rId65" Type="http://schemas.openxmlformats.org/officeDocument/2006/relationships/image" Target="../media/image163.jpg"/><Relationship Id="rId4" Type="http://schemas.openxmlformats.org/officeDocument/2006/relationships/image" Target="../media/image103.jpg"/><Relationship Id="rId9" Type="http://schemas.openxmlformats.org/officeDocument/2006/relationships/image" Target="../media/image108.jpg"/><Relationship Id="rId13" Type="http://schemas.openxmlformats.org/officeDocument/2006/relationships/image" Target="../media/image112.jpg"/><Relationship Id="rId18" Type="http://schemas.openxmlformats.org/officeDocument/2006/relationships/image" Target="../media/image117.jpg"/><Relationship Id="rId39" Type="http://schemas.openxmlformats.org/officeDocument/2006/relationships/image" Target="../media/image1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43">
            <a:extLst>
              <a:ext uri="{FF2B5EF4-FFF2-40B4-BE49-F238E27FC236}">
                <a16:creationId xmlns:a16="http://schemas.microsoft.com/office/drawing/2014/main" id="{D26070A9-0ABF-13E6-1113-D77A53850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32" t="22203"/>
          <a:stretch>
            <a:fillRect/>
          </a:stretch>
        </p:blipFill>
        <p:spPr>
          <a:xfrm>
            <a:off x="11549258" y="11270278"/>
            <a:ext cx="550052" cy="11411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8CAA62-2B57-80E4-90C8-8B3383B5E63C}"/>
              </a:ext>
            </a:extLst>
          </p:cNvPr>
          <p:cNvSpPr/>
          <p:nvPr/>
        </p:nvSpPr>
        <p:spPr>
          <a:xfrm>
            <a:off x="3048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F2178-40EB-8C5A-8F4B-B790B397B043}"/>
              </a:ext>
            </a:extLst>
          </p:cNvPr>
          <p:cNvSpPr/>
          <p:nvPr/>
        </p:nvSpPr>
        <p:spPr>
          <a:xfrm>
            <a:off x="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pic>
        <p:nvPicPr>
          <p:cNvPr id="8" name="Picture 7" descr="A white background with text and a number&#10;&#10;AI-generated content may be incorrect.">
            <a:extLst>
              <a:ext uri="{FF2B5EF4-FFF2-40B4-BE49-F238E27FC236}">
                <a16:creationId xmlns:a16="http://schemas.microsoft.com/office/drawing/2014/main" id="{96DD625A-25E8-0EAA-056F-A3CBBDB39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041" y="559011"/>
            <a:ext cx="600075" cy="981075"/>
          </a:xfrm>
          <a:prstGeom prst="rect">
            <a:avLst/>
          </a:prstGeom>
        </p:spPr>
      </p:pic>
      <p:pic>
        <p:nvPicPr>
          <p:cNvPr id="9" name="Picture 8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B6A25661-4793-096B-5E98-99E6C941E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382" y="473286"/>
            <a:ext cx="485775" cy="1152525"/>
          </a:xfrm>
          <a:prstGeom prst="rect">
            <a:avLst/>
          </a:prstGeom>
        </p:spPr>
      </p:pic>
      <p:pic>
        <p:nvPicPr>
          <p:cNvPr id="10" name="Picture 9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C7F88718-FDFA-1196-9DCD-F72A474A5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87" b="21582"/>
          <a:stretch>
            <a:fillRect/>
          </a:stretch>
        </p:blipFill>
        <p:spPr>
          <a:xfrm>
            <a:off x="3739494" y="530435"/>
            <a:ext cx="921003" cy="1038226"/>
          </a:xfrm>
          <a:prstGeom prst="rect">
            <a:avLst/>
          </a:prstGeom>
        </p:spPr>
      </p:pic>
      <p:pic>
        <p:nvPicPr>
          <p:cNvPr id="11" name="Picture 10" descr="A black specks in the air&#10;&#10;AI-generated content may be incorrect.">
            <a:extLst>
              <a:ext uri="{FF2B5EF4-FFF2-40B4-BE49-F238E27FC236}">
                <a16:creationId xmlns:a16="http://schemas.microsoft.com/office/drawing/2014/main" id="{D04E8D51-1EF8-8153-7595-53C7B1E649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834" y="530436"/>
            <a:ext cx="485775" cy="10382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E73E49-3800-5DA6-1998-9D4434091797}"/>
              </a:ext>
            </a:extLst>
          </p:cNvPr>
          <p:cNvSpPr/>
          <p:nvPr/>
        </p:nvSpPr>
        <p:spPr>
          <a:xfrm>
            <a:off x="6096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8923E9-7DDE-72C6-34B6-8E00C3265351}"/>
              </a:ext>
            </a:extLst>
          </p:cNvPr>
          <p:cNvSpPr/>
          <p:nvPr/>
        </p:nvSpPr>
        <p:spPr>
          <a:xfrm>
            <a:off x="9144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B5375A-542F-0F87-A4B3-C0EF3862B91B}"/>
              </a:ext>
            </a:extLst>
          </p:cNvPr>
          <p:cNvSpPr/>
          <p:nvPr/>
        </p:nvSpPr>
        <p:spPr>
          <a:xfrm>
            <a:off x="6096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6842CC-E0A4-60CF-6561-4148059454C2}"/>
              </a:ext>
            </a:extLst>
          </p:cNvPr>
          <p:cNvSpPr/>
          <p:nvPr/>
        </p:nvSpPr>
        <p:spPr>
          <a:xfrm>
            <a:off x="9144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5736D-56FF-BBE4-09C6-5B7540F42F84}"/>
              </a:ext>
            </a:extLst>
          </p:cNvPr>
          <p:cNvSpPr txBox="1"/>
          <p:nvPr/>
        </p:nvSpPr>
        <p:spPr>
          <a:xfrm>
            <a:off x="-9499" y="35848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BAE4F"/>
                </a:solidFill>
              </a:rPr>
              <a:t>Phaeocystis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BBC0FE-995B-D0DE-852A-C3E09E9558D8}"/>
              </a:ext>
            </a:extLst>
          </p:cNvPr>
          <p:cNvSpPr/>
          <p:nvPr/>
        </p:nvSpPr>
        <p:spPr>
          <a:xfrm>
            <a:off x="3048333" y="2947220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0F1955-FD9E-0019-ACBA-582D5B63F5F7}"/>
              </a:ext>
            </a:extLst>
          </p:cNvPr>
          <p:cNvSpPr/>
          <p:nvPr/>
        </p:nvSpPr>
        <p:spPr>
          <a:xfrm>
            <a:off x="6096333" y="2944763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F9AFEC-8585-290F-077A-6008E1175477}"/>
              </a:ext>
            </a:extLst>
          </p:cNvPr>
          <p:cNvSpPr/>
          <p:nvPr/>
        </p:nvSpPr>
        <p:spPr>
          <a:xfrm>
            <a:off x="9144333" y="4428825"/>
            <a:ext cx="3048000" cy="106680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2ABAC-CCE7-AC1E-9ACC-5D05E46D19F8}"/>
              </a:ext>
            </a:extLst>
          </p:cNvPr>
          <p:cNvSpPr txBox="1"/>
          <p:nvPr/>
        </p:nvSpPr>
        <p:spPr>
          <a:xfrm>
            <a:off x="3038502" y="36378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circular in Figure 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8FF88-D74A-7505-9A1D-ACBF394F5C61}"/>
              </a:ext>
            </a:extLst>
          </p:cNvPr>
          <p:cNvSpPr txBox="1"/>
          <p:nvPr/>
        </p:nvSpPr>
        <p:spPr>
          <a:xfrm>
            <a:off x="6098156" y="166688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2048F3-80CC-6C15-F188-BD2895CBCCB5}"/>
              </a:ext>
            </a:extLst>
          </p:cNvPr>
          <p:cNvSpPr txBox="1"/>
          <p:nvPr/>
        </p:nvSpPr>
        <p:spPr>
          <a:xfrm>
            <a:off x="9146157" y="167218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mc_aggregate_fluffy_grainy_elongated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2D8D66-553F-6D61-821A-55F69A02BF82}"/>
              </a:ext>
            </a:extLst>
          </p:cNvPr>
          <p:cNvSpPr txBox="1"/>
          <p:nvPr/>
        </p:nvSpPr>
        <p:spPr>
          <a:xfrm>
            <a:off x="3048340" y="297180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3B6925-7F31-79DC-B0F2-19F681C82D74}"/>
              </a:ext>
            </a:extLst>
          </p:cNvPr>
          <p:cNvSpPr txBox="1"/>
          <p:nvPr/>
        </p:nvSpPr>
        <p:spPr>
          <a:xfrm>
            <a:off x="6112908" y="296965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mc_aggregate_fluffy_grey_elongated</a:t>
            </a:r>
            <a:endParaRPr lang="en-US" sz="1200" b="1" dirty="0">
              <a:solidFill>
                <a:srgbClr val="7BAE4F"/>
              </a:solidFill>
            </a:endParaRPr>
          </a:p>
        </p:txBody>
      </p:sp>
      <p:pic>
        <p:nvPicPr>
          <p:cNvPr id="27" name="Picture 26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DCA9A4EC-2A4F-226F-C6F2-EA1DEA8A7F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1" r="23480" b="30014"/>
          <a:stretch>
            <a:fillRect/>
          </a:stretch>
        </p:blipFill>
        <p:spPr>
          <a:xfrm>
            <a:off x="2085174" y="423566"/>
            <a:ext cx="957908" cy="1035660"/>
          </a:xfrm>
          <a:prstGeom prst="rect">
            <a:avLst/>
          </a:prstGeom>
        </p:spPr>
      </p:pic>
      <p:pic>
        <p:nvPicPr>
          <p:cNvPr id="28" name="Picture 27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99D4366E-D72F-9DAB-896E-1DE80E847B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8" r="23220"/>
          <a:stretch>
            <a:fillRect/>
          </a:stretch>
        </p:blipFill>
        <p:spPr>
          <a:xfrm>
            <a:off x="684344" y="569676"/>
            <a:ext cx="920316" cy="959745"/>
          </a:xfrm>
          <a:prstGeom prst="rect">
            <a:avLst/>
          </a:prstGeom>
        </p:spPr>
      </p:pic>
      <p:pic>
        <p:nvPicPr>
          <p:cNvPr id="29" name="Picture 28" descr="A black particles on a white background&#10;&#10;AI-generated content may be incorrect.">
            <a:extLst>
              <a:ext uri="{FF2B5EF4-FFF2-40B4-BE49-F238E27FC236}">
                <a16:creationId xmlns:a16="http://schemas.microsoft.com/office/drawing/2014/main" id="{0F910583-1F34-6496-4BF1-C66E312EBA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2" r="16476"/>
          <a:stretch>
            <a:fillRect/>
          </a:stretch>
        </p:blipFill>
        <p:spPr>
          <a:xfrm>
            <a:off x="11657" y="556662"/>
            <a:ext cx="681156" cy="985773"/>
          </a:xfrm>
          <a:prstGeom prst="rect">
            <a:avLst/>
          </a:prstGeom>
        </p:spPr>
      </p:pic>
      <p:pic>
        <p:nvPicPr>
          <p:cNvPr id="30" name="Picture 29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496C8F39-07D7-E45E-7D88-52AA16B7E4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5" y="744748"/>
            <a:ext cx="485775" cy="609600"/>
          </a:xfrm>
          <a:prstGeom prst="rect">
            <a:avLst/>
          </a:prstGeom>
        </p:spPr>
      </p:pic>
      <p:pic>
        <p:nvPicPr>
          <p:cNvPr id="31" name="Picture 30" descr="A black dot with a number and text&#10;&#10;AI-generated content may be incorrect.">
            <a:extLst>
              <a:ext uri="{FF2B5EF4-FFF2-40B4-BE49-F238E27FC236}">
                <a16:creationId xmlns:a16="http://schemas.microsoft.com/office/drawing/2014/main" id="{E9D1EE15-0E11-F678-4BFE-EED2798279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40" y="730461"/>
            <a:ext cx="485775" cy="638175"/>
          </a:xfrm>
          <a:prstGeom prst="rect">
            <a:avLst/>
          </a:prstGeom>
        </p:spPr>
      </p:pic>
      <p:pic>
        <p:nvPicPr>
          <p:cNvPr id="32" name="Picture 31" descr="A black circle with numbers&#10;&#10;AI-generated content may be incorrect.">
            <a:extLst>
              <a:ext uri="{FF2B5EF4-FFF2-40B4-BE49-F238E27FC236}">
                <a16:creationId xmlns:a16="http://schemas.microsoft.com/office/drawing/2014/main" id="{0682FFCA-EC71-D4CD-CA83-5BA94CC639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7" y="659023"/>
            <a:ext cx="485775" cy="781050"/>
          </a:xfrm>
          <a:prstGeom prst="rect">
            <a:avLst/>
          </a:prstGeom>
        </p:spPr>
      </p:pic>
      <p:pic>
        <p:nvPicPr>
          <p:cNvPr id="33" name="Picture 32" descr="A black dot with numbers and a line&#10;&#10;AI-generated content may be incorrect.">
            <a:extLst>
              <a:ext uri="{FF2B5EF4-FFF2-40B4-BE49-F238E27FC236}">
                <a16:creationId xmlns:a16="http://schemas.microsoft.com/office/drawing/2014/main" id="{FC690ED9-71A5-92CD-1949-50BC268645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503" y="701886"/>
            <a:ext cx="485775" cy="695325"/>
          </a:xfrm>
          <a:prstGeom prst="rect">
            <a:avLst/>
          </a:prstGeom>
        </p:spPr>
      </p:pic>
      <p:pic>
        <p:nvPicPr>
          <p:cNvPr id="34" name="Picture 33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A22F566B-7E40-BF65-77F6-771DDEB7E1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9" r="24356" b="25682"/>
          <a:stretch>
            <a:fillRect/>
          </a:stretch>
        </p:blipFill>
        <p:spPr>
          <a:xfrm>
            <a:off x="9281662" y="648060"/>
            <a:ext cx="778146" cy="802976"/>
          </a:xfrm>
          <a:prstGeom prst="rect">
            <a:avLst/>
          </a:prstGeom>
        </p:spPr>
      </p:pic>
      <p:pic>
        <p:nvPicPr>
          <p:cNvPr id="35" name="Picture 34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3A4D365F-ADB2-42C4-4D27-767267DC2F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49" y="673311"/>
            <a:ext cx="485775" cy="752475"/>
          </a:xfrm>
          <a:prstGeom prst="rect">
            <a:avLst/>
          </a:prstGeom>
        </p:spPr>
      </p:pic>
      <p:pic>
        <p:nvPicPr>
          <p:cNvPr id="36" name="Picture 35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21DCEBA7-9633-51EB-9BA1-4F556EDED6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922" y="601873"/>
            <a:ext cx="628650" cy="895350"/>
          </a:xfrm>
          <a:prstGeom prst="rect">
            <a:avLst/>
          </a:prstGeom>
        </p:spPr>
      </p:pic>
      <p:pic>
        <p:nvPicPr>
          <p:cNvPr id="37" name="Picture 36" descr="A black and white image of a black and white object&#10;&#10;AI-generated content may be incorrect.">
            <a:extLst>
              <a:ext uri="{FF2B5EF4-FFF2-40B4-BE49-F238E27FC236}">
                <a16:creationId xmlns:a16="http://schemas.microsoft.com/office/drawing/2014/main" id="{A4997BE3-659C-574F-DAFB-C41C4B4F42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99" y="573298"/>
            <a:ext cx="600075" cy="952500"/>
          </a:xfrm>
          <a:prstGeom prst="rect">
            <a:avLst/>
          </a:prstGeom>
        </p:spPr>
      </p:pic>
      <p:pic>
        <p:nvPicPr>
          <p:cNvPr id="38" name="Picture 37" descr="A cloud of smoke in the sky&#10;&#10;AI-generated content may be incorrect.">
            <a:extLst>
              <a:ext uri="{FF2B5EF4-FFF2-40B4-BE49-F238E27FC236}">
                <a16:creationId xmlns:a16="http://schemas.microsoft.com/office/drawing/2014/main" id="{60F7A044-22CD-182F-5EB8-20CD2A447F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6" r="17530"/>
          <a:stretch>
            <a:fillRect/>
          </a:stretch>
        </p:blipFill>
        <p:spPr>
          <a:xfrm>
            <a:off x="2267484" y="1722514"/>
            <a:ext cx="754111" cy="1192513"/>
          </a:xfrm>
          <a:prstGeom prst="rect">
            <a:avLst/>
          </a:prstGeom>
        </p:spPr>
      </p:pic>
      <p:pic>
        <p:nvPicPr>
          <p:cNvPr id="39" name="Picture 38" descr="A black and white image of a person's foot&#10;&#10;AI-generated content may be incorrect.">
            <a:extLst>
              <a:ext uri="{FF2B5EF4-FFF2-40B4-BE49-F238E27FC236}">
                <a16:creationId xmlns:a16="http://schemas.microsoft.com/office/drawing/2014/main" id="{413EF5E0-10C7-EEA4-8F40-B19E93B2D30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48" y="1728220"/>
            <a:ext cx="571500" cy="1181100"/>
          </a:xfrm>
          <a:prstGeom prst="rect">
            <a:avLst/>
          </a:prstGeom>
        </p:spPr>
      </p:pic>
      <p:pic>
        <p:nvPicPr>
          <p:cNvPr id="40" name="Picture 39" descr="A white sky with black text&#10;&#10;AI-generated content may be incorrect.">
            <a:extLst>
              <a:ext uri="{FF2B5EF4-FFF2-40B4-BE49-F238E27FC236}">
                <a16:creationId xmlns:a16="http://schemas.microsoft.com/office/drawing/2014/main" id="{214A69EA-01E8-E791-DE70-3B45CC9348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70"/>
          <a:stretch>
            <a:fillRect/>
          </a:stretch>
        </p:blipFill>
        <p:spPr>
          <a:xfrm>
            <a:off x="743850" y="1976728"/>
            <a:ext cx="860810" cy="684085"/>
          </a:xfrm>
          <a:prstGeom prst="rect">
            <a:avLst/>
          </a:prstGeom>
        </p:spPr>
      </p:pic>
      <p:pic>
        <p:nvPicPr>
          <p:cNvPr id="41" name="Picture 40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2940B7F0-5382-BF5D-361C-FD7C67DB833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0" b="24732"/>
          <a:stretch>
            <a:fillRect/>
          </a:stretch>
        </p:blipFill>
        <p:spPr>
          <a:xfrm>
            <a:off x="23431" y="1878183"/>
            <a:ext cx="690409" cy="881174"/>
          </a:xfrm>
          <a:prstGeom prst="rect">
            <a:avLst/>
          </a:prstGeom>
        </p:spPr>
      </p:pic>
      <p:pic>
        <p:nvPicPr>
          <p:cNvPr id="42" name="Picture 41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41A191B5-5759-F757-C5A8-B9C88E9E59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01" y="1916874"/>
            <a:ext cx="485775" cy="981075"/>
          </a:xfrm>
          <a:prstGeom prst="rect">
            <a:avLst/>
          </a:prstGeom>
        </p:spPr>
      </p:pic>
      <p:pic>
        <p:nvPicPr>
          <p:cNvPr id="43" name="Picture 42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D0A8C792-47FA-86C3-7CE4-ACD27651E48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504" y="1988311"/>
            <a:ext cx="542925" cy="838200"/>
          </a:xfrm>
          <a:prstGeom prst="rect">
            <a:avLst/>
          </a:prstGeom>
        </p:spPr>
      </p:pic>
      <p:pic>
        <p:nvPicPr>
          <p:cNvPr id="44" name="Picture 43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2C81DA3C-9D91-273D-FD15-7308387C153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77" y="1988311"/>
            <a:ext cx="485775" cy="838200"/>
          </a:xfrm>
          <a:prstGeom prst="rect">
            <a:avLst/>
          </a:prstGeom>
        </p:spPr>
      </p:pic>
      <p:pic>
        <p:nvPicPr>
          <p:cNvPr id="45" name="Picture 44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78C42CDB-D3D8-2C1C-D844-F45C9B1BA6B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95" y="2045461"/>
            <a:ext cx="485775" cy="723900"/>
          </a:xfrm>
          <a:prstGeom prst="rect">
            <a:avLst/>
          </a:prstGeom>
        </p:spPr>
      </p:pic>
      <p:pic>
        <p:nvPicPr>
          <p:cNvPr id="46" name="Picture 45" descr="A blurry image of a number&#10;&#10;AI-generated content may be incorrect.">
            <a:extLst>
              <a:ext uri="{FF2B5EF4-FFF2-40B4-BE49-F238E27FC236}">
                <a16:creationId xmlns:a16="http://schemas.microsoft.com/office/drawing/2014/main" id="{225C3226-F82B-75BD-3FE4-6EEA7E2A9F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85" y="1962262"/>
            <a:ext cx="485775" cy="809625"/>
          </a:xfrm>
          <a:prstGeom prst="rect">
            <a:avLst/>
          </a:prstGeom>
        </p:spPr>
      </p:pic>
      <p:pic>
        <p:nvPicPr>
          <p:cNvPr id="47" name="Picture 46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E9070999-D3BF-33B7-E701-2D25628CC14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83" y="1890824"/>
            <a:ext cx="485775" cy="952500"/>
          </a:xfrm>
          <a:prstGeom prst="rect">
            <a:avLst/>
          </a:prstGeom>
        </p:spPr>
      </p:pic>
      <p:pic>
        <p:nvPicPr>
          <p:cNvPr id="48" name="Picture 47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09D775C9-7F90-F2EC-F84E-891938B86F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71" y="1947974"/>
            <a:ext cx="571500" cy="838200"/>
          </a:xfrm>
          <a:prstGeom prst="rect">
            <a:avLst/>
          </a:prstGeom>
        </p:spPr>
      </p:pic>
      <p:pic>
        <p:nvPicPr>
          <p:cNvPr id="49" name="Picture 48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C5677C73-E4C5-609E-C9F0-DA2B83201DE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73" y="1947974"/>
            <a:ext cx="485775" cy="838200"/>
          </a:xfrm>
          <a:prstGeom prst="rect">
            <a:avLst/>
          </a:prstGeom>
        </p:spPr>
      </p:pic>
      <p:pic>
        <p:nvPicPr>
          <p:cNvPr id="50" name="Picture 49" descr="A black and white image of a number and a circle&#10;&#10;AI-generated content may be incorrect.">
            <a:extLst>
              <a:ext uri="{FF2B5EF4-FFF2-40B4-BE49-F238E27FC236}">
                <a16:creationId xmlns:a16="http://schemas.microsoft.com/office/drawing/2014/main" id="{10188712-91B7-DFA2-51DB-A6AEE2D6CB2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403" y="1971110"/>
            <a:ext cx="485775" cy="723900"/>
          </a:xfrm>
          <a:prstGeom prst="rect">
            <a:avLst/>
          </a:prstGeom>
        </p:spPr>
      </p:pic>
      <p:pic>
        <p:nvPicPr>
          <p:cNvPr id="51" name="Picture 5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9C4C881-BB69-0892-443B-005BF91080A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735" y="1956823"/>
            <a:ext cx="485775" cy="752475"/>
          </a:xfrm>
          <a:prstGeom prst="rect">
            <a:avLst/>
          </a:prstGeom>
        </p:spPr>
      </p:pic>
      <p:pic>
        <p:nvPicPr>
          <p:cNvPr id="52" name="Picture 51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CC1B476B-3A22-345C-A261-60313704E13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360" y="1985398"/>
            <a:ext cx="485775" cy="695325"/>
          </a:xfrm>
          <a:prstGeom prst="rect">
            <a:avLst/>
          </a:prstGeom>
        </p:spPr>
      </p:pic>
      <p:pic>
        <p:nvPicPr>
          <p:cNvPr id="53" name="Picture 52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095C46AF-3897-94F1-333B-729C89F3D45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399" y="1928248"/>
            <a:ext cx="485775" cy="809625"/>
          </a:xfrm>
          <a:prstGeom prst="rect">
            <a:avLst/>
          </a:prstGeom>
        </p:spPr>
      </p:pic>
      <p:pic>
        <p:nvPicPr>
          <p:cNvPr id="54" name="Picture 53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C3984E67-F2A2-4693-0136-5BB96370A69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47" y="3322356"/>
            <a:ext cx="600075" cy="981075"/>
          </a:xfrm>
          <a:prstGeom prst="rect">
            <a:avLst/>
          </a:prstGeom>
        </p:spPr>
      </p:pic>
      <p:pic>
        <p:nvPicPr>
          <p:cNvPr id="55" name="Picture 54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9A0360FC-87EF-33C6-CA23-8E2B3D8E713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93" y="3275038"/>
            <a:ext cx="600075" cy="1095375"/>
          </a:xfrm>
          <a:prstGeom prst="rect">
            <a:avLst/>
          </a:prstGeom>
        </p:spPr>
      </p:pic>
      <p:pic>
        <p:nvPicPr>
          <p:cNvPr id="56" name="Picture 55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FD34A02F-E1BE-D2EB-C8D8-F97B2F7387F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70" y="3299157"/>
            <a:ext cx="857250" cy="1066800"/>
          </a:xfrm>
          <a:prstGeom prst="rect">
            <a:avLst/>
          </a:prstGeom>
        </p:spPr>
      </p:pic>
      <p:pic>
        <p:nvPicPr>
          <p:cNvPr id="57" name="Picture 5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6E00F595-AF9B-3211-6F27-311EDA76967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7" y="3465231"/>
            <a:ext cx="485775" cy="695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C1620FC-3FC3-9E2D-50E3-AD9D027330E0}"/>
              </a:ext>
            </a:extLst>
          </p:cNvPr>
          <p:cNvSpPr txBox="1"/>
          <p:nvPr/>
        </p:nvSpPr>
        <p:spPr>
          <a:xfrm>
            <a:off x="339" y="2966501"/>
            <a:ext cx="3057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mc_aggregate_fluffy_grainy_to_aggregate_dense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grainy/dense in Figure 7</a:t>
            </a:r>
          </a:p>
        </p:txBody>
      </p:sp>
      <p:pic>
        <p:nvPicPr>
          <p:cNvPr id="59" name="Picture 58" descr="A black and white image of a drop of water&#10;&#10;AI-generated content may be incorrect.">
            <a:extLst>
              <a:ext uri="{FF2B5EF4-FFF2-40B4-BE49-F238E27FC236}">
                <a16:creationId xmlns:a16="http://schemas.microsoft.com/office/drawing/2014/main" id="{2D0D0799-6807-FD50-DCAC-7C1E6409540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97" y="3393793"/>
            <a:ext cx="485775" cy="838200"/>
          </a:xfrm>
          <a:prstGeom prst="rect">
            <a:avLst/>
          </a:prstGeom>
        </p:spPr>
      </p:pic>
      <p:pic>
        <p:nvPicPr>
          <p:cNvPr id="60" name="Picture 59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29BDAD18-B363-077B-0408-2688FD0E685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22" y="3350931"/>
            <a:ext cx="628650" cy="923925"/>
          </a:xfrm>
          <a:prstGeom prst="rect">
            <a:avLst/>
          </a:prstGeom>
        </p:spPr>
      </p:pic>
      <p:pic>
        <p:nvPicPr>
          <p:cNvPr id="61" name="Picture 60" descr="A number and a number&#10;&#10;AI-generated content may be incorrect.">
            <a:extLst>
              <a:ext uri="{FF2B5EF4-FFF2-40B4-BE49-F238E27FC236}">
                <a16:creationId xmlns:a16="http://schemas.microsoft.com/office/drawing/2014/main" id="{F43E42BD-173A-7D3A-1EBE-312DCF3185A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62" y="3450943"/>
            <a:ext cx="485775" cy="723900"/>
          </a:xfrm>
          <a:prstGeom prst="rect">
            <a:avLst/>
          </a:prstGeom>
        </p:spPr>
      </p:pic>
      <p:pic>
        <p:nvPicPr>
          <p:cNvPr id="62" name="Picture 61" descr="A smoke in the air&#10;&#10;AI-generated content may be incorrect.">
            <a:extLst>
              <a:ext uri="{FF2B5EF4-FFF2-40B4-BE49-F238E27FC236}">
                <a16:creationId xmlns:a16="http://schemas.microsoft.com/office/drawing/2014/main" id="{C44A25B4-D254-BD1A-91E8-867B1E665BB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833" y="3365218"/>
            <a:ext cx="485775" cy="895350"/>
          </a:xfrm>
          <a:prstGeom prst="rect">
            <a:avLst/>
          </a:prstGeom>
        </p:spPr>
      </p:pic>
      <p:pic>
        <p:nvPicPr>
          <p:cNvPr id="63" name="Picture 62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4B482869-203E-4D88-A2B4-C1E688F1E6A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969" y="3391336"/>
            <a:ext cx="485775" cy="838200"/>
          </a:xfrm>
          <a:prstGeom prst="rect">
            <a:avLst/>
          </a:prstGeom>
        </p:spPr>
      </p:pic>
      <p:pic>
        <p:nvPicPr>
          <p:cNvPr id="64" name="Picture 6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3555213B-686F-08A0-BEB1-810A5D1F1D9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49" y="3434199"/>
            <a:ext cx="485775" cy="752475"/>
          </a:xfrm>
          <a:prstGeom prst="rect">
            <a:avLst/>
          </a:prstGeom>
        </p:spPr>
      </p:pic>
      <p:pic>
        <p:nvPicPr>
          <p:cNvPr id="65" name="Picture 64" descr="A number and a number&#10;&#10;AI-generated content may be incorrect.">
            <a:extLst>
              <a:ext uri="{FF2B5EF4-FFF2-40B4-BE49-F238E27FC236}">
                <a16:creationId xmlns:a16="http://schemas.microsoft.com/office/drawing/2014/main" id="{57DA50C3-4319-2EEC-9BC7-003AB99F188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082" y="3448486"/>
            <a:ext cx="485775" cy="723900"/>
          </a:xfrm>
          <a:prstGeom prst="rect">
            <a:avLst/>
          </a:prstGeom>
        </p:spPr>
      </p:pic>
      <p:pic>
        <p:nvPicPr>
          <p:cNvPr id="66" name="Picture 65" descr="A number and a number&#10;&#10;AI-generated content may be incorrect.">
            <a:extLst>
              <a:ext uri="{FF2B5EF4-FFF2-40B4-BE49-F238E27FC236}">
                <a16:creationId xmlns:a16="http://schemas.microsoft.com/office/drawing/2014/main" id="{5BB7C75D-04D9-CC91-6CD7-E2D5701B264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45" y="3448486"/>
            <a:ext cx="485775" cy="723900"/>
          </a:xfrm>
          <a:prstGeom prst="rect">
            <a:avLst/>
          </a:prstGeom>
        </p:spPr>
      </p:pic>
      <p:pic>
        <p:nvPicPr>
          <p:cNvPr id="67" name="Picture 66" descr="A close up of a number&#10;&#10;AI-generated content may be incorrect.">
            <a:extLst>
              <a:ext uri="{FF2B5EF4-FFF2-40B4-BE49-F238E27FC236}">
                <a16:creationId xmlns:a16="http://schemas.microsoft.com/office/drawing/2014/main" id="{943D2E61-42DA-E42D-40AE-E91E1D9D8A58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935" y="3545885"/>
            <a:ext cx="485775" cy="666750"/>
          </a:xfrm>
          <a:prstGeom prst="rect">
            <a:avLst/>
          </a:prstGeom>
        </p:spPr>
      </p:pic>
      <p:pic>
        <p:nvPicPr>
          <p:cNvPr id="68" name="Picture 67" descr="A white object with black text&#10;&#10;AI-generated content may be incorrect.">
            <a:extLst>
              <a:ext uri="{FF2B5EF4-FFF2-40B4-BE49-F238E27FC236}">
                <a16:creationId xmlns:a16="http://schemas.microsoft.com/office/drawing/2014/main" id="{5AB41301-926D-3385-F9E2-858DA6DFAB84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111" y="3364603"/>
            <a:ext cx="600075" cy="1009650"/>
          </a:xfrm>
          <a:prstGeom prst="rect">
            <a:avLst/>
          </a:prstGeom>
        </p:spPr>
      </p:pic>
      <p:pic>
        <p:nvPicPr>
          <p:cNvPr id="69" name="Picture 6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B2B334B-04E4-8732-886B-5E271FF8738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821" y="3316364"/>
            <a:ext cx="828675" cy="1066800"/>
          </a:xfrm>
          <a:prstGeom prst="rect">
            <a:avLst/>
          </a:prstGeom>
        </p:spPr>
      </p:pic>
      <p:pic>
        <p:nvPicPr>
          <p:cNvPr id="70" name="Picture 69" descr="A number and a number&#10;&#10;AI-generated content may be incorrect.">
            <a:extLst>
              <a:ext uri="{FF2B5EF4-FFF2-40B4-BE49-F238E27FC236}">
                <a16:creationId xmlns:a16="http://schemas.microsoft.com/office/drawing/2014/main" id="{925E47B4-E2CA-C3AD-E3E4-D5C28D10947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8812" y="3497646"/>
            <a:ext cx="485775" cy="7239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8542C7CE-C73C-79AA-1671-937CAC099E89}"/>
              </a:ext>
            </a:extLst>
          </p:cNvPr>
          <p:cNvSpPr txBox="1"/>
          <p:nvPr/>
        </p:nvSpPr>
        <p:spPr>
          <a:xfrm>
            <a:off x="9160909" y="297496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mc_aggregate_fluffy_grey_to_aggregate_badfocus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gray/</a:t>
            </a:r>
            <a:r>
              <a:rPr lang="en-US" sz="1200" b="1" dirty="0" err="1">
                <a:solidFill>
                  <a:srgbClr val="7BAE4F"/>
                </a:solidFill>
              </a:rPr>
              <a:t>badfocus</a:t>
            </a:r>
            <a:r>
              <a:rPr lang="en-US" sz="1200" b="1" dirty="0">
                <a:solidFill>
                  <a:srgbClr val="7BAE4F"/>
                </a:solidFill>
              </a:rPr>
              <a:t> in Figure 7</a:t>
            </a:r>
          </a:p>
        </p:txBody>
      </p:sp>
      <p:pic>
        <p:nvPicPr>
          <p:cNvPr id="72" name="Picture 71" descr="A black dot on a white surface&#10;&#10;AI-generated content may be incorrect.">
            <a:extLst>
              <a:ext uri="{FF2B5EF4-FFF2-40B4-BE49-F238E27FC236}">
                <a16:creationId xmlns:a16="http://schemas.microsoft.com/office/drawing/2014/main" id="{81B172CF-40E4-ADFB-834E-C35E448F04AE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429" r="16588"/>
          <a:stretch>
            <a:fillRect/>
          </a:stretch>
        </p:blipFill>
        <p:spPr>
          <a:xfrm>
            <a:off x="11494820" y="4571700"/>
            <a:ext cx="405193" cy="888417"/>
          </a:xfrm>
          <a:prstGeom prst="rect">
            <a:avLst/>
          </a:prstGeom>
        </p:spPr>
      </p:pic>
      <p:pic>
        <p:nvPicPr>
          <p:cNvPr id="73" name="Picture 72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7DF1CB45-FC81-60C5-4582-A77CF830036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437" y="4653073"/>
            <a:ext cx="485775" cy="781050"/>
          </a:xfrm>
          <a:prstGeom prst="rect">
            <a:avLst/>
          </a:prstGeom>
        </p:spPr>
      </p:pic>
      <p:pic>
        <p:nvPicPr>
          <p:cNvPr id="74" name="Picture 73" descr="A blurry image of a bird&#10;&#10;AI-generated content may be incorrect.">
            <a:extLst>
              <a:ext uri="{FF2B5EF4-FFF2-40B4-BE49-F238E27FC236}">
                <a16:creationId xmlns:a16="http://schemas.microsoft.com/office/drawing/2014/main" id="{8D70A0D0-FC56-D2E5-DD57-95329BD3313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840" y="4638786"/>
            <a:ext cx="485775" cy="809625"/>
          </a:xfrm>
          <a:prstGeom prst="rect">
            <a:avLst/>
          </a:prstGeom>
        </p:spPr>
      </p:pic>
      <p:pic>
        <p:nvPicPr>
          <p:cNvPr id="75" name="Picture 74" descr="A black object in the air&#10;&#10;AI-generated content may be incorrect.">
            <a:extLst>
              <a:ext uri="{FF2B5EF4-FFF2-40B4-BE49-F238E27FC236}">
                <a16:creationId xmlns:a16="http://schemas.microsoft.com/office/drawing/2014/main" id="{28988435-B663-CA37-9A37-61CBE8053FDE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803" r="16588"/>
          <a:stretch>
            <a:fillRect/>
          </a:stretch>
        </p:blipFill>
        <p:spPr>
          <a:xfrm>
            <a:off x="9210755" y="4501250"/>
            <a:ext cx="405193" cy="958867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E49CA437-2390-482E-6FAA-CC3BC6A8CE3B}"/>
              </a:ext>
            </a:extLst>
          </p:cNvPr>
          <p:cNvSpPr txBox="1"/>
          <p:nvPr/>
        </p:nvSpPr>
        <p:spPr>
          <a:xfrm>
            <a:off x="6103070" y="36409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mc_aggregate_dark_round_to_puff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9842AB-72C7-4D8A-3D79-1884250EA1B2}"/>
              </a:ext>
            </a:extLst>
          </p:cNvPr>
          <p:cNvSpPr txBox="1"/>
          <p:nvPr/>
        </p:nvSpPr>
        <p:spPr>
          <a:xfrm>
            <a:off x="3033588" y="166657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mc_aggregate_fluffy_elongated_to_aggregate_dense_elong</a:t>
            </a:r>
            <a:endParaRPr lang="en-US" sz="1200" b="1" dirty="0">
              <a:solidFill>
                <a:srgbClr val="7BAE4F"/>
              </a:solidFill>
            </a:endParaRPr>
          </a:p>
        </p:txBody>
      </p:sp>
      <p:pic>
        <p:nvPicPr>
          <p:cNvPr id="78" name="Picture 77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4E9301FE-7C49-D279-78D4-6CEA9460ED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5" r="23480"/>
          <a:stretch>
            <a:fillRect/>
          </a:stretch>
        </p:blipFill>
        <p:spPr>
          <a:xfrm>
            <a:off x="2080594" y="1247132"/>
            <a:ext cx="957908" cy="29002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65E04930-1EEF-2418-C8F8-E365C807BFA2}"/>
              </a:ext>
            </a:extLst>
          </p:cNvPr>
          <p:cNvSpPr txBox="1"/>
          <p:nvPr/>
        </p:nvSpPr>
        <p:spPr>
          <a:xfrm>
            <a:off x="-14413" y="1661267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mc_aggregate_fluffy_elongated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elongated in Figure 7</a:t>
            </a:r>
          </a:p>
        </p:txBody>
      </p:sp>
      <p:pic>
        <p:nvPicPr>
          <p:cNvPr id="80" name="Picture 79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D57B6B9A-18AC-031D-8D6C-07F9797FC23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35"/>
          <a:stretch>
            <a:fillRect/>
          </a:stretch>
        </p:blipFill>
        <p:spPr>
          <a:xfrm>
            <a:off x="27673" y="2511167"/>
            <a:ext cx="690409" cy="244468"/>
          </a:xfrm>
          <a:prstGeom prst="rect">
            <a:avLst/>
          </a:prstGeom>
        </p:spPr>
      </p:pic>
      <p:pic>
        <p:nvPicPr>
          <p:cNvPr id="81" name="Picture 80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E8A99331-5CEF-FB96-A31F-AC54F3B22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98" r="22681" b="-1975"/>
          <a:stretch>
            <a:fillRect/>
          </a:stretch>
        </p:blipFill>
        <p:spPr>
          <a:xfrm>
            <a:off x="3744806" y="1271828"/>
            <a:ext cx="905852" cy="321420"/>
          </a:xfrm>
          <a:prstGeom prst="rect">
            <a:avLst/>
          </a:prstGeom>
        </p:spPr>
      </p:pic>
      <p:pic>
        <p:nvPicPr>
          <p:cNvPr id="82" name="Picture 81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A0756259-095C-B9AB-74B9-9E998E5967B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24" r="24356"/>
          <a:stretch>
            <a:fillRect/>
          </a:stretch>
        </p:blipFill>
        <p:spPr>
          <a:xfrm>
            <a:off x="9277430" y="1119819"/>
            <a:ext cx="778146" cy="324245"/>
          </a:xfrm>
          <a:prstGeom prst="rect">
            <a:avLst/>
          </a:prstGeom>
        </p:spPr>
      </p:pic>
      <p:pic>
        <p:nvPicPr>
          <p:cNvPr id="83" name="Picture 82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8C446ECC-FF71-2A1D-0AF0-18F098A99510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87"/>
          <a:stretch>
            <a:fillRect/>
          </a:stretch>
        </p:blipFill>
        <p:spPr>
          <a:xfrm>
            <a:off x="1512148" y="569676"/>
            <a:ext cx="601704" cy="95974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88204FB-35D6-49FD-738A-39FEF3CE6319}"/>
              </a:ext>
            </a:extLst>
          </p:cNvPr>
          <p:cNvSpPr txBox="1"/>
          <p:nvPr/>
        </p:nvSpPr>
        <p:spPr>
          <a:xfrm>
            <a:off x="9151071" y="369402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mc_aggregate_fluffy_dark_to_aggregate_dense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059038-4EB6-3E4E-9C2B-0C7D0EABFFC9}"/>
              </a:ext>
            </a:extLst>
          </p:cNvPr>
          <p:cNvSpPr txBox="1"/>
          <p:nvPr/>
        </p:nvSpPr>
        <p:spPr>
          <a:xfrm>
            <a:off x="9138828" y="44415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mc_aggregate_fluffy_grey_to_rhizaria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055CFDC-E409-D8BA-2976-C1DB959CF65E}"/>
              </a:ext>
            </a:extLst>
          </p:cNvPr>
          <p:cNvSpPr/>
          <p:nvPr/>
        </p:nvSpPr>
        <p:spPr>
          <a:xfrm>
            <a:off x="3048000" y="5850199"/>
            <a:ext cx="3048000" cy="96649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761DCB-466E-6178-070F-0FB1CD900F94}"/>
              </a:ext>
            </a:extLst>
          </p:cNvPr>
          <p:cNvSpPr/>
          <p:nvPr/>
        </p:nvSpPr>
        <p:spPr>
          <a:xfrm>
            <a:off x="0" y="4798149"/>
            <a:ext cx="3048000" cy="1051744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D563E7B-B00B-987F-A023-71E634F32D6C}"/>
              </a:ext>
            </a:extLst>
          </p:cNvPr>
          <p:cNvSpPr/>
          <p:nvPr/>
        </p:nvSpPr>
        <p:spPr>
          <a:xfrm>
            <a:off x="0" y="5850200"/>
            <a:ext cx="3048000" cy="96742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8F6621-C9E4-1880-C137-4D4ABA0AA262}"/>
              </a:ext>
            </a:extLst>
          </p:cNvPr>
          <p:cNvSpPr/>
          <p:nvPr/>
        </p:nvSpPr>
        <p:spPr>
          <a:xfrm>
            <a:off x="3048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E95858C-B3E4-CAC6-E42D-256B4C7FB845}"/>
              </a:ext>
            </a:extLst>
          </p:cNvPr>
          <p:cNvSpPr/>
          <p:nvPr/>
        </p:nvSpPr>
        <p:spPr>
          <a:xfrm>
            <a:off x="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0116770-4B35-B9C5-7E77-BC996A8C1317}"/>
              </a:ext>
            </a:extLst>
          </p:cNvPr>
          <p:cNvSpPr/>
          <p:nvPr/>
        </p:nvSpPr>
        <p:spPr>
          <a:xfrm>
            <a:off x="3048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2D0D458-801B-FB3B-42F1-CF9EE9F567A8}"/>
              </a:ext>
            </a:extLst>
          </p:cNvPr>
          <p:cNvSpPr/>
          <p:nvPr/>
        </p:nvSpPr>
        <p:spPr>
          <a:xfrm>
            <a:off x="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pic>
        <p:nvPicPr>
          <p:cNvPr id="93" name="Picture 9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595E2ABD-5FE0-7E45-DF87-99F0A704104B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6" y="8137441"/>
            <a:ext cx="771525" cy="923925"/>
          </a:xfrm>
          <a:prstGeom prst="rect">
            <a:avLst/>
          </a:prstGeom>
        </p:spPr>
      </p:pic>
      <p:pic>
        <p:nvPicPr>
          <p:cNvPr id="94" name="Picture 93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CAAB1495-AC8D-5410-FA3A-37E0DC1CA9E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62" y="8294603"/>
            <a:ext cx="485775" cy="609600"/>
          </a:xfrm>
          <a:prstGeom prst="rect">
            <a:avLst/>
          </a:prstGeom>
        </p:spPr>
      </p:pic>
      <p:pic>
        <p:nvPicPr>
          <p:cNvPr id="95" name="Picture 94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BAD3E9DD-9185-9ED4-F1B2-9D0306226CE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19" y="8294603"/>
            <a:ext cx="485775" cy="609600"/>
          </a:xfrm>
          <a:prstGeom prst="rect">
            <a:avLst/>
          </a:prstGeom>
        </p:spPr>
      </p:pic>
      <p:pic>
        <p:nvPicPr>
          <p:cNvPr id="96" name="Picture 95" descr="A blurry image of a lamp&#10;&#10;AI-generated content may be incorrect.">
            <a:extLst>
              <a:ext uri="{FF2B5EF4-FFF2-40B4-BE49-F238E27FC236}">
                <a16:creationId xmlns:a16="http://schemas.microsoft.com/office/drawing/2014/main" id="{C31D84A3-7102-BF5C-0F8D-592C0B43331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02" y="8031131"/>
            <a:ext cx="485775" cy="1038225"/>
          </a:xfrm>
          <a:prstGeom prst="rect">
            <a:avLst/>
          </a:prstGeom>
        </p:spPr>
      </p:pic>
      <p:pic>
        <p:nvPicPr>
          <p:cNvPr id="97" name="Picture 96" descr="A black text and numbers&#10;&#10;AI-generated content may be incorrect.">
            <a:extLst>
              <a:ext uri="{FF2B5EF4-FFF2-40B4-BE49-F238E27FC236}">
                <a16:creationId xmlns:a16="http://schemas.microsoft.com/office/drawing/2014/main" id="{1DAAB95C-EA24-8EDC-4B69-16918DD2924A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67" y="5185194"/>
            <a:ext cx="485775" cy="609600"/>
          </a:xfrm>
          <a:prstGeom prst="rect">
            <a:avLst/>
          </a:prstGeom>
        </p:spPr>
      </p:pic>
      <p:pic>
        <p:nvPicPr>
          <p:cNvPr id="98" name="Picture 97" descr="A black and white image of a number and a black and white image of a number&#10;&#10;AI-generated content may be incorrect.">
            <a:extLst>
              <a:ext uri="{FF2B5EF4-FFF2-40B4-BE49-F238E27FC236}">
                <a16:creationId xmlns:a16="http://schemas.microsoft.com/office/drawing/2014/main" id="{70C3FA03-7AE3-2AF9-F6BA-B084DE26C79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04" y="5121639"/>
            <a:ext cx="485775" cy="695325"/>
          </a:xfrm>
          <a:prstGeom prst="rect">
            <a:avLst/>
          </a:prstGeom>
        </p:spPr>
      </p:pic>
      <p:pic>
        <p:nvPicPr>
          <p:cNvPr id="99" name="Picture 98" descr="A close-up of a number&#10;&#10;AI-generated content may be incorrect.">
            <a:extLst>
              <a:ext uri="{FF2B5EF4-FFF2-40B4-BE49-F238E27FC236}">
                <a16:creationId xmlns:a16="http://schemas.microsoft.com/office/drawing/2014/main" id="{E356D38E-F74A-1307-E8EC-3C119BC0F77E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55" y="5121639"/>
            <a:ext cx="485775" cy="609600"/>
          </a:xfrm>
          <a:prstGeom prst="rect">
            <a:avLst/>
          </a:prstGeom>
        </p:spPr>
      </p:pic>
      <p:pic>
        <p:nvPicPr>
          <p:cNvPr id="100" name="Picture 99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B7BAF373-3218-3F07-169C-BBE75F64E2F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2" y="5099469"/>
            <a:ext cx="485775" cy="695325"/>
          </a:xfrm>
          <a:prstGeom prst="rect">
            <a:avLst/>
          </a:prstGeom>
        </p:spPr>
      </p:pic>
      <p:pic>
        <p:nvPicPr>
          <p:cNvPr id="101" name="Picture 100" descr="A black and white image of a diamond&#10;&#10;AI-generated content may be incorrect.">
            <a:extLst>
              <a:ext uri="{FF2B5EF4-FFF2-40B4-BE49-F238E27FC236}">
                <a16:creationId xmlns:a16="http://schemas.microsoft.com/office/drawing/2014/main" id="{A9548AA7-34A9-94B5-E466-C3688D1DF7B6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03" y="5141972"/>
            <a:ext cx="485775" cy="609600"/>
          </a:xfrm>
          <a:prstGeom prst="rect">
            <a:avLst/>
          </a:prstGeom>
        </p:spPr>
      </p:pic>
      <p:pic>
        <p:nvPicPr>
          <p:cNvPr id="102" name="Picture 101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278597FD-2336-DE9F-3A24-EC0FE4AC8A43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081" y="5051227"/>
            <a:ext cx="485775" cy="723900"/>
          </a:xfrm>
          <a:prstGeom prst="rect">
            <a:avLst/>
          </a:prstGeom>
        </p:spPr>
      </p:pic>
      <p:pic>
        <p:nvPicPr>
          <p:cNvPr id="103" name="Picture 10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F18FC34C-52EA-FB5D-15E7-2503A0D4B76A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810" y="4805577"/>
            <a:ext cx="600075" cy="1038225"/>
          </a:xfrm>
          <a:prstGeom prst="rect">
            <a:avLst/>
          </a:prstGeom>
        </p:spPr>
      </p:pic>
      <p:pic>
        <p:nvPicPr>
          <p:cNvPr id="104" name="Picture 10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5C3823FF-A63E-659D-458A-A3E2EFC3DF6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03" y="5084822"/>
            <a:ext cx="485775" cy="666750"/>
          </a:xfrm>
          <a:prstGeom prst="rect">
            <a:avLst/>
          </a:prstGeom>
        </p:spPr>
      </p:pic>
      <p:pic>
        <p:nvPicPr>
          <p:cNvPr id="105" name="Picture 104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6BA67286-5880-98F3-D564-60D32DE484B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57" y="6188280"/>
            <a:ext cx="504825" cy="552450"/>
          </a:xfrm>
          <a:prstGeom prst="rect">
            <a:avLst/>
          </a:prstGeom>
        </p:spPr>
      </p:pic>
      <p:pic>
        <p:nvPicPr>
          <p:cNvPr id="106" name="Picture 105" descr="A blurry image of a number and a number&#10;&#10;AI-generated content may be incorrect.">
            <a:extLst>
              <a:ext uri="{FF2B5EF4-FFF2-40B4-BE49-F238E27FC236}">
                <a16:creationId xmlns:a16="http://schemas.microsoft.com/office/drawing/2014/main" id="{3F2D8370-F278-D80D-AEB8-07F78E81990C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24" y="6173993"/>
            <a:ext cx="485775" cy="581025"/>
          </a:xfrm>
          <a:prstGeom prst="rect">
            <a:avLst/>
          </a:prstGeom>
        </p:spPr>
      </p:pic>
      <p:pic>
        <p:nvPicPr>
          <p:cNvPr id="107" name="Picture 106" descr="A black and white image of a bat&#10;&#10;AI-generated content may be incorrect.">
            <a:extLst>
              <a:ext uri="{FF2B5EF4-FFF2-40B4-BE49-F238E27FC236}">
                <a16:creationId xmlns:a16="http://schemas.microsoft.com/office/drawing/2014/main" id="{09D5412E-0F84-C99C-0251-72D888D7A2FA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6145418"/>
            <a:ext cx="485775" cy="638175"/>
          </a:xfrm>
          <a:prstGeom prst="rect">
            <a:avLst/>
          </a:prstGeom>
        </p:spPr>
      </p:pic>
      <p:pic>
        <p:nvPicPr>
          <p:cNvPr id="108" name="Picture 10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BB3F7902-AE81-0F7E-C63D-171061DEB43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8" y="6131130"/>
            <a:ext cx="485775" cy="666750"/>
          </a:xfrm>
          <a:prstGeom prst="rect">
            <a:avLst/>
          </a:prstGeom>
        </p:spPr>
      </p:pic>
      <p:pic>
        <p:nvPicPr>
          <p:cNvPr id="109" name="Picture 108" descr="A black text and numbers&#10;&#10;AI-generated content may be incorrect.">
            <a:extLst>
              <a:ext uri="{FF2B5EF4-FFF2-40B4-BE49-F238E27FC236}">
                <a16:creationId xmlns:a16="http://schemas.microsoft.com/office/drawing/2014/main" id="{F5E47FF3-0B1F-6FEA-FBE7-BEFBDC234E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04" y="6149025"/>
            <a:ext cx="485775" cy="638175"/>
          </a:xfrm>
          <a:prstGeom prst="rect">
            <a:avLst/>
          </a:prstGeom>
        </p:spPr>
      </p:pic>
      <p:pic>
        <p:nvPicPr>
          <p:cNvPr id="110" name="Picture 109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04FB4F22-9E08-B57F-6E2E-CB7386C3F52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2" y="6158857"/>
            <a:ext cx="485775" cy="638175"/>
          </a:xfrm>
          <a:prstGeom prst="rect">
            <a:avLst/>
          </a:prstGeom>
        </p:spPr>
      </p:pic>
      <p:pic>
        <p:nvPicPr>
          <p:cNvPr id="111" name="Picture 110" descr="A close-up of a number&#10;&#10;AI-generated content may be incorrect.">
            <a:extLst>
              <a:ext uri="{FF2B5EF4-FFF2-40B4-BE49-F238E27FC236}">
                <a16:creationId xmlns:a16="http://schemas.microsoft.com/office/drawing/2014/main" id="{90E1799B-5DB9-C78D-7543-3BFF942695E3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87" y="6134737"/>
            <a:ext cx="485775" cy="666750"/>
          </a:xfrm>
          <a:prstGeom prst="rect">
            <a:avLst/>
          </a:prstGeom>
        </p:spPr>
      </p:pic>
      <p:pic>
        <p:nvPicPr>
          <p:cNvPr id="112" name="Picture 111" descr="A close up of a number&#10;&#10;AI-generated content may be incorrect.">
            <a:extLst>
              <a:ext uri="{FF2B5EF4-FFF2-40B4-BE49-F238E27FC236}">
                <a16:creationId xmlns:a16="http://schemas.microsoft.com/office/drawing/2014/main" id="{F66E93EF-5CEC-4EED-E353-4B5ABF7A7A6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8" y="6182976"/>
            <a:ext cx="485775" cy="609600"/>
          </a:xfrm>
          <a:prstGeom prst="rect">
            <a:avLst/>
          </a:prstGeom>
        </p:spPr>
      </p:pic>
      <p:pic>
        <p:nvPicPr>
          <p:cNvPr id="113" name="Picture 112" descr="A black and white image of a number and a black and white image of a number and a black and white image of a number and a black and white image of a number and a black and&#10;&#10;AI-generated content may be incorrect.">
            <a:extLst>
              <a:ext uri="{FF2B5EF4-FFF2-40B4-BE49-F238E27FC236}">
                <a16:creationId xmlns:a16="http://schemas.microsoft.com/office/drawing/2014/main" id="{188D83C9-8246-714A-9ACB-9435CA1E9A29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82" y="7099950"/>
            <a:ext cx="485775" cy="695325"/>
          </a:xfrm>
          <a:prstGeom prst="rect">
            <a:avLst/>
          </a:prstGeom>
        </p:spPr>
      </p:pic>
      <p:pic>
        <p:nvPicPr>
          <p:cNvPr id="114" name="Picture 113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8DB6FC8C-F58E-6B4E-00F1-7F1F85381E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83" y="7157100"/>
            <a:ext cx="485775" cy="581025"/>
          </a:xfrm>
          <a:prstGeom prst="rect">
            <a:avLst/>
          </a:prstGeom>
        </p:spPr>
      </p:pic>
      <p:pic>
        <p:nvPicPr>
          <p:cNvPr id="115" name="Picture 114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2775DBB3-A5C1-B664-B65A-2915EB22D1E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1" y="7099950"/>
            <a:ext cx="485775" cy="695325"/>
          </a:xfrm>
          <a:prstGeom prst="rect">
            <a:avLst/>
          </a:prstGeom>
        </p:spPr>
      </p:pic>
      <p:pic>
        <p:nvPicPr>
          <p:cNvPr id="116" name="Picture 115" descr="A black and white image of a black object&#10;&#10;AI-generated content may be incorrect.">
            <a:extLst>
              <a:ext uri="{FF2B5EF4-FFF2-40B4-BE49-F238E27FC236}">
                <a16:creationId xmlns:a16="http://schemas.microsoft.com/office/drawing/2014/main" id="{30B67DB2-DB8A-A0DF-C440-5D8F3A657137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9" y="7057087"/>
            <a:ext cx="485775" cy="781050"/>
          </a:xfrm>
          <a:prstGeom prst="rect">
            <a:avLst/>
          </a:prstGeom>
        </p:spPr>
      </p:pic>
      <p:pic>
        <p:nvPicPr>
          <p:cNvPr id="117" name="Picture 116" descr="A black feather on a white background&#10;&#10;AI-generated content may be incorrect.">
            <a:extLst>
              <a:ext uri="{FF2B5EF4-FFF2-40B4-BE49-F238E27FC236}">
                <a16:creationId xmlns:a16="http://schemas.microsoft.com/office/drawing/2014/main" id="{C46CC7C0-BD31-0338-BC42-F83AB5EE8CCA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26" y="6843108"/>
            <a:ext cx="485775" cy="1038225"/>
          </a:xfrm>
          <a:prstGeom prst="rect">
            <a:avLst/>
          </a:prstGeom>
        </p:spPr>
      </p:pic>
      <p:pic>
        <p:nvPicPr>
          <p:cNvPr id="118" name="Picture 117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0209D0F0-E929-AE26-48F8-F3DB022E2813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68" y="6851019"/>
            <a:ext cx="828675" cy="1038225"/>
          </a:xfrm>
          <a:prstGeom prst="rect">
            <a:avLst/>
          </a:prstGeom>
        </p:spPr>
      </p:pic>
      <p:pic>
        <p:nvPicPr>
          <p:cNvPr id="119" name="Picture 118" descr="A black oval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80474770-913C-22C6-E2B4-F93B66FB139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45" y="7077302"/>
            <a:ext cx="485775" cy="781050"/>
          </a:xfrm>
          <a:prstGeom prst="rect">
            <a:avLst/>
          </a:prstGeom>
        </p:spPr>
      </p:pic>
      <p:pic>
        <p:nvPicPr>
          <p:cNvPr id="120" name="Picture 119" descr="A black hear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74AF71FC-17BB-5F23-92F5-00E7CBF8DFBC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14" y="7117894"/>
            <a:ext cx="685800" cy="7239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5A00FF37-2C55-8D4F-0746-DAE84CE91958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07" y="8184245"/>
            <a:ext cx="485775" cy="809625"/>
          </a:xfrm>
          <a:prstGeom prst="rect">
            <a:avLst/>
          </a:prstGeom>
        </p:spPr>
      </p:pic>
      <p:pic>
        <p:nvPicPr>
          <p:cNvPr id="122" name="Picture 121" descr="A black object with a heart on it&#10;&#10;AI-generated content may be incorrect.">
            <a:extLst>
              <a:ext uri="{FF2B5EF4-FFF2-40B4-BE49-F238E27FC236}">
                <a16:creationId xmlns:a16="http://schemas.microsoft.com/office/drawing/2014/main" id="{30E892F1-C886-5D85-14D6-7EF635BA0F0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2" y="8112807"/>
            <a:ext cx="485775" cy="952500"/>
          </a:xfrm>
          <a:prstGeom prst="rect">
            <a:avLst/>
          </a:prstGeom>
        </p:spPr>
      </p:pic>
      <p:pic>
        <p:nvPicPr>
          <p:cNvPr id="123" name="Picture 122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7F94622-6E42-B119-FBDB-CC12353FA20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8127095"/>
            <a:ext cx="485775" cy="923925"/>
          </a:xfrm>
          <a:prstGeom prst="rect">
            <a:avLst/>
          </a:prstGeom>
        </p:spPr>
      </p:pic>
      <p:pic>
        <p:nvPicPr>
          <p:cNvPr id="124" name="Picture 12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307B1826-BE43-5683-B50E-4961E64A922F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2" y="8040449"/>
            <a:ext cx="485775" cy="103822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A2735CE0-43E3-3DD5-E795-195DEB6317DE}"/>
              </a:ext>
            </a:extLst>
          </p:cNvPr>
          <p:cNvSpPr txBox="1"/>
          <p:nvPr/>
        </p:nvSpPr>
        <p:spPr>
          <a:xfrm>
            <a:off x="3038501" y="4798148"/>
            <a:ext cx="248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mc_aggregate_dense_dark_round_to_rhizaria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54BC1B5-061B-5448-3D47-D03ACAFB4B44}"/>
              </a:ext>
            </a:extLst>
          </p:cNvPr>
          <p:cNvSpPr txBox="1"/>
          <p:nvPr/>
        </p:nvSpPr>
        <p:spPr>
          <a:xfrm>
            <a:off x="3048340" y="683343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mc_mc_aggregate_dense_to_crustacea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28F626E-8FDA-C489-AADF-08B3B68F7336}"/>
              </a:ext>
            </a:extLst>
          </p:cNvPr>
          <p:cNvSpPr txBox="1"/>
          <p:nvPr/>
        </p:nvSpPr>
        <p:spPr>
          <a:xfrm>
            <a:off x="-9499" y="4792842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mc_aggregate_dense_amorphous_to_detritus_dense_round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3D67327-BC3C-E1E2-F9BF-B671E27A1F31}"/>
              </a:ext>
            </a:extLst>
          </p:cNvPr>
          <p:cNvSpPr txBox="1"/>
          <p:nvPr/>
        </p:nvSpPr>
        <p:spPr>
          <a:xfrm>
            <a:off x="-14413" y="584981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mc_aggregate_dense_elongated_to_aggregate_fluffy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667E6D-6275-DD0E-7F52-8333C722719A}"/>
              </a:ext>
            </a:extLst>
          </p:cNvPr>
          <p:cNvSpPr txBox="1"/>
          <p:nvPr/>
        </p:nvSpPr>
        <p:spPr>
          <a:xfrm>
            <a:off x="3033588" y="5855119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mc_aggregate_dense_elongated_two_elements_to_bubbles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E12BB7C-62EB-EB37-B91E-472372BAEA79}"/>
              </a:ext>
            </a:extLst>
          </p:cNvPr>
          <p:cNvSpPr txBox="1"/>
          <p:nvPr/>
        </p:nvSpPr>
        <p:spPr>
          <a:xfrm>
            <a:off x="339" y="6828130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mc_aggregate_dense_to_aggregate_fluffy_dark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702EEE7-C17A-D5A4-3ED2-D2EFD13E3D49}"/>
              </a:ext>
            </a:extLst>
          </p:cNvPr>
          <p:cNvSpPr txBox="1"/>
          <p:nvPr/>
        </p:nvSpPr>
        <p:spPr>
          <a:xfrm>
            <a:off x="-5172" y="79129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mc_aggregate_dense_to_feces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6170A78-4B76-E172-32A0-6F291CF13CCA}"/>
              </a:ext>
            </a:extLst>
          </p:cNvPr>
          <p:cNvSpPr txBox="1"/>
          <p:nvPr/>
        </p:nvSpPr>
        <p:spPr>
          <a:xfrm>
            <a:off x="3028662" y="790022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3C5425"/>
                </a:solidFill>
              </a:rPr>
              <a:t>mc_aggregate_dense_2_black_to_aggregate_fluffy_dark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5107E7C-82BC-17DA-A7CB-B4D445619C10}"/>
              </a:ext>
            </a:extLst>
          </p:cNvPr>
          <p:cNvSpPr/>
          <p:nvPr/>
        </p:nvSpPr>
        <p:spPr>
          <a:xfrm>
            <a:off x="3048000" y="4798148"/>
            <a:ext cx="3048000" cy="105213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20B3A6A-5B21-ED94-0D5A-DAC4D200B7E9}"/>
              </a:ext>
            </a:extLst>
          </p:cNvPr>
          <p:cNvSpPr txBox="1"/>
          <p:nvPr/>
        </p:nvSpPr>
        <p:spPr>
          <a:xfrm>
            <a:off x="1901549" y="4428407"/>
            <a:ext cx="231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C5425"/>
                </a:solidFill>
              </a:rPr>
              <a:t>b: Dense Aggregates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1ADD865-0A69-2BAA-4404-A6E320A20A9B}"/>
              </a:ext>
            </a:extLst>
          </p:cNvPr>
          <p:cNvSpPr txBox="1"/>
          <p:nvPr/>
        </p:nvSpPr>
        <p:spPr>
          <a:xfrm>
            <a:off x="5014951" y="-1118"/>
            <a:ext cx="2234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BAE4F"/>
                </a:solidFill>
              </a:rPr>
              <a:t>a: Fluffy Aggregates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8DB5D20-FC6D-E511-8B34-C97DF7D20D67}"/>
              </a:ext>
            </a:extLst>
          </p:cNvPr>
          <p:cNvSpPr/>
          <p:nvPr/>
        </p:nvSpPr>
        <p:spPr>
          <a:xfrm>
            <a:off x="9146644" y="742105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E0E7202-561A-47C9-A87D-4298F7D88C17}"/>
              </a:ext>
            </a:extLst>
          </p:cNvPr>
          <p:cNvSpPr/>
          <p:nvPr/>
        </p:nvSpPr>
        <p:spPr>
          <a:xfrm>
            <a:off x="6098644" y="626139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E083418-AB7E-5BD7-4CD2-120E8EC74941}"/>
              </a:ext>
            </a:extLst>
          </p:cNvPr>
          <p:cNvSpPr/>
          <p:nvPr/>
        </p:nvSpPr>
        <p:spPr>
          <a:xfrm>
            <a:off x="9146644" y="626139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D6A196F-049E-CC49-140B-A2B2DAF6BE9F}"/>
              </a:ext>
            </a:extLst>
          </p:cNvPr>
          <p:cNvSpPr/>
          <p:nvPr/>
        </p:nvSpPr>
        <p:spPr>
          <a:xfrm>
            <a:off x="6098644" y="742105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pic>
        <p:nvPicPr>
          <p:cNvPr id="140" name="Picture 139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7B65ECB9-86FE-1529-118C-729A527F30EB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7566796" y="6593021"/>
            <a:ext cx="790475" cy="609600"/>
          </a:xfrm>
          <a:prstGeom prst="rect">
            <a:avLst/>
          </a:prstGeom>
        </p:spPr>
      </p:pic>
      <p:pic>
        <p:nvPicPr>
          <p:cNvPr id="141" name="Picture 140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9D843C6C-3A17-94DF-4BAB-4C289016F732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8563288" y="6497780"/>
            <a:ext cx="485775" cy="800082"/>
          </a:xfrm>
          <a:prstGeom prst="rect">
            <a:avLst/>
          </a:prstGeom>
        </p:spPr>
      </p:pic>
      <p:pic>
        <p:nvPicPr>
          <p:cNvPr id="142" name="Picture 141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10079C30-CD77-04E8-ABDC-9EFA9D1FE3C6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6875006" y="6530994"/>
            <a:ext cx="485775" cy="733654"/>
          </a:xfrm>
          <a:prstGeom prst="rect">
            <a:avLst/>
          </a:prstGeom>
        </p:spPr>
      </p:pic>
      <p:pic>
        <p:nvPicPr>
          <p:cNvPr id="143" name="Picture 142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74EDC082-478E-5C91-F2D6-5D6A567CAC35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7193564" y="7690811"/>
            <a:ext cx="1017700" cy="767843"/>
          </a:xfrm>
          <a:prstGeom prst="rect">
            <a:avLst/>
          </a:prstGeom>
        </p:spPr>
      </p:pic>
      <p:pic>
        <p:nvPicPr>
          <p:cNvPr id="144" name="Picture 143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C18D664F-2BA0-603C-C70E-0F1483FD4545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8345045" y="7731745"/>
            <a:ext cx="653258" cy="617111"/>
          </a:xfrm>
          <a:prstGeom prst="rect">
            <a:avLst/>
          </a:prstGeom>
        </p:spPr>
      </p:pic>
      <p:pic>
        <p:nvPicPr>
          <p:cNvPr id="145" name="Picture 14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142CD3E-331B-D576-0C83-7B6A7584F5FA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6249340" y="7446063"/>
            <a:ext cx="825872" cy="109971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9C775A04-8F83-B458-4B6A-8B098FF6E8FE}"/>
              </a:ext>
            </a:extLst>
          </p:cNvPr>
          <p:cNvSpPr txBox="1"/>
          <p:nvPr/>
        </p:nvSpPr>
        <p:spPr>
          <a:xfrm>
            <a:off x="6084231" y="742066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mc_fiber_thin_straight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47" name="Picture 146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523B0F80-682C-1C83-6AD5-F193D36F2F34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6875005" y="7092967"/>
            <a:ext cx="485775" cy="276999"/>
          </a:xfrm>
          <a:prstGeom prst="rect">
            <a:avLst/>
          </a:prstGeom>
        </p:spPr>
      </p:pic>
      <p:pic>
        <p:nvPicPr>
          <p:cNvPr id="148" name="Picture 147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89C88330-5320-788E-2C5B-1C92CC9B6D53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6291626" y="6497780"/>
            <a:ext cx="485775" cy="800082"/>
          </a:xfrm>
          <a:prstGeom prst="rect">
            <a:avLst/>
          </a:prstGeom>
        </p:spPr>
      </p:pic>
      <p:pic>
        <p:nvPicPr>
          <p:cNvPr id="149" name="Picture 148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580BA14C-4AA9-095F-DA1A-A3A5B5B21A2B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6215426" y="6984973"/>
            <a:ext cx="485775" cy="307752"/>
          </a:xfrm>
          <a:prstGeom prst="rect">
            <a:avLst/>
          </a:prstGeom>
        </p:spPr>
      </p:pic>
      <p:pic>
        <p:nvPicPr>
          <p:cNvPr id="150" name="Picture 14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D58CE00-49E8-4238-13C2-6233DFFE8311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9846666" y="6426617"/>
            <a:ext cx="714376" cy="963831"/>
          </a:xfrm>
          <a:prstGeom prst="rect">
            <a:avLst/>
          </a:prstGeom>
        </p:spPr>
      </p:pic>
      <p:pic>
        <p:nvPicPr>
          <p:cNvPr id="151" name="Picture 150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4407B58A-CF1D-7D2B-A976-0E1BE71B6B8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10758718" y="6449108"/>
            <a:ext cx="485775" cy="932749"/>
          </a:xfrm>
          <a:prstGeom prst="rect">
            <a:avLst/>
          </a:prstGeom>
        </p:spPr>
      </p:pic>
      <p:pic>
        <p:nvPicPr>
          <p:cNvPr id="152" name="Picture 151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7FAC6ED3-56B1-AA0F-30F8-508C7913FA9B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11442169" y="6398223"/>
            <a:ext cx="690563" cy="988777"/>
          </a:xfrm>
          <a:prstGeom prst="rect">
            <a:avLst/>
          </a:prstGeom>
        </p:spPr>
      </p:pic>
      <p:pic>
        <p:nvPicPr>
          <p:cNvPr id="153" name="Picture 15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56602DCA-D90D-3681-02F6-93D41EFA5512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9206291" y="6288416"/>
            <a:ext cx="485775" cy="1097269"/>
          </a:xfrm>
          <a:prstGeom prst="rect">
            <a:avLst/>
          </a:prstGeom>
        </p:spPr>
      </p:pic>
      <p:pic>
        <p:nvPicPr>
          <p:cNvPr id="154" name="Picture 153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5A322029-4DF4-D6DE-4254-A2DF5907D45F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11442169" y="7069734"/>
            <a:ext cx="690562" cy="317266"/>
          </a:xfrm>
          <a:prstGeom prst="rect">
            <a:avLst/>
          </a:prstGeom>
        </p:spPr>
      </p:pic>
      <p:pic>
        <p:nvPicPr>
          <p:cNvPr id="155" name="Picture 15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B4F631C5-35C8-DD05-FD12-3A28F77B9EE4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9206276" y="7061119"/>
            <a:ext cx="485775" cy="319803"/>
          </a:xfrm>
          <a:prstGeom prst="rect">
            <a:avLst/>
          </a:prstGeom>
        </p:spPr>
      </p:pic>
      <p:pic>
        <p:nvPicPr>
          <p:cNvPr id="156" name="Picture 155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B20C8C1B-9C0A-D4C8-B0FA-2E817C3B5D8E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10758718" y="7061150"/>
            <a:ext cx="485775" cy="317266"/>
          </a:xfrm>
          <a:prstGeom prst="rect">
            <a:avLst/>
          </a:prstGeom>
        </p:spPr>
      </p:pic>
      <p:pic>
        <p:nvPicPr>
          <p:cNvPr id="157" name="Picture 15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A29DE6C-5828-417B-279A-02A28F08AD1E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9846666" y="7066646"/>
            <a:ext cx="714376" cy="317266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439BD2E3-6E8D-8348-5DB5-48D075CBCC23}"/>
              </a:ext>
            </a:extLst>
          </p:cNvPr>
          <p:cNvSpPr txBox="1"/>
          <p:nvPr/>
        </p:nvSpPr>
        <p:spPr>
          <a:xfrm>
            <a:off x="9137146" y="626139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mc_fiber_thin_to_fiber_fluffy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59" name="Picture 158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30139D0B-5C30-E475-09FA-A6EEACF426D1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8563288" y="6972921"/>
            <a:ext cx="485775" cy="319804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E361394B-C54A-1CAA-5C9D-F88848D01884}"/>
              </a:ext>
            </a:extLst>
          </p:cNvPr>
          <p:cNvSpPr txBox="1"/>
          <p:nvPr/>
        </p:nvSpPr>
        <p:spPr>
          <a:xfrm>
            <a:off x="6089145" y="625608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mc_fiber_fluffy_to_feces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61" name="Picture 16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43A2F12-0F0B-0CCF-E5C3-C899C5E5A571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6249340" y="8268776"/>
            <a:ext cx="801526" cy="276999"/>
          </a:xfrm>
          <a:prstGeom prst="rect">
            <a:avLst/>
          </a:prstGeom>
        </p:spPr>
      </p:pic>
      <p:pic>
        <p:nvPicPr>
          <p:cNvPr id="162" name="Picture 161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48F9D255-BFE4-1393-4EE9-8E2733562008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7193564" y="8222003"/>
            <a:ext cx="1017700" cy="236651"/>
          </a:xfrm>
          <a:prstGeom prst="rect">
            <a:avLst/>
          </a:prstGeom>
        </p:spPr>
      </p:pic>
      <p:pic>
        <p:nvPicPr>
          <p:cNvPr id="163" name="Picture 162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7B104406-5166-A707-25CF-46771599500D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8345045" y="8119629"/>
            <a:ext cx="653258" cy="276998"/>
          </a:xfrm>
          <a:prstGeom prst="rect">
            <a:avLst/>
          </a:prstGeom>
        </p:spPr>
      </p:pic>
      <p:pic>
        <p:nvPicPr>
          <p:cNvPr id="164" name="Picture 163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064E41C6-F666-27E1-C9D2-C267575F6587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9172629" y="7618983"/>
            <a:ext cx="720924" cy="961944"/>
          </a:xfrm>
          <a:prstGeom prst="rect">
            <a:avLst/>
          </a:prstGeom>
        </p:spPr>
      </p:pic>
      <p:pic>
        <p:nvPicPr>
          <p:cNvPr id="165" name="Picture 164" descr="A black object in the sky&#10;&#10;AI-generated content may be incorrect.">
            <a:extLst>
              <a:ext uri="{FF2B5EF4-FFF2-40B4-BE49-F238E27FC236}">
                <a16:creationId xmlns:a16="http://schemas.microsoft.com/office/drawing/2014/main" id="{0016D688-AD25-AB2E-7670-98AF9AD46463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11663591" y="7516383"/>
            <a:ext cx="485775" cy="1167144"/>
          </a:xfrm>
          <a:prstGeom prst="rect">
            <a:avLst/>
          </a:prstGeom>
        </p:spPr>
      </p:pic>
      <p:pic>
        <p:nvPicPr>
          <p:cNvPr id="166" name="Picture 165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7DEFBFE3-9E14-18A9-7286-BA90C6118538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9931965" y="7743531"/>
            <a:ext cx="1077535" cy="712849"/>
          </a:xfrm>
          <a:prstGeom prst="rect">
            <a:avLst/>
          </a:prstGeom>
        </p:spPr>
      </p:pic>
      <p:pic>
        <p:nvPicPr>
          <p:cNvPr id="167" name="Picture 166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23C926E4-7996-6683-CA22-3FDC6F4BC120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11054779" y="7523288"/>
            <a:ext cx="549088" cy="1153335"/>
          </a:xfrm>
          <a:prstGeom prst="rect">
            <a:avLst/>
          </a:prstGeom>
        </p:spPr>
      </p:pic>
      <p:pic>
        <p:nvPicPr>
          <p:cNvPr id="168" name="Picture 167" descr="A black object in the sky&#10;&#10;AI-generated content may be incorrect.">
            <a:extLst>
              <a:ext uri="{FF2B5EF4-FFF2-40B4-BE49-F238E27FC236}">
                <a16:creationId xmlns:a16="http://schemas.microsoft.com/office/drawing/2014/main" id="{3E9CEC1F-27E9-B26A-8636-6CD56F6BB5D1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11663590" y="8394145"/>
            <a:ext cx="485775" cy="283936"/>
          </a:xfrm>
          <a:prstGeom prst="rect">
            <a:avLst/>
          </a:prstGeom>
        </p:spPr>
      </p:pic>
      <p:pic>
        <p:nvPicPr>
          <p:cNvPr id="169" name="Picture 168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E12E708A-A964-9CCB-9BFC-C570658FCE01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11054778" y="8375103"/>
            <a:ext cx="549089" cy="295591"/>
          </a:xfrm>
          <a:prstGeom prst="rect">
            <a:avLst/>
          </a:prstGeom>
        </p:spPr>
      </p:pic>
      <p:pic>
        <p:nvPicPr>
          <p:cNvPr id="170" name="Picture 169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6E15FE5E-D1A6-63FC-85F9-3CE36717D47B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9934305" y="8131923"/>
            <a:ext cx="1075195" cy="317792"/>
          </a:xfrm>
          <a:prstGeom prst="rect">
            <a:avLst/>
          </a:prstGeom>
        </p:spPr>
      </p:pic>
      <p:pic>
        <p:nvPicPr>
          <p:cNvPr id="171" name="Picture 170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F264C800-8C5F-95C1-3902-E0B809AEDD9C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9172629" y="8269542"/>
            <a:ext cx="720924" cy="309688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23F37B04-FD27-ECCE-20CF-11D9AC746EF3}"/>
              </a:ext>
            </a:extLst>
          </p:cNvPr>
          <p:cNvSpPr txBox="1"/>
          <p:nvPr/>
        </p:nvSpPr>
        <p:spPr>
          <a:xfrm>
            <a:off x="9132232" y="7425971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mc_fiber_thin_straight_with_black_element</a:t>
            </a:r>
            <a:endParaRPr lang="en-US" sz="1200" b="1" dirty="0">
              <a:solidFill>
                <a:srgbClr val="5679BF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1CCA2F-C563-12E5-49DF-85D31AD1E3F0}"/>
              </a:ext>
            </a:extLst>
          </p:cNvPr>
          <p:cNvSpPr txBox="1"/>
          <p:nvPr/>
        </p:nvSpPr>
        <p:spPr>
          <a:xfrm>
            <a:off x="8606113" y="5889326"/>
            <a:ext cx="107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679BF"/>
                </a:solidFill>
              </a:rPr>
              <a:t>c: Fibers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53782C9-5876-CF3F-CEAC-FC2C8DA4C59F}"/>
              </a:ext>
            </a:extLst>
          </p:cNvPr>
          <p:cNvSpPr/>
          <p:nvPr/>
        </p:nvSpPr>
        <p:spPr>
          <a:xfrm>
            <a:off x="3048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D0CDAC9-4D1D-C59C-97EC-1F7FAF803677}"/>
              </a:ext>
            </a:extLst>
          </p:cNvPr>
          <p:cNvSpPr/>
          <p:nvPr/>
        </p:nvSpPr>
        <p:spPr>
          <a:xfrm>
            <a:off x="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A1181C3-7AED-EE9D-FC36-7C04E98C9566}"/>
              </a:ext>
            </a:extLst>
          </p:cNvPr>
          <p:cNvSpPr/>
          <p:nvPr/>
        </p:nvSpPr>
        <p:spPr>
          <a:xfrm>
            <a:off x="3048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95A024-566E-FC70-13D4-CF2056CB3F3E}"/>
              </a:ext>
            </a:extLst>
          </p:cNvPr>
          <p:cNvSpPr/>
          <p:nvPr/>
        </p:nvSpPr>
        <p:spPr>
          <a:xfrm>
            <a:off x="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30DA411-6D8D-F44C-7258-B0F6FB0724A5}"/>
              </a:ext>
            </a:extLst>
          </p:cNvPr>
          <p:cNvSpPr/>
          <p:nvPr/>
        </p:nvSpPr>
        <p:spPr>
          <a:xfrm>
            <a:off x="6096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DE1EA9C-4D8C-35DB-1A6B-4BA52F17DED5}"/>
              </a:ext>
            </a:extLst>
          </p:cNvPr>
          <p:cNvSpPr/>
          <p:nvPr/>
        </p:nvSpPr>
        <p:spPr>
          <a:xfrm>
            <a:off x="9144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9824AC3-98E7-DDB4-7E25-A74EA2F981EC}"/>
              </a:ext>
            </a:extLst>
          </p:cNvPr>
          <p:cNvSpPr/>
          <p:nvPr/>
        </p:nvSpPr>
        <p:spPr>
          <a:xfrm>
            <a:off x="6096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AE9C565-AA3D-21EF-5787-DDDABE75F279}"/>
              </a:ext>
            </a:extLst>
          </p:cNvPr>
          <p:cNvSpPr/>
          <p:nvPr/>
        </p:nvSpPr>
        <p:spPr>
          <a:xfrm>
            <a:off x="9144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FDC8BA3-2E7D-8A0F-DD5F-D4E1A17289AB}"/>
              </a:ext>
            </a:extLst>
          </p:cNvPr>
          <p:cNvSpPr/>
          <p:nvPr/>
        </p:nvSpPr>
        <p:spPr>
          <a:xfrm>
            <a:off x="3048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A2877C91-2190-0DDA-A5B3-D5DF09D0168E}"/>
              </a:ext>
            </a:extLst>
          </p:cNvPr>
          <p:cNvSpPr/>
          <p:nvPr/>
        </p:nvSpPr>
        <p:spPr>
          <a:xfrm>
            <a:off x="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2A5A87F-8520-F9C9-907D-3870B7BDB933}"/>
              </a:ext>
            </a:extLst>
          </p:cNvPr>
          <p:cNvSpPr/>
          <p:nvPr/>
        </p:nvSpPr>
        <p:spPr>
          <a:xfrm>
            <a:off x="3048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9D6D1CD-B23E-0475-7598-54238A1BD66C}"/>
              </a:ext>
            </a:extLst>
          </p:cNvPr>
          <p:cNvSpPr/>
          <p:nvPr/>
        </p:nvSpPr>
        <p:spPr>
          <a:xfrm>
            <a:off x="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8EC628C-BC2A-CE97-69B6-AE9B0FF02F07}"/>
              </a:ext>
            </a:extLst>
          </p:cNvPr>
          <p:cNvSpPr/>
          <p:nvPr/>
        </p:nvSpPr>
        <p:spPr>
          <a:xfrm>
            <a:off x="6096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6CF3C7E-611D-08F9-2649-5211B603B988}"/>
              </a:ext>
            </a:extLst>
          </p:cNvPr>
          <p:cNvSpPr/>
          <p:nvPr/>
        </p:nvSpPr>
        <p:spPr>
          <a:xfrm>
            <a:off x="6096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2B4F1CD-7B63-5CD2-E527-8AB1BD868395}"/>
              </a:ext>
            </a:extLst>
          </p:cNvPr>
          <p:cNvSpPr/>
          <p:nvPr/>
        </p:nvSpPr>
        <p:spPr>
          <a:xfrm>
            <a:off x="9144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pic>
        <p:nvPicPr>
          <p:cNvPr id="190" name="Picture 189" descr="A close up of a number&#10;&#10;AI-generated content may be incorrect.">
            <a:extLst>
              <a:ext uri="{FF2B5EF4-FFF2-40B4-BE49-F238E27FC236}">
                <a16:creationId xmlns:a16="http://schemas.microsoft.com/office/drawing/2014/main" id="{D849ACAF-E7F6-DA85-548C-BC9E62C39C05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36" y="9573452"/>
            <a:ext cx="485775" cy="638175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285414AE-35C8-90C0-4A64-8AD165A33322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847" y="9559164"/>
            <a:ext cx="485775" cy="666750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61A77571-FD1E-D997-9BD7-3D150F8CD722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9616314"/>
            <a:ext cx="485775" cy="552450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3FD8386B-603C-3F74-0EF2-D544411E28E9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" y="9559164"/>
            <a:ext cx="485775" cy="666750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AC4D0911-A918-E8DF-EFC1-B18A1BB4A1D7}"/>
              </a:ext>
            </a:extLst>
          </p:cNvPr>
          <p:cNvSpPr txBox="1"/>
          <p:nvPr/>
        </p:nvSpPr>
        <p:spPr>
          <a:xfrm>
            <a:off x="-9499" y="943333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feces_little_fluffy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9877598E-0CE6-BA68-7089-8209CC7E0E0B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9"/>
          <a:stretch>
            <a:fillRect/>
          </a:stretch>
        </p:blipFill>
        <p:spPr>
          <a:xfrm>
            <a:off x="5346693" y="9538806"/>
            <a:ext cx="628650" cy="707466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2233D37E-EA6F-BFF2-D448-5086CF9EF4F2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764" y="9573452"/>
            <a:ext cx="485775" cy="638175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E42D7699-0E66-F2A6-6C2D-E7DC146D4957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489" y="9544877"/>
            <a:ext cx="485775" cy="695325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73FAE9D3-AB13-E154-11B9-3C39F014F45D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3174487" y="9544014"/>
            <a:ext cx="571500" cy="697050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5322EAF3-0FD4-39DD-75E7-B7220292CCAE}"/>
              </a:ext>
            </a:extLst>
          </p:cNvPr>
          <p:cNvSpPr txBox="1"/>
          <p:nvPr/>
        </p:nvSpPr>
        <p:spPr>
          <a:xfrm>
            <a:off x="3038502" y="943864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err="1">
                <a:solidFill>
                  <a:srgbClr val="BD9224"/>
                </a:solidFill>
              </a:rPr>
              <a:t>mc_feces_bent_circular_fluffy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00" name="Picture 199">
            <a:extLst>
              <a:ext uri="{FF2B5EF4-FFF2-40B4-BE49-F238E27FC236}">
                <a16:creationId xmlns:a16="http://schemas.microsoft.com/office/drawing/2014/main" id="{DB76D932-E001-B8C0-4F79-6941D05D46D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8"/>
          <a:stretch>
            <a:fillRect/>
          </a:stretch>
        </p:blipFill>
        <p:spPr>
          <a:xfrm>
            <a:off x="7766440" y="9567816"/>
            <a:ext cx="485775" cy="767430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940BA266-A0CD-8C5D-EE03-65A56838EA5D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0"/>
          <a:stretch>
            <a:fillRect/>
          </a:stretch>
        </p:blipFill>
        <p:spPr>
          <a:xfrm>
            <a:off x="6297688" y="9508824"/>
            <a:ext cx="485775" cy="767430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CB73484-3C60-9102-ECF1-3AAD90CBF5AE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1" r="444"/>
          <a:stretch>
            <a:fillRect/>
          </a:stretch>
        </p:blipFill>
        <p:spPr>
          <a:xfrm>
            <a:off x="8478262" y="9455501"/>
            <a:ext cx="483619" cy="874077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7C4427B4-8AB0-1AAF-116E-DFBD99110DFD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79" y="9646731"/>
            <a:ext cx="542925" cy="609600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7E72D85C-263D-08B4-909E-05C93C387F08}"/>
              </a:ext>
            </a:extLst>
          </p:cNvPr>
          <p:cNvSpPr txBox="1"/>
          <p:nvPr/>
        </p:nvSpPr>
        <p:spPr>
          <a:xfrm>
            <a:off x="6103070" y="94389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mc_feces_bent_thin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04BC7986-D7F9-ACC1-5EF7-4D6086606B5A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 r="5537"/>
          <a:stretch>
            <a:fillRect/>
          </a:stretch>
        </p:blipFill>
        <p:spPr>
          <a:xfrm>
            <a:off x="10861364" y="9625871"/>
            <a:ext cx="458874" cy="690649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F6B7E3AA-4F5F-96DF-028A-65A251F6AD88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/>
          <a:stretch>
            <a:fillRect/>
          </a:stretch>
        </p:blipFill>
        <p:spPr>
          <a:xfrm>
            <a:off x="10104326" y="9625870"/>
            <a:ext cx="485775" cy="69065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DA12CFF2-B614-18B4-4E53-E549471939CC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8"/>
          <a:stretch>
            <a:fillRect/>
          </a:stretch>
        </p:blipFill>
        <p:spPr>
          <a:xfrm>
            <a:off x="9288296" y="9492813"/>
            <a:ext cx="485775" cy="799453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6EBC0BEC-2408-EBD4-ED28-1B4916007D53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2" r="-8646" b="20737"/>
          <a:stretch>
            <a:fillRect/>
          </a:stretch>
        </p:blipFill>
        <p:spPr>
          <a:xfrm>
            <a:off x="11629208" y="9516256"/>
            <a:ext cx="527774" cy="752567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5DBD1FC9-AA0B-9865-C838-0496EBCF7AAC}"/>
              </a:ext>
            </a:extLst>
          </p:cNvPr>
          <p:cNvSpPr txBox="1"/>
          <p:nvPr/>
        </p:nvSpPr>
        <p:spPr>
          <a:xfrm>
            <a:off x="9151071" y="94442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mc_feces_bent_to_crustacea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169709A5-3483-FA1D-C77E-A272E1BD6697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15" r="-8646"/>
          <a:stretch>
            <a:fillRect/>
          </a:stretch>
        </p:blipFill>
        <p:spPr>
          <a:xfrm>
            <a:off x="11629208" y="9956997"/>
            <a:ext cx="527774" cy="353306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13A0F1EF-3C4D-29BB-3E6C-220DF1364EED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53" y="10508959"/>
            <a:ext cx="485775" cy="666750"/>
          </a:xfrm>
          <a:prstGeom prst="rect">
            <a:avLst/>
          </a:prstGeom>
        </p:spPr>
      </p:pic>
      <p:pic>
        <p:nvPicPr>
          <p:cNvPr id="212" name="Picture 211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5E0A5461-702C-3D89-D024-CF42D4FB9889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35" y="10523247"/>
            <a:ext cx="485775" cy="638175"/>
          </a:xfrm>
          <a:prstGeom prst="rect">
            <a:avLst/>
          </a:prstGeom>
        </p:spPr>
      </p:pic>
      <p:pic>
        <p:nvPicPr>
          <p:cNvPr id="213" name="Picture 212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98EBF181-8649-8C29-83A7-F0F07869B979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7" y="10537534"/>
            <a:ext cx="485775" cy="609600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3A568119-6DF7-22CA-F831-F890C0BC9C7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9" y="10508959"/>
            <a:ext cx="485775" cy="66675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2CCFF690-B4C2-9D1C-EF7B-766A123CD909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944" y="10508959"/>
            <a:ext cx="485775" cy="666750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12E994F5-83F2-97F5-32E1-070AB507F41A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34" y="10508959"/>
            <a:ext cx="485775" cy="666750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FD82E137-AA8B-69F1-709C-076742D32E1E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10466097"/>
            <a:ext cx="600075" cy="752475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91649095-6C56-0351-5663-07DD8D8AF6AE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1" y="10451809"/>
            <a:ext cx="571500" cy="781050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55F86A66-DC0B-3F3F-F644-F4547C361F90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61" y="10494672"/>
            <a:ext cx="485775" cy="695325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E2406029-C9E5-F674-FD59-72D7B82726AA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781" y="10403570"/>
            <a:ext cx="485775" cy="838200"/>
          </a:xfrm>
          <a:prstGeom prst="rect">
            <a:avLst/>
          </a:prstGeom>
        </p:spPr>
      </p:pic>
      <p:pic>
        <p:nvPicPr>
          <p:cNvPr id="221" name="Picture 220" descr="A black text and a black object&#10;&#10;AI-generated content may be incorrect.">
            <a:extLst>
              <a:ext uri="{FF2B5EF4-FFF2-40B4-BE49-F238E27FC236}">
                <a16:creationId xmlns:a16="http://schemas.microsoft.com/office/drawing/2014/main" id="{FCCFF18B-8282-76C0-5ACC-4C4DBF5BD6C3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01" y="10580397"/>
            <a:ext cx="485775" cy="523875"/>
          </a:xfrm>
          <a:prstGeom prst="rect">
            <a:avLst/>
          </a:prstGeom>
        </p:spPr>
      </p:pic>
      <p:pic>
        <p:nvPicPr>
          <p:cNvPr id="222" name="Picture 221" descr="A black blob with numbers&#10;&#10;AI-generated content may be incorrect.">
            <a:extLst>
              <a:ext uri="{FF2B5EF4-FFF2-40B4-BE49-F238E27FC236}">
                <a16:creationId xmlns:a16="http://schemas.microsoft.com/office/drawing/2014/main" id="{E5E10E8E-26AB-F5E8-1BF6-D02366C783E7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21" y="10494672"/>
            <a:ext cx="485775" cy="695325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496274CA-7EC7-6031-9DE6-35C63443D3F7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50" y="10523247"/>
            <a:ext cx="485775" cy="638175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98395D28-C4DC-52B9-C524-08CCA37C6269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345" y="10523247"/>
            <a:ext cx="485775" cy="638175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8CBCB0A5-6305-59E9-547D-AD91B81A422A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640" y="10537534"/>
            <a:ext cx="485775" cy="609600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7CB6406B-D4A0-699D-BAF4-173BA2D0C42A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35" y="10537534"/>
            <a:ext cx="485775" cy="609600"/>
          </a:xfrm>
          <a:prstGeom prst="rect">
            <a:avLst/>
          </a:prstGeom>
        </p:spPr>
      </p:pic>
      <p:sp>
        <p:nvSpPr>
          <p:cNvPr id="227" name="TextBox 226">
            <a:extLst>
              <a:ext uri="{FF2B5EF4-FFF2-40B4-BE49-F238E27FC236}">
                <a16:creationId xmlns:a16="http://schemas.microsoft.com/office/drawing/2014/main" id="{4CCCB41D-E76C-5576-41C3-363855B5C77D}"/>
              </a:ext>
            </a:extLst>
          </p:cNvPr>
          <p:cNvSpPr txBox="1"/>
          <p:nvPr/>
        </p:nvSpPr>
        <p:spPr>
          <a:xfrm>
            <a:off x="-14413" y="1036248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mc_feces_dark_roundish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0264A12-1403-E754-6274-91FEBC4D9F0F}"/>
              </a:ext>
            </a:extLst>
          </p:cNvPr>
          <p:cNvSpPr txBox="1"/>
          <p:nvPr/>
        </p:nvSpPr>
        <p:spPr>
          <a:xfrm>
            <a:off x="3033588" y="1036779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mc_feces_dark_small_irregular_shape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05859D6-47D2-3A5F-F7AC-5B9802EF03D8}"/>
              </a:ext>
            </a:extLst>
          </p:cNvPr>
          <p:cNvSpPr txBox="1"/>
          <p:nvPr/>
        </p:nvSpPr>
        <p:spPr>
          <a:xfrm>
            <a:off x="6098156" y="1036810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mc_feces_short_straight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9603C9-774F-3487-9ECF-5923997CDFF9}"/>
              </a:ext>
            </a:extLst>
          </p:cNvPr>
          <p:cNvSpPr txBox="1"/>
          <p:nvPr/>
        </p:nvSpPr>
        <p:spPr>
          <a:xfrm>
            <a:off x="9146157" y="1037341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mc_feces_small_round_grey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31" name="Picture 230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4A3B6058-E0A4-4A28-397B-0664A861D7C9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 b="1"/>
          <a:stretch>
            <a:fillRect/>
          </a:stretch>
        </p:blipFill>
        <p:spPr>
          <a:xfrm>
            <a:off x="92690" y="11469652"/>
            <a:ext cx="485775" cy="875335"/>
          </a:xfrm>
          <a:prstGeom prst="rect">
            <a:avLst/>
          </a:prstGeom>
        </p:spPr>
      </p:pic>
      <p:pic>
        <p:nvPicPr>
          <p:cNvPr id="232" name="Picture 231" descr="A black object with text&#10;&#10;AI-generated content may be incorrect.">
            <a:extLst>
              <a:ext uri="{FF2B5EF4-FFF2-40B4-BE49-F238E27FC236}">
                <a16:creationId xmlns:a16="http://schemas.microsoft.com/office/drawing/2014/main" id="{E32AB238-F6DE-93CE-9259-FCD077CED4B4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r="22535"/>
          <a:stretch>
            <a:fillRect/>
          </a:stretch>
        </p:blipFill>
        <p:spPr>
          <a:xfrm>
            <a:off x="2428914" y="11462469"/>
            <a:ext cx="575529" cy="889700"/>
          </a:xfrm>
          <a:prstGeom prst="rect">
            <a:avLst/>
          </a:prstGeom>
        </p:spPr>
      </p:pic>
      <p:pic>
        <p:nvPicPr>
          <p:cNvPr id="233" name="Picture 232" descr="A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5E463236-4A15-32C9-F98F-89B21B969414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4" r="23892"/>
          <a:stretch>
            <a:fillRect/>
          </a:stretch>
        </p:blipFill>
        <p:spPr>
          <a:xfrm>
            <a:off x="634505" y="11508478"/>
            <a:ext cx="935157" cy="797683"/>
          </a:xfrm>
          <a:prstGeom prst="rect">
            <a:avLst/>
          </a:prstGeom>
        </p:spPr>
      </p:pic>
      <p:pic>
        <p:nvPicPr>
          <p:cNvPr id="234" name="Picture 233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DD4C5F12-93AE-22A8-5965-92C63C66C95A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5" r="25292"/>
          <a:stretch>
            <a:fillRect/>
          </a:stretch>
        </p:blipFill>
        <p:spPr>
          <a:xfrm>
            <a:off x="1625702" y="11529134"/>
            <a:ext cx="747171" cy="756370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4975C295-D86D-4142-CEB3-86559AD231DB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747" y="11373919"/>
            <a:ext cx="485775" cy="95250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F0B148B6-8510-C02C-CDA7-08AD455A25BD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1" y="11474546"/>
            <a:ext cx="485775" cy="866775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A8643C63-9740-E617-6FF1-CF4B9A2D86C0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5"/>
          <a:stretch>
            <a:fillRect/>
          </a:stretch>
        </p:blipFill>
        <p:spPr>
          <a:xfrm>
            <a:off x="3938375" y="11431683"/>
            <a:ext cx="485775" cy="952501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AE9C8E09-F4D0-F943-EF0A-81C0F1F639E1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/>
          <a:stretch>
            <a:fillRect/>
          </a:stretch>
        </p:blipFill>
        <p:spPr>
          <a:xfrm>
            <a:off x="3150189" y="11382422"/>
            <a:ext cx="485775" cy="935495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3CE43D24-292C-A2E6-E238-9D799E6CCFAD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5"/>
          <a:stretch>
            <a:fillRect/>
          </a:stretch>
        </p:blipFill>
        <p:spPr>
          <a:xfrm>
            <a:off x="6269436" y="11448006"/>
            <a:ext cx="485775" cy="918627"/>
          </a:xfrm>
          <a:prstGeom prst="rect">
            <a:avLst/>
          </a:prstGeom>
        </p:spPr>
      </p:pic>
      <p:pic>
        <p:nvPicPr>
          <p:cNvPr id="240" name="Picture 239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6FF7526E-FCFD-2595-0CE8-6509B5120713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88" y="11588232"/>
            <a:ext cx="542925" cy="638175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CE40CE1F-86BB-F535-AE79-8D4B3BF56AA5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1" r="8995"/>
          <a:stretch>
            <a:fillRect/>
          </a:stretch>
        </p:blipFill>
        <p:spPr>
          <a:xfrm>
            <a:off x="7728490" y="11519752"/>
            <a:ext cx="442081" cy="775134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406E7E33-4D5A-352A-EBE9-50B7B383C35E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2" r="16430"/>
          <a:stretch>
            <a:fillRect/>
          </a:stretch>
        </p:blipFill>
        <p:spPr>
          <a:xfrm>
            <a:off x="8385749" y="11519752"/>
            <a:ext cx="668644" cy="775134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FD1275A1-E7AE-DD86-4758-A3EA19729134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1" r="-14639"/>
          <a:stretch>
            <a:fillRect/>
          </a:stretch>
        </p:blipFill>
        <p:spPr>
          <a:xfrm>
            <a:off x="9216444" y="11312307"/>
            <a:ext cx="556889" cy="1075725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5A4FC5B6-EF68-B302-35F2-0BE4DBD61C93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78" t="18136"/>
          <a:stretch>
            <a:fillRect/>
          </a:stretch>
        </p:blipFill>
        <p:spPr>
          <a:xfrm>
            <a:off x="10799552" y="11529139"/>
            <a:ext cx="549795" cy="756361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167E1209-C8B6-0CBD-2C4A-49F46986598E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8" r="-10050"/>
          <a:stretch>
            <a:fillRect/>
          </a:stretch>
        </p:blipFill>
        <p:spPr>
          <a:xfrm>
            <a:off x="10019146" y="11494172"/>
            <a:ext cx="534593" cy="865623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75CEFB50-BAF8-24CC-56BF-AA821283025E}"/>
              </a:ext>
            </a:extLst>
          </p:cNvPr>
          <p:cNvSpPr txBox="1"/>
          <p:nvPr/>
        </p:nvSpPr>
        <p:spPr>
          <a:xfrm>
            <a:off x="3048340" y="112772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7EF9152-B7D9-E521-C17A-DED2E5A31135}"/>
              </a:ext>
            </a:extLst>
          </p:cNvPr>
          <p:cNvSpPr txBox="1"/>
          <p:nvPr/>
        </p:nvSpPr>
        <p:spPr>
          <a:xfrm>
            <a:off x="9160909" y="1128290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mc_feces_straight_thin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5F10733-D88C-71BA-C497-711A8C07DC7A}"/>
              </a:ext>
            </a:extLst>
          </p:cNvPr>
          <p:cNvSpPr txBox="1"/>
          <p:nvPr/>
        </p:nvSpPr>
        <p:spPr>
          <a:xfrm>
            <a:off x="339" y="112719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mc_feces_straight_to_feces_bent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5F0ED5A-26BA-1774-9E58-538430EAB7F3}"/>
              </a:ext>
            </a:extLst>
          </p:cNvPr>
          <p:cNvSpPr txBox="1"/>
          <p:nvPr/>
        </p:nvSpPr>
        <p:spPr>
          <a:xfrm>
            <a:off x="6112908" y="1127759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mc_feces_straight_fluffy_to_trichodesmium_tuff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51" name="Picture 250">
            <a:extLst>
              <a:ext uri="{FF2B5EF4-FFF2-40B4-BE49-F238E27FC236}">
                <a16:creationId xmlns:a16="http://schemas.microsoft.com/office/drawing/2014/main" id="{12C2C4DC-26EA-07D7-1F33-0403C308249E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70" y="12603502"/>
            <a:ext cx="485775" cy="781050"/>
          </a:xfrm>
          <a:prstGeom prst="rect">
            <a:avLst/>
          </a:prstGeom>
        </p:spPr>
      </p:pic>
      <p:pic>
        <p:nvPicPr>
          <p:cNvPr id="252" name="Picture 251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D50B66F2-62BA-B613-3F06-ADCB6994D0C2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7" y="12674940"/>
            <a:ext cx="485775" cy="638175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5080F8DC-30D8-6609-F3D3-EE0EBF7AA0BE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9" y="12703515"/>
            <a:ext cx="685800" cy="581025"/>
          </a:xfrm>
          <a:prstGeom prst="rect">
            <a:avLst/>
          </a:pr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477C22C6-7628-3F71-9A3B-34129F4ACAAE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6" y="12603502"/>
            <a:ext cx="485775" cy="781050"/>
          </a:xfrm>
          <a:prstGeom prst="rect">
            <a:avLst/>
          </a:prstGeom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BADB7D76-38EA-1EE4-630B-9C09BBCC1262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49" y="12646365"/>
            <a:ext cx="485775" cy="695325"/>
          </a:xfrm>
          <a:prstGeom prst="rect">
            <a:avLst/>
          </a:prstGeom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59680491-CD14-47E9-4FDE-E9F51B75A86A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9" y="12674940"/>
            <a:ext cx="571500" cy="638175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4A5ED772-1A61-3D55-4D1A-AF47867BD881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79" y="12589215"/>
            <a:ext cx="514350" cy="809625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9806F3B9-A8F1-8384-5E8D-210D01D40436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409" r="-11641"/>
          <a:stretch>
            <a:fillRect/>
          </a:stretch>
        </p:blipFill>
        <p:spPr>
          <a:xfrm>
            <a:off x="3227145" y="12541126"/>
            <a:ext cx="542324" cy="905802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461E3CCE-18F0-8A6C-42DF-5A7A4BD6B47A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8"/>
          <a:stretch>
            <a:fillRect/>
          </a:stretch>
        </p:blipFill>
        <p:spPr>
          <a:xfrm>
            <a:off x="8606192" y="12521710"/>
            <a:ext cx="485775" cy="94463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0C86ADE8-7529-08C6-BE8D-57364D63FDD3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1"/>
          <a:stretch>
            <a:fillRect/>
          </a:stretch>
        </p:blipFill>
        <p:spPr>
          <a:xfrm>
            <a:off x="6141641" y="12514819"/>
            <a:ext cx="485775" cy="958417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37B453FC-ED9B-CA25-A9B6-83F4F8330E7E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7"/>
          <a:stretch>
            <a:fillRect/>
          </a:stretch>
        </p:blipFill>
        <p:spPr>
          <a:xfrm>
            <a:off x="6900623" y="12544731"/>
            <a:ext cx="485775" cy="898593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6CE24518-85B8-6F15-5FB2-6FBAC6CA96C3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/>
          <a:stretch>
            <a:fillRect/>
          </a:stretch>
        </p:blipFill>
        <p:spPr>
          <a:xfrm>
            <a:off x="7692017" y="12616076"/>
            <a:ext cx="714375" cy="755903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41920860-71A5-F7A1-2DB1-A11FAC55A86A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75" y="12517777"/>
            <a:ext cx="485775" cy="952500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6A7CE2-0857-F379-A922-75430E8572FB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2" t="23176" r="30054" b="20293"/>
          <a:stretch>
            <a:fillRect/>
          </a:stretch>
        </p:blipFill>
        <p:spPr>
          <a:xfrm>
            <a:off x="9188304" y="12433340"/>
            <a:ext cx="857007" cy="1023055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2CA0C9DF-49F0-7BC2-7CF4-43F1AE6A95DF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6" r="20577"/>
          <a:stretch>
            <a:fillRect/>
          </a:stretch>
        </p:blipFill>
        <p:spPr>
          <a:xfrm>
            <a:off x="10089261" y="12552217"/>
            <a:ext cx="612764" cy="921721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77133942-A617-0C48-FDE4-6E750E789060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r="21976" b="20759"/>
          <a:stretch>
            <a:fillRect/>
          </a:stretch>
        </p:blipFill>
        <p:spPr>
          <a:xfrm>
            <a:off x="11275699" y="12530235"/>
            <a:ext cx="869513" cy="853121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8557A616-4FF6-495D-FB85-752C2248A6F2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93" r="61449" b="-720"/>
          <a:stretch>
            <a:fillRect/>
          </a:stretch>
        </p:blipFill>
        <p:spPr>
          <a:xfrm>
            <a:off x="9188305" y="13114145"/>
            <a:ext cx="804153" cy="367878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F1324EBC-5585-B344-6BE9-37438FFFC71A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3" r="21976" b="-1"/>
          <a:stretch>
            <a:fillRect/>
          </a:stretch>
        </p:blipFill>
        <p:spPr>
          <a:xfrm>
            <a:off x="11278952" y="13008979"/>
            <a:ext cx="869513" cy="366492"/>
          </a:xfrm>
          <a:prstGeom prst="rect">
            <a:avLst/>
          </a:prstGeom>
        </p:spPr>
      </p:pic>
      <p:sp>
        <p:nvSpPr>
          <p:cNvPr id="269" name="TextBox 268">
            <a:extLst>
              <a:ext uri="{FF2B5EF4-FFF2-40B4-BE49-F238E27FC236}">
                <a16:creationId xmlns:a16="http://schemas.microsoft.com/office/drawing/2014/main" id="{E8F2DFB3-AC63-D1F3-19A4-9CCDAA777A4A}"/>
              </a:ext>
            </a:extLst>
          </p:cNvPr>
          <p:cNvSpPr txBox="1"/>
          <p:nvPr/>
        </p:nvSpPr>
        <p:spPr>
          <a:xfrm>
            <a:off x="-5172" y="1242564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mc_feces_to_copepoda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46EB205-1563-7D1C-F323-22C065E555D2}"/>
              </a:ext>
            </a:extLst>
          </p:cNvPr>
          <p:cNvSpPr txBox="1"/>
          <p:nvPr/>
        </p:nvSpPr>
        <p:spPr>
          <a:xfrm>
            <a:off x="3049669" y="1241975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mc_feces_to_fiber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D25EE460-D7CA-6563-9599-26F77D48FFF5}"/>
              </a:ext>
            </a:extLst>
          </p:cNvPr>
          <p:cNvSpPr txBox="1"/>
          <p:nvPr/>
        </p:nvSpPr>
        <p:spPr>
          <a:xfrm>
            <a:off x="6114237" y="1242006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mc_feces_straight_thin_to_fiber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18E2F98-ABDB-581C-E528-77475B1EFAD3}"/>
              </a:ext>
            </a:extLst>
          </p:cNvPr>
          <p:cNvSpPr txBox="1"/>
          <p:nvPr/>
        </p:nvSpPr>
        <p:spPr>
          <a:xfrm>
            <a:off x="9162238" y="1242536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BD9224"/>
                </a:solidFill>
              </a:rPr>
              <a:t>t006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9335280E-4254-C94B-E6EC-B8187D9922EA}"/>
              </a:ext>
            </a:extLst>
          </p:cNvPr>
          <p:cNvSpPr txBox="1"/>
          <p:nvPr/>
        </p:nvSpPr>
        <p:spPr>
          <a:xfrm>
            <a:off x="5529301" y="9092082"/>
            <a:ext cx="1058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D9224"/>
                </a:solidFill>
              </a:rPr>
              <a:t>d: Feces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E56B6B5-D0C8-917F-9DA0-8169B8FBEE60}"/>
              </a:ext>
            </a:extLst>
          </p:cNvPr>
          <p:cNvSpPr/>
          <p:nvPr/>
        </p:nvSpPr>
        <p:spPr>
          <a:xfrm>
            <a:off x="9144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930DB-ABCC-7664-B7CB-D9CE6F027B77}"/>
              </a:ext>
            </a:extLst>
          </p:cNvPr>
          <p:cNvSpPr/>
          <p:nvPr/>
        </p:nvSpPr>
        <p:spPr>
          <a:xfrm>
            <a:off x="0" y="1661653"/>
            <a:ext cx="3048000" cy="129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67B44-72AF-209F-AAC7-7D2B79EC1F5A}"/>
              </a:ext>
            </a:extLst>
          </p:cNvPr>
          <p:cNvSpPr/>
          <p:nvPr/>
        </p:nvSpPr>
        <p:spPr>
          <a:xfrm>
            <a:off x="3048000" y="363788"/>
            <a:ext cx="3048000" cy="129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9129D9-F9A2-0A7E-F056-5BC4329F4BE7}"/>
              </a:ext>
            </a:extLst>
          </p:cNvPr>
          <p:cNvSpPr/>
          <p:nvPr/>
        </p:nvSpPr>
        <p:spPr>
          <a:xfrm>
            <a:off x="333" y="2947220"/>
            <a:ext cx="3048000" cy="1471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BEDF50-7CC0-33AE-0205-DFAE1CB65767}"/>
              </a:ext>
            </a:extLst>
          </p:cNvPr>
          <p:cNvSpPr/>
          <p:nvPr/>
        </p:nvSpPr>
        <p:spPr>
          <a:xfrm>
            <a:off x="9144333" y="2944763"/>
            <a:ext cx="3048000" cy="1471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5ADD09-0A60-43A1-ECCD-9A651B19F223}"/>
              </a:ext>
            </a:extLst>
          </p:cNvPr>
          <p:cNvSpPr/>
          <p:nvPr/>
        </p:nvSpPr>
        <p:spPr>
          <a:xfrm>
            <a:off x="0" y="13853457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DF8415-8A15-516F-CE64-5526E96D28EF}"/>
              </a:ext>
            </a:extLst>
          </p:cNvPr>
          <p:cNvSpPr/>
          <p:nvPr/>
        </p:nvSpPr>
        <p:spPr>
          <a:xfrm>
            <a:off x="3048000" y="13853457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4D321FB6-7622-B370-D4DD-2CF8630D3D4A}"/>
              </a:ext>
            </a:extLst>
          </p:cNvPr>
          <p:cNvSpPr/>
          <p:nvPr/>
        </p:nvSpPr>
        <p:spPr>
          <a:xfrm>
            <a:off x="6100247" y="13853842"/>
            <a:ext cx="3048000" cy="97734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275" name="Picture 274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FC8C0589-DB3C-2B2E-2949-05E08B3C031E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59" y="14056325"/>
            <a:ext cx="485775" cy="638175"/>
          </a:xfrm>
          <a:prstGeom prst="rect">
            <a:avLst/>
          </a:prstGeom>
        </p:spPr>
      </p:pic>
      <p:pic>
        <p:nvPicPr>
          <p:cNvPr id="276" name="Picture 275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81723CEC-FE1D-FEEB-4477-F9EF257EC16D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11" y="14056325"/>
            <a:ext cx="485775" cy="638175"/>
          </a:xfrm>
          <a:prstGeom prst="rect">
            <a:avLst/>
          </a:prstGeom>
        </p:spPr>
      </p:pic>
      <p:pic>
        <p:nvPicPr>
          <p:cNvPr id="277" name="Picture 276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90F82100-2715-C5E0-3A90-3114707010F3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63" y="14042037"/>
            <a:ext cx="485775" cy="666750"/>
          </a:xfrm>
          <a:prstGeom prst="rect">
            <a:avLst/>
          </a:prstGeom>
        </p:spPr>
      </p:pic>
      <p:pic>
        <p:nvPicPr>
          <p:cNvPr id="278" name="Picture 277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47AF1391-F8AE-F623-DE79-47CE23087B56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" y="14070612"/>
            <a:ext cx="485775" cy="609600"/>
          </a:xfrm>
          <a:prstGeom prst="rect">
            <a:avLst/>
          </a:prstGeom>
        </p:spPr>
      </p:pic>
      <p:pic>
        <p:nvPicPr>
          <p:cNvPr id="279" name="Picture 278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7AC824F2-2691-BA67-53DA-F6D9D00E5E80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83" y="13964410"/>
            <a:ext cx="485775" cy="781050"/>
          </a:xfrm>
          <a:prstGeom prst="rect">
            <a:avLst/>
          </a:prstGeom>
        </p:spPr>
      </p:pic>
      <p:pic>
        <p:nvPicPr>
          <p:cNvPr id="280" name="Picture 279" descr="A black blot on a white background&#10;&#10;AI-generated content may be incorrect.">
            <a:extLst>
              <a:ext uri="{FF2B5EF4-FFF2-40B4-BE49-F238E27FC236}">
                <a16:creationId xmlns:a16="http://schemas.microsoft.com/office/drawing/2014/main" id="{B9BDDED5-EBFA-8F11-770F-4424221F2B42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1"/>
          <a:stretch>
            <a:fillRect/>
          </a:stretch>
        </p:blipFill>
        <p:spPr>
          <a:xfrm>
            <a:off x="5138612" y="13875997"/>
            <a:ext cx="914400" cy="938212"/>
          </a:xfrm>
          <a:prstGeom prst="rect">
            <a:avLst/>
          </a:prstGeom>
        </p:spPr>
      </p:pic>
      <p:pic>
        <p:nvPicPr>
          <p:cNvPr id="281" name="Picture 280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1542735E-5937-DCEF-6856-E869F9A4EC28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5" y="13992985"/>
            <a:ext cx="485775" cy="723900"/>
          </a:xfrm>
          <a:prstGeom prst="rect">
            <a:avLst/>
          </a:prstGeom>
        </p:spPr>
      </p:pic>
      <p:pic>
        <p:nvPicPr>
          <p:cNvPr id="282" name="Picture 281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A1365C5F-F201-C129-8BFF-42289D6FD03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9" b="23016"/>
          <a:stretch>
            <a:fillRect/>
          </a:stretch>
        </p:blipFill>
        <p:spPr>
          <a:xfrm>
            <a:off x="3140023" y="13922427"/>
            <a:ext cx="714375" cy="828959"/>
          </a:xfrm>
          <a:prstGeom prst="rect">
            <a:avLst/>
          </a:prstGeom>
        </p:spPr>
      </p:pic>
      <p:pic>
        <p:nvPicPr>
          <p:cNvPr id="283" name="Picture 282" descr="A black bird in the sky&#10;&#10;AI-generated content may be incorrect.">
            <a:extLst>
              <a:ext uri="{FF2B5EF4-FFF2-40B4-BE49-F238E27FC236}">
                <a16:creationId xmlns:a16="http://schemas.microsoft.com/office/drawing/2014/main" id="{CB8B6B20-F80B-3AE8-8739-031EC359DA1F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571" y="13992985"/>
            <a:ext cx="485775" cy="752475"/>
          </a:xfrm>
          <a:prstGeom prst="rect">
            <a:avLst/>
          </a:prstGeom>
        </p:spPr>
      </p:pic>
      <p:pic>
        <p:nvPicPr>
          <p:cNvPr id="284" name="Picture 283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5DE7D1F9-8333-A0FB-0ACB-744548619749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710" y="13978697"/>
            <a:ext cx="485775" cy="781050"/>
          </a:xfrm>
          <a:prstGeom prst="rect">
            <a:avLst/>
          </a:prstGeom>
        </p:spPr>
      </p:pic>
      <p:pic>
        <p:nvPicPr>
          <p:cNvPr id="285" name="Picture 284" descr="A blurry image of a bird&#10;&#10;AI-generated content may be incorrect.">
            <a:extLst>
              <a:ext uri="{FF2B5EF4-FFF2-40B4-BE49-F238E27FC236}">
                <a16:creationId xmlns:a16="http://schemas.microsoft.com/office/drawing/2014/main" id="{ADBC02A4-C20C-AD5A-260F-90DC8D52A783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48" y="14007272"/>
            <a:ext cx="485775" cy="723900"/>
          </a:xfrm>
          <a:prstGeom prst="rect">
            <a:avLst/>
          </a:prstGeom>
        </p:spPr>
      </p:pic>
      <p:pic>
        <p:nvPicPr>
          <p:cNvPr id="286" name="Picture 285" descr="A black text and a black number&#10;&#10;AI-generated content may be incorrect.">
            <a:extLst>
              <a:ext uri="{FF2B5EF4-FFF2-40B4-BE49-F238E27FC236}">
                <a16:creationId xmlns:a16="http://schemas.microsoft.com/office/drawing/2014/main" id="{52917515-974B-366E-4435-A76B4009CA16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86" y="13887596"/>
            <a:ext cx="485775" cy="923925"/>
          </a:xfrm>
          <a:prstGeom prst="rect">
            <a:avLst/>
          </a:prstGeom>
        </p:spPr>
      </p:pic>
      <p:pic>
        <p:nvPicPr>
          <p:cNvPr id="287" name="Picture 286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3197B7C0-9BCE-A736-CF21-015AC649086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30"/>
          <a:stretch>
            <a:fillRect/>
          </a:stretch>
        </p:blipFill>
        <p:spPr>
          <a:xfrm>
            <a:off x="3149236" y="14409517"/>
            <a:ext cx="714375" cy="341869"/>
          </a:xfrm>
          <a:prstGeom prst="rect">
            <a:avLst/>
          </a:prstGeom>
        </p:spPr>
      </p:pic>
      <p:sp>
        <p:nvSpPr>
          <p:cNvPr id="288" name="TextBox 287">
            <a:extLst>
              <a:ext uri="{FF2B5EF4-FFF2-40B4-BE49-F238E27FC236}">
                <a16:creationId xmlns:a16="http://schemas.microsoft.com/office/drawing/2014/main" id="{306A5F51-5757-292D-D5CA-1A1656EBD4CD}"/>
              </a:ext>
            </a:extLst>
          </p:cNvPr>
          <p:cNvSpPr txBox="1"/>
          <p:nvPr/>
        </p:nvSpPr>
        <p:spPr>
          <a:xfrm>
            <a:off x="6085834" y="1385345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tuff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B5C7571-39A0-3B18-5ACC-691BD31D74FF}"/>
              </a:ext>
            </a:extLst>
          </p:cNvPr>
          <p:cNvSpPr txBox="1"/>
          <p:nvPr/>
        </p:nvSpPr>
        <p:spPr>
          <a:xfrm>
            <a:off x="3038502" y="138534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puff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50656B9-C19A-FC76-CCC7-EBF06B4BC893}"/>
              </a:ext>
            </a:extLst>
          </p:cNvPr>
          <p:cNvSpPr txBox="1"/>
          <p:nvPr/>
        </p:nvSpPr>
        <p:spPr>
          <a:xfrm>
            <a:off x="-9499" y="1384815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C3DFB1"/>
                </a:solidFill>
              </a:rPr>
              <a:t>like_Trichodesmium</a:t>
            </a:r>
            <a:endParaRPr lang="en-US" sz="1200" b="1" dirty="0">
              <a:solidFill>
                <a:srgbClr val="C3DFB1"/>
              </a:solidFill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5239266-0F5A-2A59-C40E-5C4DEFA3B389}"/>
              </a:ext>
            </a:extLst>
          </p:cNvPr>
          <p:cNvSpPr txBox="1"/>
          <p:nvPr/>
        </p:nvSpPr>
        <p:spPr>
          <a:xfrm>
            <a:off x="-9499" y="13498410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DFB1"/>
                </a:solidFill>
              </a:rPr>
              <a:t>e: Photosynthetic</a:t>
            </a:r>
          </a:p>
        </p:txBody>
      </p:sp>
    </p:spTree>
    <p:extLst>
      <p:ext uri="{BB962C8B-B14F-4D97-AF65-F5344CB8AC3E}">
        <p14:creationId xmlns:p14="http://schemas.microsoft.com/office/powerpoint/2010/main" val="149749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A866FB-BD3D-34E8-B867-0057547AC0EA}"/>
              </a:ext>
            </a:extLst>
          </p:cNvPr>
          <p:cNvSpPr/>
          <p:nvPr/>
        </p:nvSpPr>
        <p:spPr>
          <a:xfrm>
            <a:off x="3048000" y="1052051"/>
            <a:ext cx="3048000" cy="96649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E88AF-574A-0219-2504-204832A137A5}"/>
              </a:ext>
            </a:extLst>
          </p:cNvPr>
          <p:cNvSpPr/>
          <p:nvPr/>
        </p:nvSpPr>
        <p:spPr>
          <a:xfrm>
            <a:off x="0" y="1"/>
            <a:ext cx="3048000" cy="1051744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8F4B3-EA1E-52F9-F6EF-FCF8E577DF0E}"/>
              </a:ext>
            </a:extLst>
          </p:cNvPr>
          <p:cNvSpPr/>
          <p:nvPr/>
        </p:nvSpPr>
        <p:spPr>
          <a:xfrm>
            <a:off x="0" y="1052052"/>
            <a:ext cx="3048000" cy="96742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F0183-3958-FC0A-5A2B-2354752DF1B9}"/>
              </a:ext>
            </a:extLst>
          </p:cNvPr>
          <p:cNvSpPr/>
          <p:nvPr/>
        </p:nvSpPr>
        <p:spPr>
          <a:xfrm>
            <a:off x="3048333" y="3102077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A581C-8A0B-3058-15C7-F6AC3B7C35EC}"/>
              </a:ext>
            </a:extLst>
          </p:cNvPr>
          <p:cNvSpPr/>
          <p:nvPr/>
        </p:nvSpPr>
        <p:spPr>
          <a:xfrm>
            <a:off x="333" y="2010701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A40BD-F4A9-9DCC-6013-2919447820C0}"/>
              </a:ext>
            </a:extLst>
          </p:cNvPr>
          <p:cNvSpPr/>
          <p:nvPr/>
        </p:nvSpPr>
        <p:spPr>
          <a:xfrm>
            <a:off x="3048333" y="2010701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704A5B-7E03-795C-630D-31B91503D0F6}"/>
              </a:ext>
            </a:extLst>
          </p:cNvPr>
          <p:cNvSpPr/>
          <p:nvPr/>
        </p:nvSpPr>
        <p:spPr>
          <a:xfrm>
            <a:off x="333" y="3102077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64A8606-986D-4044-13EF-89D97B7D0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6" y="3339293"/>
            <a:ext cx="771525" cy="923925"/>
          </a:xfrm>
          <a:prstGeom prst="rect">
            <a:avLst/>
          </a:prstGeom>
        </p:spPr>
      </p:pic>
      <p:pic>
        <p:nvPicPr>
          <p:cNvPr id="12" name="Picture 11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8AD28250-CBFE-F7AF-D783-666C992B4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62" y="3496455"/>
            <a:ext cx="485775" cy="609600"/>
          </a:xfrm>
          <a:prstGeom prst="rect">
            <a:avLst/>
          </a:prstGeom>
        </p:spPr>
      </p:pic>
      <p:pic>
        <p:nvPicPr>
          <p:cNvPr id="13" name="Picture 12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23F4BA79-D49A-6A44-5238-BCE8D5CE5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19" y="3496455"/>
            <a:ext cx="485775" cy="609600"/>
          </a:xfrm>
          <a:prstGeom prst="rect">
            <a:avLst/>
          </a:prstGeom>
        </p:spPr>
      </p:pic>
      <p:pic>
        <p:nvPicPr>
          <p:cNvPr id="14" name="Picture 13" descr="A blurry image of a lamp&#10;&#10;AI-generated content may be incorrect.">
            <a:extLst>
              <a:ext uri="{FF2B5EF4-FFF2-40B4-BE49-F238E27FC236}">
                <a16:creationId xmlns:a16="http://schemas.microsoft.com/office/drawing/2014/main" id="{48378F1C-403B-7E43-5692-54A89EBBE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02" y="3232983"/>
            <a:ext cx="485775" cy="1038225"/>
          </a:xfrm>
          <a:prstGeom prst="rect">
            <a:avLst/>
          </a:prstGeom>
        </p:spPr>
      </p:pic>
      <p:pic>
        <p:nvPicPr>
          <p:cNvPr id="15" name="Picture 14" descr="A black text and numbers&#10;&#10;AI-generated content may be incorrect.">
            <a:extLst>
              <a:ext uri="{FF2B5EF4-FFF2-40B4-BE49-F238E27FC236}">
                <a16:creationId xmlns:a16="http://schemas.microsoft.com/office/drawing/2014/main" id="{24D63F2B-AFC4-0B38-8780-EFD575892D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67" y="387046"/>
            <a:ext cx="485775" cy="609600"/>
          </a:xfrm>
          <a:prstGeom prst="rect">
            <a:avLst/>
          </a:prstGeom>
        </p:spPr>
      </p:pic>
      <p:pic>
        <p:nvPicPr>
          <p:cNvPr id="16" name="Picture 15" descr="A black and white image of a number and a black and white image of a number&#10;&#10;AI-generated content may be incorrect.">
            <a:extLst>
              <a:ext uri="{FF2B5EF4-FFF2-40B4-BE49-F238E27FC236}">
                <a16:creationId xmlns:a16="http://schemas.microsoft.com/office/drawing/2014/main" id="{AE95C801-CB5B-D572-DB8B-0766D23D60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04" y="323491"/>
            <a:ext cx="485775" cy="695325"/>
          </a:xfrm>
          <a:prstGeom prst="rect">
            <a:avLst/>
          </a:prstGeom>
        </p:spPr>
      </p:pic>
      <p:pic>
        <p:nvPicPr>
          <p:cNvPr id="17" name="Picture 16" descr="A close-up of a number&#10;&#10;AI-generated content may be incorrect.">
            <a:extLst>
              <a:ext uri="{FF2B5EF4-FFF2-40B4-BE49-F238E27FC236}">
                <a16:creationId xmlns:a16="http://schemas.microsoft.com/office/drawing/2014/main" id="{D3C27A55-C147-2511-EC1F-39BEAE13D3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55" y="323491"/>
            <a:ext cx="485775" cy="609600"/>
          </a:xfrm>
          <a:prstGeom prst="rect">
            <a:avLst/>
          </a:prstGeom>
        </p:spPr>
      </p:pic>
      <p:pic>
        <p:nvPicPr>
          <p:cNvPr id="18" name="Picture 17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F51C9020-2BF7-38B5-EB44-DBCCC28D24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2" y="301321"/>
            <a:ext cx="485775" cy="695325"/>
          </a:xfrm>
          <a:prstGeom prst="rect">
            <a:avLst/>
          </a:prstGeom>
        </p:spPr>
      </p:pic>
      <p:pic>
        <p:nvPicPr>
          <p:cNvPr id="19" name="Picture 18" descr="A black and white image of a diamond&#10;&#10;AI-generated content may be incorrect.">
            <a:extLst>
              <a:ext uri="{FF2B5EF4-FFF2-40B4-BE49-F238E27FC236}">
                <a16:creationId xmlns:a16="http://schemas.microsoft.com/office/drawing/2014/main" id="{9511DD6E-D958-7038-0A74-1E8693FE6D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03" y="343824"/>
            <a:ext cx="485775" cy="609600"/>
          </a:xfrm>
          <a:prstGeom prst="rect">
            <a:avLst/>
          </a:prstGeom>
        </p:spPr>
      </p:pic>
      <p:pic>
        <p:nvPicPr>
          <p:cNvPr id="20" name="Picture 19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9C350D86-37C6-10CC-EEE7-1D5454944D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081" y="253079"/>
            <a:ext cx="485775" cy="723900"/>
          </a:xfrm>
          <a:prstGeom prst="rect">
            <a:avLst/>
          </a:prstGeom>
        </p:spPr>
      </p:pic>
      <p:pic>
        <p:nvPicPr>
          <p:cNvPr id="21" name="Picture 20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9B5D01C6-2D1D-0B4D-334A-A1984395B1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810" y="7429"/>
            <a:ext cx="600075" cy="1038225"/>
          </a:xfrm>
          <a:prstGeom prst="rect">
            <a:avLst/>
          </a:prstGeom>
        </p:spPr>
      </p:pic>
      <p:pic>
        <p:nvPicPr>
          <p:cNvPr id="22" name="Picture 21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533E4B23-5C8B-4175-8C0A-113AC967DA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03" y="286674"/>
            <a:ext cx="485775" cy="666750"/>
          </a:xfrm>
          <a:prstGeom prst="rect">
            <a:avLst/>
          </a:prstGeom>
        </p:spPr>
      </p:pic>
      <p:pic>
        <p:nvPicPr>
          <p:cNvPr id="23" name="Picture 22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A6BAA436-415A-6A4F-AA7B-903A638EED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57" y="1390132"/>
            <a:ext cx="504825" cy="552450"/>
          </a:xfrm>
          <a:prstGeom prst="rect">
            <a:avLst/>
          </a:prstGeom>
        </p:spPr>
      </p:pic>
      <p:pic>
        <p:nvPicPr>
          <p:cNvPr id="24" name="Picture 23" descr="A blurry image of a number and a number&#10;&#10;AI-generated content may be incorrect.">
            <a:extLst>
              <a:ext uri="{FF2B5EF4-FFF2-40B4-BE49-F238E27FC236}">
                <a16:creationId xmlns:a16="http://schemas.microsoft.com/office/drawing/2014/main" id="{81717FA9-9ED6-4ED7-6605-B97EA0472E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24" y="1375845"/>
            <a:ext cx="485775" cy="581025"/>
          </a:xfrm>
          <a:prstGeom prst="rect">
            <a:avLst/>
          </a:prstGeom>
        </p:spPr>
      </p:pic>
      <p:pic>
        <p:nvPicPr>
          <p:cNvPr id="25" name="Picture 24" descr="A black and white image of a bat&#10;&#10;AI-generated content may be incorrect.">
            <a:extLst>
              <a:ext uri="{FF2B5EF4-FFF2-40B4-BE49-F238E27FC236}">
                <a16:creationId xmlns:a16="http://schemas.microsoft.com/office/drawing/2014/main" id="{5AF9C03E-848F-D282-70ED-38487489E5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1347270"/>
            <a:ext cx="485775" cy="638175"/>
          </a:xfrm>
          <a:prstGeom prst="rect">
            <a:avLst/>
          </a:prstGeom>
        </p:spPr>
      </p:pic>
      <p:pic>
        <p:nvPicPr>
          <p:cNvPr id="26" name="Picture 25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B5FCB18-5B9A-62B8-4058-91F0A464099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8" y="1332982"/>
            <a:ext cx="485775" cy="666750"/>
          </a:xfrm>
          <a:prstGeom prst="rect">
            <a:avLst/>
          </a:prstGeom>
        </p:spPr>
      </p:pic>
      <p:pic>
        <p:nvPicPr>
          <p:cNvPr id="27" name="Picture 26" descr="A black text and numbers&#10;&#10;AI-generated content may be incorrect.">
            <a:extLst>
              <a:ext uri="{FF2B5EF4-FFF2-40B4-BE49-F238E27FC236}">
                <a16:creationId xmlns:a16="http://schemas.microsoft.com/office/drawing/2014/main" id="{BDADB138-3B34-4F2C-3825-184F1F097D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04" y="1350877"/>
            <a:ext cx="485775" cy="638175"/>
          </a:xfrm>
          <a:prstGeom prst="rect">
            <a:avLst/>
          </a:prstGeom>
        </p:spPr>
      </p:pic>
      <p:pic>
        <p:nvPicPr>
          <p:cNvPr id="28" name="Picture 2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0DB0D80A-C425-CB7B-2AC7-57445B31E3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2" y="1360709"/>
            <a:ext cx="485775" cy="638175"/>
          </a:xfrm>
          <a:prstGeom prst="rect">
            <a:avLst/>
          </a:prstGeom>
        </p:spPr>
      </p:pic>
      <p:pic>
        <p:nvPicPr>
          <p:cNvPr id="29" name="Picture 28" descr="A close-up of a number&#10;&#10;AI-generated content may be incorrect.">
            <a:extLst>
              <a:ext uri="{FF2B5EF4-FFF2-40B4-BE49-F238E27FC236}">
                <a16:creationId xmlns:a16="http://schemas.microsoft.com/office/drawing/2014/main" id="{69858243-713B-838F-CA8F-8C62C653030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87" y="1336589"/>
            <a:ext cx="485775" cy="666750"/>
          </a:xfrm>
          <a:prstGeom prst="rect">
            <a:avLst/>
          </a:prstGeom>
        </p:spPr>
      </p:pic>
      <p:pic>
        <p:nvPicPr>
          <p:cNvPr id="30" name="Picture 29" descr="A close up of a number&#10;&#10;AI-generated content may be incorrect.">
            <a:extLst>
              <a:ext uri="{FF2B5EF4-FFF2-40B4-BE49-F238E27FC236}">
                <a16:creationId xmlns:a16="http://schemas.microsoft.com/office/drawing/2014/main" id="{839ECB74-324D-EFC4-CD41-53050CB31E3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8" y="1384828"/>
            <a:ext cx="485775" cy="609600"/>
          </a:xfrm>
          <a:prstGeom prst="rect">
            <a:avLst/>
          </a:prstGeom>
        </p:spPr>
      </p:pic>
      <p:pic>
        <p:nvPicPr>
          <p:cNvPr id="31" name="Picture 30" descr="A black and white image of a number and a black and white image of a number and a black and white image of a number and a black and white image of a number and a black and&#10;&#10;AI-generated content may be incorrect.">
            <a:extLst>
              <a:ext uri="{FF2B5EF4-FFF2-40B4-BE49-F238E27FC236}">
                <a16:creationId xmlns:a16="http://schemas.microsoft.com/office/drawing/2014/main" id="{4A2E11F1-3B48-3B6E-0A12-1EAFC421591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82" y="2301802"/>
            <a:ext cx="485775" cy="695325"/>
          </a:xfrm>
          <a:prstGeom prst="rect">
            <a:avLst/>
          </a:prstGeom>
        </p:spPr>
      </p:pic>
      <p:pic>
        <p:nvPicPr>
          <p:cNvPr id="32" name="Picture 31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AFE8BE56-DB86-52E5-6E9E-A7A1740A70B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83" y="2358952"/>
            <a:ext cx="485775" cy="581025"/>
          </a:xfrm>
          <a:prstGeom prst="rect">
            <a:avLst/>
          </a:prstGeom>
        </p:spPr>
      </p:pic>
      <p:pic>
        <p:nvPicPr>
          <p:cNvPr id="33" name="Picture 32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E9F43E92-381F-3F39-6ADC-74116FA57A5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1" y="2301802"/>
            <a:ext cx="485775" cy="695325"/>
          </a:xfrm>
          <a:prstGeom prst="rect">
            <a:avLst/>
          </a:prstGeom>
        </p:spPr>
      </p:pic>
      <p:pic>
        <p:nvPicPr>
          <p:cNvPr id="34" name="Picture 33" descr="A black and white image of a black object&#10;&#10;AI-generated content may be incorrect.">
            <a:extLst>
              <a:ext uri="{FF2B5EF4-FFF2-40B4-BE49-F238E27FC236}">
                <a16:creationId xmlns:a16="http://schemas.microsoft.com/office/drawing/2014/main" id="{AB3B21E9-53C7-8B6D-B67A-89656EFE607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9" y="2258939"/>
            <a:ext cx="485775" cy="781050"/>
          </a:xfrm>
          <a:prstGeom prst="rect">
            <a:avLst/>
          </a:prstGeom>
        </p:spPr>
      </p:pic>
      <p:pic>
        <p:nvPicPr>
          <p:cNvPr id="35" name="Picture 34" descr="A black feather on a white background&#10;&#10;AI-generated content may be incorrect.">
            <a:extLst>
              <a:ext uri="{FF2B5EF4-FFF2-40B4-BE49-F238E27FC236}">
                <a16:creationId xmlns:a16="http://schemas.microsoft.com/office/drawing/2014/main" id="{4F143605-A9CD-3B55-02D7-EBFEEDCF9BA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26" y="2044960"/>
            <a:ext cx="485775" cy="1038225"/>
          </a:xfrm>
          <a:prstGeom prst="rect">
            <a:avLst/>
          </a:prstGeom>
        </p:spPr>
      </p:pic>
      <p:pic>
        <p:nvPicPr>
          <p:cNvPr id="36" name="Picture 35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46329720-8D16-1858-BB1B-79C598A7C9B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68" y="2052871"/>
            <a:ext cx="828675" cy="1038225"/>
          </a:xfrm>
          <a:prstGeom prst="rect">
            <a:avLst/>
          </a:prstGeom>
        </p:spPr>
      </p:pic>
      <p:pic>
        <p:nvPicPr>
          <p:cNvPr id="37" name="Picture 36" descr="A black oval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CCD69E2C-0E55-4E5B-9D76-B22B51511B6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45" y="2279154"/>
            <a:ext cx="485775" cy="781050"/>
          </a:xfrm>
          <a:prstGeom prst="rect">
            <a:avLst/>
          </a:prstGeom>
        </p:spPr>
      </p:pic>
      <p:pic>
        <p:nvPicPr>
          <p:cNvPr id="38" name="Picture 37" descr="A black hear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5919BACC-5C86-CCBD-FCDC-9554E0E4106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14" y="2319746"/>
            <a:ext cx="685800" cy="7239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B1A1C7F-1B90-59B8-4748-8362782BD3F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07" y="3386097"/>
            <a:ext cx="485775" cy="809625"/>
          </a:xfrm>
          <a:prstGeom prst="rect">
            <a:avLst/>
          </a:prstGeom>
        </p:spPr>
      </p:pic>
      <p:pic>
        <p:nvPicPr>
          <p:cNvPr id="40" name="Picture 39" descr="A black object with a heart on it&#10;&#10;AI-generated content may be incorrect.">
            <a:extLst>
              <a:ext uri="{FF2B5EF4-FFF2-40B4-BE49-F238E27FC236}">
                <a16:creationId xmlns:a16="http://schemas.microsoft.com/office/drawing/2014/main" id="{0B64E52A-A9D4-3A57-4B24-863589C55E3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2" y="3314659"/>
            <a:ext cx="485775" cy="952500"/>
          </a:xfrm>
          <a:prstGeom prst="rect">
            <a:avLst/>
          </a:prstGeom>
        </p:spPr>
      </p:pic>
      <p:pic>
        <p:nvPicPr>
          <p:cNvPr id="41" name="Picture 40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A65DF04C-1E69-BA7E-9761-C3B6A5440F5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3328947"/>
            <a:ext cx="485775" cy="923925"/>
          </a:xfrm>
          <a:prstGeom prst="rect">
            <a:avLst/>
          </a:prstGeom>
        </p:spPr>
      </p:pic>
      <p:pic>
        <p:nvPicPr>
          <p:cNvPr id="42" name="Picture 41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C5569032-43FD-CDCC-ACA8-F32A0FD8F23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2" y="3242301"/>
            <a:ext cx="485775" cy="103822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3BED91B-80B5-FDDC-124E-2AEAA100C8D2}"/>
              </a:ext>
            </a:extLst>
          </p:cNvPr>
          <p:cNvSpPr txBox="1"/>
          <p:nvPr/>
        </p:nvSpPr>
        <p:spPr>
          <a:xfrm>
            <a:off x="3038501" y="0"/>
            <a:ext cx="248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mc_aggregate_dense_dark_round_to_rhizaria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06807-8154-3A36-0671-A303C680179C}"/>
              </a:ext>
            </a:extLst>
          </p:cNvPr>
          <p:cNvSpPr txBox="1"/>
          <p:nvPr/>
        </p:nvSpPr>
        <p:spPr>
          <a:xfrm>
            <a:off x="3048340" y="203528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mc_mc_aggregate_dense_to_crustacea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FB5EF-5CFE-9674-7B08-17FBF5364309}"/>
              </a:ext>
            </a:extLst>
          </p:cNvPr>
          <p:cNvSpPr txBox="1"/>
          <p:nvPr/>
        </p:nvSpPr>
        <p:spPr>
          <a:xfrm>
            <a:off x="-9499" y="-5306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mc_aggregate_dense_amorphous_to_detritus_dense_round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6FD385-3E07-8EEE-2867-D2D362FC3F7D}"/>
              </a:ext>
            </a:extLst>
          </p:cNvPr>
          <p:cNvSpPr txBox="1"/>
          <p:nvPr/>
        </p:nvSpPr>
        <p:spPr>
          <a:xfrm>
            <a:off x="-14413" y="105166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mc_aggregate_dense_elongated_to_aggregate_fluffy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6533F2-1F72-FD8F-BBBE-6E2675FF084C}"/>
              </a:ext>
            </a:extLst>
          </p:cNvPr>
          <p:cNvSpPr txBox="1"/>
          <p:nvPr/>
        </p:nvSpPr>
        <p:spPr>
          <a:xfrm>
            <a:off x="3033588" y="1056971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mc_aggregate_dense_elongated_two_elements_to_bubbles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8B5945-2CC9-26CA-ABC2-868D3B0794ED}"/>
              </a:ext>
            </a:extLst>
          </p:cNvPr>
          <p:cNvSpPr txBox="1"/>
          <p:nvPr/>
        </p:nvSpPr>
        <p:spPr>
          <a:xfrm>
            <a:off x="339" y="2029982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mc_aggregate_dense_to_aggregate_fluffy_dark</a:t>
            </a:r>
            <a:endParaRPr 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FBA9A6-7FF2-D7DB-E0DA-0FAF0620A3B5}"/>
              </a:ext>
            </a:extLst>
          </p:cNvPr>
          <p:cNvSpPr txBox="1"/>
          <p:nvPr/>
        </p:nvSpPr>
        <p:spPr>
          <a:xfrm>
            <a:off x="-5172" y="311481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mc_aggregate_dense_to_feces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A85D75-9373-A76F-8415-94A583F138B8}"/>
              </a:ext>
            </a:extLst>
          </p:cNvPr>
          <p:cNvSpPr txBox="1"/>
          <p:nvPr/>
        </p:nvSpPr>
        <p:spPr>
          <a:xfrm>
            <a:off x="3028662" y="310207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mc_aggregate_dense_2_black_to_aggregate_fluffy_dark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EEE30C-CDEF-87BC-8727-35F42D7954C3}"/>
              </a:ext>
            </a:extLst>
          </p:cNvPr>
          <p:cNvSpPr/>
          <p:nvPr/>
        </p:nvSpPr>
        <p:spPr>
          <a:xfrm>
            <a:off x="9146644" y="1158085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EA5E42-3DEF-928D-607A-D868DB80B42E}"/>
              </a:ext>
            </a:extLst>
          </p:cNvPr>
          <p:cNvSpPr/>
          <p:nvPr/>
        </p:nvSpPr>
        <p:spPr>
          <a:xfrm>
            <a:off x="6098644" y="-1572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CC4C9E-697F-0343-E67E-8077506538DC}"/>
              </a:ext>
            </a:extLst>
          </p:cNvPr>
          <p:cNvSpPr/>
          <p:nvPr/>
        </p:nvSpPr>
        <p:spPr>
          <a:xfrm>
            <a:off x="9146644" y="-1572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7D335A-C774-EB94-4BC6-047A9340A448}"/>
              </a:ext>
            </a:extLst>
          </p:cNvPr>
          <p:cNvSpPr/>
          <p:nvPr/>
        </p:nvSpPr>
        <p:spPr>
          <a:xfrm>
            <a:off x="6098644" y="1158085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55" name="Picture 54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F95D62E6-9BF1-46C1-89F3-EAC8C4E8F12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7566796" y="330055"/>
            <a:ext cx="790475" cy="609600"/>
          </a:xfrm>
          <a:prstGeom prst="rect">
            <a:avLst/>
          </a:prstGeom>
        </p:spPr>
      </p:pic>
      <p:pic>
        <p:nvPicPr>
          <p:cNvPr id="56" name="Picture 5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04BF7228-F912-AFD0-9BDD-CACB3DED773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8563288" y="234814"/>
            <a:ext cx="485775" cy="800082"/>
          </a:xfrm>
          <a:prstGeom prst="rect">
            <a:avLst/>
          </a:prstGeom>
        </p:spPr>
      </p:pic>
      <p:pic>
        <p:nvPicPr>
          <p:cNvPr id="57" name="Picture 56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024F0B40-877C-42B0-F23B-C9E904910A2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6875006" y="268028"/>
            <a:ext cx="485775" cy="733654"/>
          </a:xfrm>
          <a:prstGeom prst="rect">
            <a:avLst/>
          </a:prstGeom>
        </p:spPr>
      </p:pic>
      <p:pic>
        <p:nvPicPr>
          <p:cNvPr id="58" name="Picture 57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07537633-C9BC-8FC6-C18C-54295DA2935F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7193564" y="1427845"/>
            <a:ext cx="1017700" cy="767843"/>
          </a:xfrm>
          <a:prstGeom prst="rect">
            <a:avLst/>
          </a:prstGeom>
        </p:spPr>
      </p:pic>
      <p:pic>
        <p:nvPicPr>
          <p:cNvPr id="59" name="Picture 58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35AA77E5-4320-1C2A-6825-92CF3B5D8E1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8345045" y="1468779"/>
            <a:ext cx="653258" cy="617111"/>
          </a:xfrm>
          <a:prstGeom prst="rect">
            <a:avLst/>
          </a:prstGeom>
        </p:spPr>
      </p:pic>
      <p:pic>
        <p:nvPicPr>
          <p:cNvPr id="60" name="Picture 5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CE949C7-D44F-05CC-08BC-AD6E0F0B916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6249340" y="1183097"/>
            <a:ext cx="825872" cy="109971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EA945ED-CB4F-2DC7-A186-239975361D8E}"/>
              </a:ext>
            </a:extLst>
          </p:cNvPr>
          <p:cNvSpPr txBox="1"/>
          <p:nvPr/>
        </p:nvSpPr>
        <p:spPr>
          <a:xfrm>
            <a:off x="6084231" y="115769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</a:t>
            </a:r>
            <a:endParaRPr lang="en-US" sz="1200" dirty="0"/>
          </a:p>
        </p:txBody>
      </p:sp>
      <p:pic>
        <p:nvPicPr>
          <p:cNvPr id="62" name="Picture 61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48602521-5455-19EC-5F28-2E63D467C36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6875005" y="830001"/>
            <a:ext cx="485775" cy="276999"/>
          </a:xfrm>
          <a:prstGeom prst="rect">
            <a:avLst/>
          </a:prstGeom>
        </p:spPr>
      </p:pic>
      <p:pic>
        <p:nvPicPr>
          <p:cNvPr id="63" name="Picture 62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60425F6D-5AAD-C434-4D93-DC4B00875D4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6158276" y="234814"/>
            <a:ext cx="485775" cy="800082"/>
          </a:xfrm>
          <a:prstGeom prst="rect">
            <a:avLst/>
          </a:prstGeom>
        </p:spPr>
      </p:pic>
      <p:pic>
        <p:nvPicPr>
          <p:cNvPr id="64" name="Picture 63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16C884A0-E1D0-1342-1566-A4A43330590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6158276" y="722007"/>
            <a:ext cx="485775" cy="307752"/>
          </a:xfrm>
          <a:prstGeom prst="rect">
            <a:avLst/>
          </a:prstGeom>
        </p:spPr>
      </p:pic>
      <p:pic>
        <p:nvPicPr>
          <p:cNvPr id="65" name="Picture 6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8E60753-6C4A-45EE-909C-86448C4ED5B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9846666" y="163651"/>
            <a:ext cx="714376" cy="963831"/>
          </a:xfrm>
          <a:prstGeom prst="rect">
            <a:avLst/>
          </a:prstGeom>
        </p:spPr>
      </p:pic>
      <p:pic>
        <p:nvPicPr>
          <p:cNvPr id="66" name="Picture 65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8516CFC5-5ECC-CBD6-7F16-B9D8BC170D6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10758718" y="186142"/>
            <a:ext cx="485775" cy="932749"/>
          </a:xfrm>
          <a:prstGeom prst="rect">
            <a:avLst/>
          </a:prstGeom>
        </p:spPr>
      </p:pic>
      <p:pic>
        <p:nvPicPr>
          <p:cNvPr id="67" name="Picture 66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B933BA60-FED0-2DE8-19B7-E8B96BF5A9F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11442169" y="135257"/>
            <a:ext cx="690563" cy="988777"/>
          </a:xfrm>
          <a:prstGeom prst="rect">
            <a:avLst/>
          </a:prstGeom>
        </p:spPr>
      </p:pic>
      <p:pic>
        <p:nvPicPr>
          <p:cNvPr id="68" name="Picture 67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45D42BD1-31EF-0920-6B92-85A2523417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9206291" y="25450"/>
            <a:ext cx="485775" cy="1097269"/>
          </a:xfrm>
          <a:prstGeom prst="rect">
            <a:avLst/>
          </a:prstGeom>
        </p:spPr>
      </p:pic>
      <p:pic>
        <p:nvPicPr>
          <p:cNvPr id="69" name="Picture 68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7826ABF7-F1A5-7150-04A0-CE6BB3D6733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11442169" y="806768"/>
            <a:ext cx="690562" cy="317266"/>
          </a:xfrm>
          <a:prstGeom prst="rect">
            <a:avLst/>
          </a:prstGeom>
        </p:spPr>
      </p:pic>
      <p:pic>
        <p:nvPicPr>
          <p:cNvPr id="70" name="Picture 69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014C7BC8-9BBB-F160-EDF1-F68E61B6680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9206276" y="798153"/>
            <a:ext cx="485775" cy="319803"/>
          </a:xfrm>
          <a:prstGeom prst="rect">
            <a:avLst/>
          </a:prstGeom>
        </p:spPr>
      </p:pic>
      <p:pic>
        <p:nvPicPr>
          <p:cNvPr id="71" name="Picture 70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9D83923F-2FC7-5B63-FD25-E4DB6C26E20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10758718" y="798184"/>
            <a:ext cx="485775" cy="317266"/>
          </a:xfrm>
          <a:prstGeom prst="rect">
            <a:avLst/>
          </a:prstGeom>
        </p:spPr>
      </p:pic>
      <p:pic>
        <p:nvPicPr>
          <p:cNvPr id="72" name="Picture 7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248C805-A187-F058-08C0-57F236F73AE7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9846666" y="803680"/>
            <a:ext cx="714376" cy="317266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46ADAC23-3D5B-D0FC-7E59-F76FE7E92FE9}"/>
              </a:ext>
            </a:extLst>
          </p:cNvPr>
          <p:cNvSpPr txBox="1"/>
          <p:nvPr/>
        </p:nvSpPr>
        <p:spPr>
          <a:xfrm>
            <a:off x="9137146" y="-157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mc_fiber_thin_to_fiber_fluffy</a:t>
            </a:r>
            <a:endParaRPr lang="en-US" sz="1200" dirty="0"/>
          </a:p>
        </p:txBody>
      </p:sp>
      <p:pic>
        <p:nvPicPr>
          <p:cNvPr id="74" name="Picture 73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16D8E645-50B9-8FBF-56DE-EFA833956D1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8563288" y="709955"/>
            <a:ext cx="485775" cy="31980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4CABA73-1821-E867-AA95-410A38CC5057}"/>
              </a:ext>
            </a:extLst>
          </p:cNvPr>
          <p:cNvSpPr txBox="1"/>
          <p:nvPr/>
        </p:nvSpPr>
        <p:spPr>
          <a:xfrm>
            <a:off x="6089145" y="-687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mc_fiber_fluffy_to_feces</a:t>
            </a:r>
            <a:endParaRPr lang="en-US" sz="1200" dirty="0"/>
          </a:p>
        </p:txBody>
      </p:sp>
      <p:pic>
        <p:nvPicPr>
          <p:cNvPr id="76" name="Picture 7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8CDC792-F0AF-BE02-812A-51181779080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6249340" y="2005810"/>
            <a:ext cx="801526" cy="276999"/>
          </a:xfrm>
          <a:prstGeom prst="rect">
            <a:avLst/>
          </a:prstGeom>
        </p:spPr>
      </p:pic>
      <p:pic>
        <p:nvPicPr>
          <p:cNvPr id="77" name="Picture 76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85C27158-C103-5B0C-3E7B-4909CA8369D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7193564" y="1959037"/>
            <a:ext cx="1017700" cy="236651"/>
          </a:xfrm>
          <a:prstGeom prst="rect">
            <a:avLst/>
          </a:prstGeom>
        </p:spPr>
      </p:pic>
      <p:pic>
        <p:nvPicPr>
          <p:cNvPr id="78" name="Picture 77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BD25424B-877C-8BD3-3CA5-FF8278CECAC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8345045" y="1856663"/>
            <a:ext cx="653258" cy="276998"/>
          </a:xfrm>
          <a:prstGeom prst="rect">
            <a:avLst/>
          </a:prstGeom>
        </p:spPr>
      </p:pic>
      <p:pic>
        <p:nvPicPr>
          <p:cNvPr id="79" name="Picture 78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37DB67E3-3058-8405-E48F-618A05CB93E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9172629" y="1356017"/>
            <a:ext cx="720924" cy="961944"/>
          </a:xfrm>
          <a:prstGeom prst="rect">
            <a:avLst/>
          </a:prstGeom>
        </p:spPr>
      </p:pic>
      <p:pic>
        <p:nvPicPr>
          <p:cNvPr id="80" name="Picture 79" descr="A black object in the sky&#10;&#10;AI-generated content may be incorrect.">
            <a:extLst>
              <a:ext uri="{FF2B5EF4-FFF2-40B4-BE49-F238E27FC236}">
                <a16:creationId xmlns:a16="http://schemas.microsoft.com/office/drawing/2014/main" id="{CFD2E250-1B0E-EF4A-122E-71F9D3E7E22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11663591" y="1253417"/>
            <a:ext cx="485775" cy="1167144"/>
          </a:xfrm>
          <a:prstGeom prst="rect">
            <a:avLst/>
          </a:prstGeom>
        </p:spPr>
      </p:pic>
      <p:pic>
        <p:nvPicPr>
          <p:cNvPr id="81" name="Picture 80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D140A1F5-8A4D-B073-2645-3F53611EE80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9931965" y="1480565"/>
            <a:ext cx="1077535" cy="712849"/>
          </a:xfrm>
          <a:prstGeom prst="rect">
            <a:avLst/>
          </a:prstGeom>
        </p:spPr>
      </p:pic>
      <p:pic>
        <p:nvPicPr>
          <p:cNvPr id="82" name="Picture 81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82D898F9-56D9-1487-2FB3-09EA70C4BAB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11054779" y="1260322"/>
            <a:ext cx="549088" cy="1153335"/>
          </a:xfrm>
          <a:prstGeom prst="rect">
            <a:avLst/>
          </a:prstGeom>
        </p:spPr>
      </p:pic>
      <p:pic>
        <p:nvPicPr>
          <p:cNvPr id="83" name="Picture 82" descr="A black object in the sky&#10;&#10;AI-generated content may be incorrect.">
            <a:extLst>
              <a:ext uri="{FF2B5EF4-FFF2-40B4-BE49-F238E27FC236}">
                <a16:creationId xmlns:a16="http://schemas.microsoft.com/office/drawing/2014/main" id="{912E237F-6A8D-F737-038D-D9806611CB3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11663590" y="2131179"/>
            <a:ext cx="485775" cy="283936"/>
          </a:xfrm>
          <a:prstGeom prst="rect">
            <a:avLst/>
          </a:prstGeom>
        </p:spPr>
      </p:pic>
      <p:pic>
        <p:nvPicPr>
          <p:cNvPr id="84" name="Picture 83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FDD88A38-4E03-31C7-2336-B25791A2534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11054778" y="2112137"/>
            <a:ext cx="549089" cy="295591"/>
          </a:xfrm>
          <a:prstGeom prst="rect">
            <a:avLst/>
          </a:prstGeom>
        </p:spPr>
      </p:pic>
      <p:pic>
        <p:nvPicPr>
          <p:cNvPr id="85" name="Picture 84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81FDB55D-8C13-BCCB-9823-452D700BD458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9934305" y="1868957"/>
            <a:ext cx="1075195" cy="317792"/>
          </a:xfrm>
          <a:prstGeom prst="rect">
            <a:avLst/>
          </a:prstGeom>
        </p:spPr>
      </p:pic>
      <p:pic>
        <p:nvPicPr>
          <p:cNvPr id="86" name="Picture 85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B914706C-A03B-9830-2E23-16B178A362C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9172629" y="2006576"/>
            <a:ext cx="720924" cy="30968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2CD1DC4-A966-8302-49B6-D301A711A37A}"/>
              </a:ext>
            </a:extLst>
          </p:cNvPr>
          <p:cNvSpPr txBox="1"/>
          <p:nvPr/>
        </p:nvSpPr>
        <p:spPr>
          <a:xfrm>
            <a:off x="9132232" y="116300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mc_fiber_thin_straight_with_black_element</a:t>
            </a:r>
            <a:endParaRPr lang="en-US" sz="12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E95B156-CC43-47FF-4F06-17C40BA49A62}"/>
              </a:ext>
            </a:extLst>
          </p:cNvPr>
          <p:cNvSpPr/>
          <p:nvPr/>
        </p:nvSpPr>
        <p:spPr>
          <a:xfrm>
            <a:off x="3048000" y="0"/>
            <a:ext cx="3048000" cy="105213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0483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984AF-6554-2470-1000-C095776F42D8}"/>
              </a:ext>
            </a:extLst>
          </p:cNvPr>
          <p:cNvSpPr/>
          <p:nvPr/>
        </p:nvSpPr>
        <p:spPr>
          <a:xfrm>
            <a:off x="3048000" y="1159658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E59023-E7D1-286A-9EB7-224F8A60EAF3}"/>
              </a:ext>
            </a:extLst>
          </p:cNvPr>
          <p:cNvSpPr/>
          <p:nvPr/>
        </p:nvSpPr>
        <p:spPr>
          <a:xfrm>
            <a:off x="0" y="1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1C595-3C59-AE31-87A4-002EE24AA5CE}"/>
              </a:ext>
            </a:extLst>
          </p:cNvPr>
          <p:cNvSpPr/>
          <p:nvPr/>
        </p:nvSpPr>
        <p:spPr>
          <a:xfrm>
            <a:off x="3048000" y="1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30F4B-CA98-5619-C3D7-94C249519C20}"/>
              </a:ext>
            </a:extLst>
          </p:cNvPr>
          <p:cNvSpPr/>
          <p:nvPr/>
        </p:nvSpPr>
        <p:spPr>
          <a:xfrm>
            <a:off x="0" y="1159658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8" name="Picture 7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F7D268CA-782C-CCFE-0A10-151C52833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1468152" y="172603"/>
            <a:ext cx="790475" cy="609600"/>
          </a:xfrm>
          <a:prstGeom prst="rect">
            <a:avLst/>
          </a:prstGeom>
        </p:spPr>
      </p:pic>
      <p:pic>
        <p:nvPicPr>
          <p:cNvPr id="9" name="Picture 8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63269E64-74C2-C181-732D-A4F3E02F2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2464644" y="77362"/>
            <a:ext cx="485775" cy="800082"/>
          </a:xfrm>
          <a:prstGeom prst="rect">
            <a:avLst/>
          </a:prstGeom>
        </p:spPr>
      </p:pic>
      <p:pic>
        <p:nvPicPr>
          <p:cNvPr id="10" name="Picture 9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8CE11BAD-B083-7EEC-54D4-91278C2501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776362" y="110576"/>
            <a:ext cx="485775" cy="733654"/>
          </a:xfrm>
          <a:prstGeom prst="rect">
            <a:avLst/>
          </a:prstGeom>
        </p:spPr>
      </p:pic>
      <p:pic>
        <p:nvPicPr>
          <p:cNvPr id="11" name="Picture 10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C4B616C5-FEC9-4A59-C446-7904CA6A2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1094920" y="1429418"/>
            <a:ext cx="1017700" cy="767843"/>
          </a:xfrm>
          <a:prstGeom prst="rect">
            <a:avLst/>
          </a:prstGeom>
        </p:spPr>
      </p:pic>
      <p:pic>
        <p:nvPicPr>
          <p:cNvPr id="12" name="Picture 11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8B63C350-0592-9904-5ADA-4C4987C96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2246401" y="1470352"/>
            <a:ext cx="653258" cy="617111"/>
          </a:xfrm>
          <a:prstGeom prst="rect">
            <a:avLst/>
          </a:prstGeom>
        </p:spPr>
      </p:pic>
      <p:pic>
        <p:nvPicPr>
          <p:cNvPr id="13" name="Picture 1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E987CC8-BB4F-5EF8-886B-028407CD8F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150696" y="1184670"/>
            <a:ext cx="825872" cy="10997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543A45-13A2-138E-D4AA-12BF364386BA}"/>
              </a:ext>
            </a:extLst>
          </p:cNvPr>
          <p:cNvSpPr txBox="1"/>
          <p:nvPr/>
        </p:nvSpPr>
        <p:spPr>
          <a:xfrm>
            <a:off x="-14413" y="115927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</a:t>
            </a:r>
            <a:endParaRPr lang="en-US" sz="1200" dirty="0"/>
          </a:p>
        </p:txBody>
      </p:sp>
      <p:pic>
        <p:nvPicPr>
          <p:cNvPr id="15" name="Picture 14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1C866718-1B3B-60B1-9845-6CDE0A52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776361" y="640745"/>
            <a:ext cx="485775" cy="276999"/>
          </a:xfrm>
          <a:prstGeom prst="rect">
            <a:avLst/>
          </a:prstGeom>
        </p:spPr>
      </p:pic>
      <p:pic>
        <p:nvPicPr>
          <p:cNvPr id="16" name="Picture 15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417DFE9A-D3B2-033C-A0F6-EFF9D173C9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59632" y="77362"/>
            <a:ext cx="485775" cy="800082"/>
          </a:xfrm>
          <a:prstGeom prst="rect">
            <a:avLst/>
          </a:prstGeom>
        </p:spPr>
      </p:pic>
      <p:pic>
        <p:nvPicPr>
          <p:cNvPr id="17" name="Picture 16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B1EDBA22-8D03-E96F-9028-9F8BB46202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59632" y="532751"/>
            <a:ext cx="485775" cy="307752"/>
          </a:xfrm>
          <a:prstGeom prst="rect">
            <a:avLst/>
          </a:prstGeom>
        </p:spPr>
      </p:pic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B24F7CA-40DE-4397-4A3E-D21FBAC45D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3748022" y="165224"/>
            <a:ext cx="714376" cy="963831"/>
          </a:xfrm>
          <a:prstGeom prst="rect">
            <a:avLst/>
          </a:prstGeom>
        </p:spPr>
      </p:pic>
      <p:pic>
        <p:nvPicPr>
          <p:cNvPr id="19" name="Picture 18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B669D861-20D1-3474-307C-9D3425BB42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4660074" y="187715"/>
            <a:ext cx="485775" cy="932749"/>
          </a:xfrm>
          <a:prstGeom prst="rect">
            <a:avLst/>
          </a:prstGeom>
        </p:spPr>
      </p:pic>
      <p:pic>
        <p:nvPicPr>
          <p:cNvPr id="20" name="Picture 19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EA6871A0-0219-7A41-77C5-68D7386747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5343525" y="136830"/>
            <a:ext cx="690563" cy="988777"/>
          </a:xfrm>
          <a:prstGeom prst="rect">
            <a:avLst/>
          </a:prstGeom>
        </p:spPr>
      </p:pic>
      <p:pic>
        <p:nvPicPr>
          <p:cNvPr id="21" name="Picture 20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68427CD6-7B4C-C927-B822-B6EB57B0C4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3107647" y="27023"/>
            <a:ext cx="485775" cy="1097269"/>
          </a:xfrm>
          <a:prstGeom prst="rect">
            <a:avLst/>
          </a:prstGeom>
        </p:spPr>
      </p:pic>
      <p:pic>
        <p:nvPicPr>
          <p:cNvPr id="22" name="Picture 21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A136D8FE-0AC8-A22F-1F04-7F54BA0B93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5343525" y="808341"/>
            <a:ext cx="690562" cy="317266"/>
          </a:xfrm>
          <a:prstGeom prst="rect">
            <a:avLst/>
          </a:prstGeom>
        </p:spPr>
      </p:pic>
      <p:pic>
        <p:nvPicPr>
          <p:cNvPr id="23" name="Picture 2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DB56277A-AFCA-6D6B-D523-67CAB2F314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3107632" y="799726"/>
            <a:ext cx="485775" cy="319803"/>
          </a:xfrm>
          <a:prstGeom prst="rect">
            <a:avLst/>
          </a:prstGeom>
        </p:spPr>
      </p:pic>
      <p:pic>
        <p:nvPicPr>
          <p:cNvPr id="24" name="Picture 23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514710E2-934B-FF81-3AE7-5C0F21D68C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4660074" y="799757"/>
            <a:ext cx="485775" cy="317266"/>
          </a:xfrm>
          <a:prstGeom prst="rect">
            <a:avLst/>
          </a:prstGeom>
        </p:spPr>
      </p:pic>
      <p:pic>
        <p:nvPicPr>
          <p:cNvPr id="25" name="Picture 2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32CA834-FBF0-9317-4612-80D4DDD851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3748022" y="805253"/>
            <a:ext cx="714376" cy="3172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DE37F5-31B1-DF7E-DCBD-5590AC710B49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mc_fiber_thin_to_fiber_fluffy</a:t>
            </a:r>
            <a:endParaRPr lang="en-US" sz="1200" dirty="0"/>
          </a:p>
        </p:txBody>
      </p:sp>
      <p:pic>
        <p:nvPicPr>
          <p:cNvPr id="27" name="Picture 26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DB547A05-89DA-6DE2-BB8D-5FA9117F1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2464644" y="520699"/>
            <a:ext cx="485775" cy="3198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23922F6-5A17-43C6-8830-2EE702091A94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mc_fiber_fluffy_to_feces</a:t>
            </a:r>
            <a:endParaRPr lang="en-US" sz="1200" dirty="0"/>
          </a:p>
        </p:txBody>
      </p:sp>
      <p:pic>
        <p:nvPicPr>
          <p:cNvPr id="29" name="Picture 2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DE3195A-E3A8-3F18-813C-B077F7D058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150696" y="2007383"/>
            <a:ext cx="801526" cy="276999"/>
          </a:xfrm>
          <a:prstGeom prst="rect">
            <a:avLst/>
          </a:prstGeom>
        </p:spPr>
      </p:pic>
      <p:pic>
        <p:nvPicPr>
          <p:cNvPr id="30" name="Picture 2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032AA784-96E7-E520-263D-1642529D0B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1094920" y="1960610"/>
            <a:ext cx="1017700" cy="236651"/>
          </a:xfrm>
          <a:prstGeom prst="rect">
            <a:avLst/>
          </a:prstGeom>
        </p:spPr>
      </p:pic>
      <p:pic>
        <p:nvPicPr>
          <p:cNvPr id="31" name="Picture 30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C92342EA-8175-3F43-6307-B76719BE3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2246401" y="1858236"/>
            <a:ext cx="653258" cy="276998"/>
          </a:xfrm>
          <a:prstGeom prst="rect">
            <a:avLst/>
          </a:prstGeom>
        </p:spPr>
      </p:pic>
      <p:pic>
        <p:nvPicPr>
          <p:cNvPr id="32" name="Picture 31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1DA7CF61-C440-9E33-2BD3-64943B7F641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3073985" y="1357590"/>
            <a:ext cx="720924" cy="961944"/>
          </a:xfrm>
          <a:prstGeom prst="rect">
            <a:avLst/>
          </a:prstGeom>
        </p:spPr>
      </p:pic>
      <p:pic>
        <p:nvPicPr>
          <p:cNvPr id="33" name="Picture 32" descr="A black object in the sky&#10;&#10;AI-generated content may be incorrect.">
            <a:extLst>
              <a:ext uri="{FF2B5EF4-FFF2-40B4-BE49-F238E27FC236}">
                <a16:creationId xmlns:a16="http://schemas.microsoft.com/office/drawing/2014/main" id="{E4DF55CF-A509-88C3-65D1-CFE0926E16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5564947" y="1254990"/>
            <a:ext cx="485775" cy="1167144"/>
          </a:xfrm>
          <a:prstGeom prst="rect">
            <a:avLst/>
          </a:prstGeom>
        </p:spPr>
      </p:pic>
      <p:pic>
        <p:nvPicPr>
          <p:cNvPr id="34" name="Picture 33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97E15174-B504-27B5-25E5-7281087D65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3833321" y="1482138"/>
            <a:ext cx="1077535" cy="712849"/>
          </a:xfrm>
          <a:prstGeom prst="rect">
            <a:avLst/>
          </a:prstGeom>
        </p:spPr>
      </p:pic>
      <p:pic>
        <p:nvPicPr>
          <p:cNvPr id="35" name="Picture 34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06E931C6-1C03-9C48-9110-39D67434EE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4956135" y="1261895"/>
            <a:ext cx="549088" cy="1153335"/>
          </a:xfrm>
          <a:prstGeom prst="rect">
            <a:avLst/>
          </a:prstGeom>
        </p:spPr>
      </p:pic>
      <p:pic>
        <p:nvPicPr>
          <p:cNvPr id="36" name="Picture 35" descr="A black object in the sky&#10;&#10;AI-generated content may be incorrect.">
            <a:extLst>
              <a:ext uri="{FF2B5EF4-FFF2-40B4-BE49-F238E27FC236}">
                <a16:creationId xmlns:a16="http://schemas.microsoft.com/office/drawing/2014/main" id="{65832814-A23A-D223-0B4C-8FD5714A85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5564946" y="2132752"/>
            <a:ext cx="485775" cy="283936"/>
          </a:xfrm>
          <a:prstGeom prst="rect">
            <a:avLst/>
          </a:prstGeom>
        </p:spPr>
      </p:pic>
      <p:pic>
        <p:nvPicPr>
          <p:cNvPr id="37" name="Picture 36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956902C5-3D81-0196-5E14-B4FBA546F6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4956134" y="2113710"/>
            <a:ext cx="549089" cy="295591"/>
          </a:xfrm>
          <a:prstGeom prst="rect">
            <a:avLst/>
          </a:prstGeom>
        </p:spPr>
      </p:pic>
      <p:pic>
        <p:nvPicPr>
          <p:cNvPr id="38" name="Picture 37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4D51C9CE-C8C4-41A8-13DB-B5C19F749A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3835661" y="1870530"/>
            <a:ext cx="1075195" cy="317792"/>
          </a:xfrm>
          <a:prstGeom prst="rect">
            <a:avLst/>
          </a:prstGeom>
        </p:spPr>
      </p:pic>
      <p:pic>
        <p:nvPicPr>
          <p:cNvPr id="39" name="Picture 38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3160838A-F34A-4090-5305-568A62AF38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3073985" y="2008149"/>
            <a:ext cx="720924" cy="30968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3130BAF-DF53-AD13-AB31-B5EB42FB13B2}"/>
              </a:ext>
            </a:extLst>
          </p:cNvPr>
          <p:cNvSpPr txBox="1"/>
          <p:nvPr/>
        </p:nvSpPr>
        <p:spPr>
          <a:xfrm>
            <a:off x="3033588" y="116457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mc_fiber_thin_straight_with_black_element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809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0DFE69-4A46-566F-D1CF-D033F3375193}"/>
              </a:ext>
            </a:extLst>
          </p:cNvPr>
          <p:cNvSpPr/>
          <p:nvPr/>
        </p:nvSpPr>
        <p:spPr>
          <a:xfrm>
            <a:off x="3048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F26CAC-3B23-E195-CF77-D49E2DA279D8}"/>
              </a:ext>
            </a:extLst>
          </p:cNvPr>
          <p:cNvSpPr/>
          <p:nvPr/>
        </p:nvSpPr>
        <p:spPr>
          <a:xfrm>
            <a:off x="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2E44A-644F-A5A3-7B28-5A9354D982EF}"/>
              </a:ext>
            </a:extLst>
          </p:cNvPr>
          <p:cNvSpPr/>
          <p:nvPr/>
        </p:nvSpPr>
        <p:spPr>
          <a:xfrm>
            <a:off x="3048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AEB71-8C7E-E91C-CA57-CEEBFDEC08EA}"/>
              </a:ext>
            </a:extLst>
          </p:cNvPr>
          <p:cNvSpPr/>
          <p:nvPr/>
        </p:nvSpPr>
        <p:spPr>
          <a:xfrm>
            <a:off x="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6D92E6-1121-DEB3-61E3-9C4F8DDDA046}"/>
              </a:ext>
            </a:extLst>
          </p:cNvPr>
          <p:cNvSpPr/>
          <p:nvPr/>
        </p:nvSpPr>
        <p:spPr>
          <a:xfrm>
            <a:off x="6096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69704-3357-3A24-978B-A1B60F7C9005}"/>
              </a:ext>
            </a:extLst>
          </p:cNvPr>
          <p:cNvSpPr/>
          <p:nvPr/>
        </p:nvSpPr>
        <p:spPr>
          <a:xfrm>
            <a:off x="9144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11251-6C74-86BF-557E-105BD1763F37}"/>
              </a:ext>
            </a:extLst>
          </p:cNvPr>
          <p:cNvSpPr/>
          <p:nvPr/>
        </p:nvSpPr>
        <p:spPr>
          <a:xfrm>
            <a:off x="6096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A9C283-4555-6651-55F1-19E5535D3D17}"/>
              </a:ext>
            </a:extLst>
          </p:cNvPr>
          <p:cNvSpPr/>
          <p:nvPr/>
        </p:nvSpPr>
        <p:spPr>
          <a:xfrm>
            <a:off x="9144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DE743D-6DDD-EC3A-E0B8-92E3D0802588}"/>
              </a:ext>
            </a:extLst>
          </p:cNvPr>
          <p:cNvSpPr/>
          <p:nvPr/>
        </p:nvSpPr>
        <p:spPr>
          <a:xfrm>
            <a:off x="3048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6C0614-AB6D-DB23-27BA-EDA2B3081DA5}"/>
              </a:ext>
            </a:extLst>
          </p:cNvPr>
          <p:cNvSpPr/>
          <p:nvPr/>
        </p:nvSpPr>
        <p:spPr>
          <a:xfrm>
            <a:off x="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FB79F-F644-877E-496A-E6C0E544824B}"/>
              </a:ext>
            </a:extLst>
          </p:cNvPr>
          <p:cNvSpPr/>
          <p:nvPr/>
        </p:nvSpPr>
        <p:spPr>
          <a:xfrm>
            <a:off x="3048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D443B7-0FE5-FB7D-4DBC-CE59C7E7F086}"/>
              </a:ext>
            </a:extLst>
          </p:cNvPr>
          <p:cNvSpPr/>
          <p:nvPr/>
        </p:nvSpPr>
        <p:spPr>
          <a:xfrm>
            <a:off x="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EB294-E1A1-40D7-53E3-672C5A8730F6}"/>
              </a:ext>
            </a:extLst>
          </p:cNvPr>
          <p:cNvSpPr/>
          <p:nvPr/>
        </p:nvSpPr>
        <p:spPr>
          <a:xfrm>
            <a:off x="6096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45B3B-7308-AB3C-6E52-CF1A47F93E4D}"/>
              </a:ext>
            </a:extLst>
          </p:cNvPr>
          <p:cNvSpPr/>
          <p:nvPr/>
        </p:nvSpPr>
        <p:spPr>
          <a:xfrm>
            <a:off x="9144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71E6F7-4040-942F-4E1D-2E69285F7024}"/>
              </a:ext>
            </a:extLst>
          </p:cNvPr>
          <p:cNvSpPr/>
          <p:nvPr/>
        </p:nvSpPr>
        <p:spPr>
          <a:xfrm>
            <a:off x="6096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957832-764E-E0AA-EE06-3F51BDEE942B}"/>
              </a:ext>
            </a:extLst>
          </p:cNvPr>
          <p:cNvSpPr/>
          <p:nvPr/>
        </p:nvSpPr>
        <p:spPr>
          <a:xfrm>
            <a:off x="9144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0" name="Picture 19" descr="A close up of a number&#10;&#10;AI-generated content may be incorrect.">
            <a:extLst>
              <a:ext uri="{FF2B5EF4-FFF2-40B4-BE49-F238E27FC236}">
                <a16:creationId xmlns:a16="http://schemas.microsoft.com/office/drawing/2014/main" id="{81A53A29-CDD2-AA63-B8A8-702BF4133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36" y="134812"/>
            <a:ext cx="485775" cy="6381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C868B7E-9163-A74D-8A48-3CD6A317B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847" y="120524"/>
            <a:ext cx="485775" cy="6667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C41507-EE5C-F163-3808-75E4E7B40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177674"/>
            <a:ext cx="485775" cy="552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865B63-C1EA-0B3C-AE2A-0B570BD20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" y="120524"/>
            <a:ext cx="485775" cy="666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1D6809-EC10-0465-5AA5-50E6AD93406E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feces_little_fluffy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64EEEB9-39F4-006A-90D3-A1ED59DCAE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9"/>
          <a:stretch>
            <a:fillRect/>
          </a:stretch>
        </p:blipFill>
        <p:spPr>
          <a:xfrm>
            <a:off x="5346693" y="100166"/>
            <a:ext cx="628650" cy="7074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5D5310-6933-3573-68BF-57845D030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764" y="134812"/>
            <a:ext cx="485775" cy="6381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5A4C3-23AC-B2FE-5385-63D264E294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489" y="106237"/>
            <a:ext cx="485775" cy="6953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A45C5C-2676-992A-1E89-C07739B3F9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3174487" y="105374"/>
            <a:ext cx="571500" cy="6970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70271B9-2F23-98F1-93E4-8ACB7A7E3B40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/>
              <a:t>mc_feces_bent_circular_fluffy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71A7137-6205-1C85-8705-6CE29FFB43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8"/>
          <a:stretch>
            <a:fillRect/>
          </a:stretch>
        </p:blipFill>
        <p:spPr>
          <a:xfrm>
            <a:off x="7766440" y="129176"/>
            <a:ext cx="485775" cy="7674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04719C3-65FC-8B67-14C0-1320D5FE23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0"/>
          <a:stretch>
            <a:fillRect/>
          </a:stretch>
        </p:blipFill>
        <p:spPr>
          <a:xfrm>
            <a:off x="6297688" y="70184"/>
            <a:ext cx="485775" cy="7674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989D86A-3359-E7C0-073C-EE979A3733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1" r="444"/>
          <a:stretch>
            <a:fillRect/>
          </a:stretch>
        </p:blipFill>
        <p:spPr>
          <a:xfrm>
            <a:off x="8478262" y="16861"/>
            <a:ext cx="483619" cy="8740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CC5AF63-9A3E-2192-DA4A-C579BAD462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79" y="208091"/>
            <a:ext cx="542925" cy="609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C0E58FB-81AD-A26B-EADE-068D3DB2D625}"/>
              </a:ext>
            </a:extLst>
          </p:cNvPr>
          <p:cNvSpPr txBox="1"/>
          <p:nvPr/>
        </p:nvSpPr>
        <p:spPr>
          <a:xfrm>
            <a:off x="6103070" y="3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mc_feces_bent_thin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7B30C45-5C49-0920-BAA5-35FCB466BB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 r="5537"/>
          <a:stretch>
            <a:fillRect/>
          </a:stretch>
        </p:blipFill>
        <p:spPr>
          <a:xfrm>
            <a:off x="10861364" y="187231"/>
            <a:ext cx="458874" cy="6906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C6C1077-F82C-1270-7444-B612DDAFD7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/>
          <a:stretch>
            <a:fillRect/>
          </a:stretch>
        </p:blipFill>
        <p:spPr>
          <a:xfrm>
            <a:off x="10104326" y="187230"/>
            <a:ext cx="485775" cy="690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E77FF8F-5640-AA3D-1E13-E3922167CF2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8"/>
          <a:stretch>
            <a:fillRect/>
          </a:stretch>
        </p:blipFill>
        <p:spPr>
          <a:xfrm>
            <a:off x="9288296" y="54173"/>
            <a:ext cx="485775" cy="7994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E03C412-6BC2-67EF-F0C2-0549C0E404B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2" r="-8646" b="20737"/>
          <a:stretch>
            <a:fillRect/>
          </a:stretch>
        </p:blipFill>
        <p:spPr>
          <a:xfrm>
            <a:off x="11629208" y="77616"/>
            <a:ext cx="527774" cy="7525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8E3EAFE-0C19-4391-6E3A-0F071E1BC8CB}"/>
              </a:ext>
            </a:extLst>
          </p:cNvPr>
          <p:cNvSpPr txBox="1"/>
          <p:nvPr/>
        </p:nvSpPr>
        <p:spPr>
          <a:xfrm>
            <a:off x="9151071" y="56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mc_feces_bent_to_crustacea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33BDF4-6999-99AF-D6E2-AAF7F8C8061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15" r="-8646"/>
          <a:stretch>
            <a:fillRect/>
          </a:stretch>
        </p:blipFill>
        <p:spPr>
          <a:xfrm>
            <a:off x="11629208" y="518357"/>
            <a:ext cx="527774" cy="35330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FE99B62-1963-D2FA-0515-12CAC88AC7E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53" y="1070319"/>
            <a:ext cx="485775" cy="666750"/>
          </a:xfrm>
          <a:prstGeom prst="rect">
            <a:avLst/>
          </a:prstGeom>
        </p:spPr>
      </p:pic>
      <p:pic>
        <p:nvPicPr>
          <p:cNvPr id="42" name="Picture 41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3DA90EAC-93B6-32C4-240D-98F308F4110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35" y="1084607"/>
            <a:ext cx="485775" cy="638175"/>
          </a:xfrm>
          <a:prstGeom prst="rect">
            <a:avLst/>
          </a:prstGeom>
        </p:spPr>
      </p:pic>
      <p:pic>
        <p:nvPicPr>
          <p:cNvPr id="43" name="Picture 42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22A2A8FC-7C76-8470-123A-E9D95274E4A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7" y="1098894"/>
            <a:ext cx="485775" cy="609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433CC4-15E4-09CD-3251-E98179B101E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9" y="1070319"/>
            <a:ext cx="485775" cy="6667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C4A41F1-9173-DB40-8EBB-FD831C0604C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944" y="1070319"/>
            <a:ext cx="485775" cy="6667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C230358-DCC2-EBCF-1171-1A5DD177537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34" y="1070319"/>
            <a:ext cx="485775" cy="6667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28EF758-ED3E-3049-1CE4-5FDAA5A56A1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1027457"/>
            <a:ext cx="600075" cy="75247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A7B8062-DA91-177C-C7B4-70C7E06D077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1" y="1013169"/>
            <a:ext cx="571500" cy="7810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DE4BCAB-E866-07B4-930C-7625F52038B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61" y="1056032"/>
            <a:ext cx="485775" cy="6953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67D9E04-B463-3948-EB2E-342CB610F64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781" y="964930"/>
            <a:ext cx="485775" cy="838200"/>
          </a:xfrm>
          <a:prstGeom prst="rect">
            <a:avLst/>
          </a:prstGeom>
        </p:spPr>
      </p:pic>
      <p:pic>
        <p:nvPicPr>
          <p:cNvPr id="51" name="Picture 50" descr="A black text and a black object&#10;&#10;AI-generated content may be incorrect.">
            <a:extLst>
              <a:ext uri="{FF2B5EF4-FFF2-40B4-BE49-F238E27FC236}">
                <a16:creationId xmlns:a16="http://schemas.microsoft.com/office/drawing/2014/main" id="{A2A50BF8-1AE1-87A3-EFA2-7D95F926AC6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01" y="1141757"/>
            <a:ext cx="485775" cy="523875"/>
          </a:xfrm>
          <a:prstGeom prst="rect">
            <a:avLst/>
          </a:prstGeom>
        </p:spPr>
      </p:pic>
      <p:pic>
        <p:nvPicPr>
          <p:cNvPr id="52" name="Picture 51" descr="A black blob with numbers&#10;&#10;AI-generated content may be incorrect.">
            <a:extLst>
              <a:ext uri="{FF2B5EF4-FFF2-40B4-BE49-F238E27FC236}">
                <a16:creationId xmlns:a16="http://schemas.microsoft.com/office/drawing/2014/main" id="{156DADEE-53AC-42B5-AC79-85812595594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21" y="1056032"/>
            <a:ext cx="485775" cy="6953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B3B0D03-82D0-7E0A-9BA2-EAF2AFC0B14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50" y="1084607"/>
            <a:ext cx="485775" cy="63817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A3F1327-0DC0-F5B3-16AA-2BE740F6A50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345" y="1084607"/>
            <a:ext cx="485775" cy="63817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F674033-90DD-9361-6254-7FCBE52E7E7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640" y="1098894"/>
            <a:ext cx="485775" cy="6096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C9BAA19-0F24-F7E4-810F-807A1821C42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35" y="1098894"/>
            <a:ext cx="485775" cy="609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A883E85-BD38-4527-F1C8-FC2A353FB07B}"/>
              </a:ext>
            </a:extLst>
          </p:cNvPr>
          <p:cNvSpPr txBox="1"/>
          <p:nvPr/>
        </p:nvSpPr>
        <p:spPr>
          <a:xfrm>
            <a:off x="-14413" y="9238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mc_feces_dark_roundish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7BB4E-6129-3C0A-C1F6-1A97624A19BA}"/>
              </a:ext>
            </a:extLst>
          </p:cNvPr>
          <p:cNvSpPr txBox="1"/>
          <p:nvPr/>
        </p:nvSpPr>
        <p:spPr>
          <a:xfrm>
            <a:off x="3033588" y="9291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mc_feces_dark_small_irregular_shape</a:t>
            </a:r>
            <a:endParaRPr 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E23853-DE7E-C95C-0F68-AE17535D875B}"/>
              </a:ext>
            </a:extLst>
          </p:cNvPr>
          <p:cNvSpPr txBox="1"/>
          <p:nvPr/>
        </p:nvSpPr>
        <p:spPr>
          <a:xfrm>
            <a:off x="6098156" y="9294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mc_feces_short_straight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6ADE03-0439-C834-2092-3EACBA5C40D4}"/>
              </a:ext>
            </a:extLst>
          </p:cNvPr>
          <p:cNvSpPr txBox="1"/>
          <p:nvPr/>
        </p:nvSpPr>
        <p:spPr>
          <a:xfrm>
            <a:off x="9146157" y="93477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mc_feces_small_round_grey</a:t>
            </a:r>
            <a:endParaRPr lang="en-US" sz="1200" dirty="0"/>
          </a:p>
        </p:txBody>
      </p:sp>
      <p:pic>
        <p:nvPicPr>
          <p:cNvPr id="61" name="Picture 60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D17E28F5-1464-3B95-B43B-C4FBF252513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 b="1"/>
          <a:stretch>
            <a:fillRect/>
          </a:stretch>
        </p:blipFill>
        <p:spPr>
          <a:xfrm>
            <a:off x="92690" y="1973862"/>
            <a:ext cx="485775" cy="875335"/>
          </a:xfrm>
          <a:prstGeom prst="rect">
            <a:avLst/>
          </a:prstGeom>
        </p:spPr>
      </p:pic>
      <p:pic>
        <p:nvPicPr>
          <p:cNvPr id="62" name="Picture 61" descr="A black object with text&#10;&#10;AI-generated content may be incorrect.">
            <a:extLst>
              <a:ext uri="{FF2B5EF4-FFF2-40B4-BE49-F238E27FC236}">
                <a16:creationId xmlns:a16="http://schemas.microsoft.com/office/drawing/2014/main" id="{0FB182E4-9A7E-4884-51C3-3227B74BE72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r="22535"/>
          <a:stretch>
            <a:fillRect/>
          </a:stretch>
        </p:blipFill>
        <p:spPr>
          <a:xfrm>
            <a:off x="2428914" y="1966679"/>
            <a:ext cx="575529" cy="889700"/>
          </a:xfrm>
          <a:prstGeom prst="rect">
            <a:avLst/>
          </a:prstGeom>
        </p:spPr>
      </p:pic>
      <p:pic>
        <p:nvPicPr>
          <p:cNvPr id="63" name="Picture 62" descr="A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0F040B3D-2F23-C068-273A-107DB9CDBEA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4" r="23892"/>
          <a:stretch>
            <a:fillRect/>
          </a:stretch>
        </p:blipFill>
        <p:spPr>
          <a:xfrm>
            <a:off x="634505" y="2012688"/>
            <a:ext cx="935157" cy="797683"/>
          </a:xfrm>
          <a:prstGeom prst="rect">
            <a:avLst/>
          </a:prstGeom>
        </p:spPr>
      </p:pic>
      <p:pic>
        <p:nvPicPr>
          <p:cNvPr id="64" name="Picture 63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A5C5EED5-1B6C-4D95-5BBD-D25371E4798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5" r="25292"/>
          <a:stretch>
            <a:fillRect/>
          </a:stretch>
        </p:blipFill>
        <p:spPr>
          <a:xfrm>
            <a:off x="1625702" y="2033344"/>
            <a:ext cx="747171" cy="75637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9BBB50-C9DF-5472-E0BD-9718DF92E55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747" y="1935279"/>
            <a:ext cx="485775" cy="9525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5528D7D-A0FB-3C01-61AE-C5CE94C09CB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1" y="1997806"/>
            <a:ext cx="485775" cy="8667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DF4C51D-EFAC-9BF9-7EC4-5FBC1CB1D75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5"/>
          <a:stretch>
            <a:fillRect/>
          </a:stretch>
        </p:blipFill>
        <p:spPr>
          <a:xfrm>
            <a:off x="3938375" y="1954943"/>
            <a:ext cx="485775" cy="95250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F44DF20-49C0-1538-E4C0-7B0C0E0E132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/>
          <a:stretch>
            <a:fillRect/>
          </a:stretch>
        </p:blipFill>
        <p:spPr>
          <a:xfrm>
            <a:off x="3150189" y="1943782"/>
            <a:ext cx="485775" cy="93549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3533139-E0FA-57B7-188A-244D5F4E63F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5"/>
          <a:stretch>
            <a:fillRect/>
          </a:stretch>
        </p:blipFill>
        <p:spPr>
          <a:xfrm>
            <a:off x="6269436" y="1952216"/>
            <a:ext cx="485775" cy="918627"/>
          </a:xfrm>
          <a:prstGeom prst="rect">
            <a:avLst/>
          </a:prstGeom>
        </p:spPr>
      </p:pic>
      <p:pic>
        <p:nvPicPr>
          <p:cNvPr id="70" name="Picture 69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66E68F1F-8DDA-590D-5627-0AEA60DBDF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88" y="2092442"/>
            <a:ext cx="542925" cy="63817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74062D2-E1DA-9459-1752-6A9083876E8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1" r="8995"/>
          <a:stretch>
            <a:fillRect/>
          </a:stretch>
        </p:blipFill>
        <p:spPr>
          <a:xfrm>
            <a:off x="7728490" y="2023962"/>
            <a:ext cx="442081" cy="77513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233FC07-5F8D-F02C-A5F4-E0F535CE928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2" r="16430"/>
          <a:stretch>
            <a:fillRect/>
          </a:stretch>
        </p:blipFill>
        <p:spPr>
          <a:xfrm>
            <a:off x="8385749" y="2023962"/>
            <a:ext cx="668644" cy="77513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ED389AD-6A3A-BFE6-2B77-2999D5D1C2B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1" r="-14639"/>
          <a:stretch>
            <a:fillRect/>
          </a:stretch>
        </p:blipFill>
        <p:spPr>
          <a:xfrm>
            <a:off x="9216444" y="1873667"/>
            <a:ext cx="556889" cy="107572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2D020D26-EC55-B9F5-681B-22D24C03D17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32" t="22203"/>
          <a:stretch>
            <a:fillRect/>
          </a:stretch>
        </p:blipFill>
        <p:spPr>
          <a:xfrm>
            <a:off x="11549258" y="1831638"/>
            <a:ext cx="550052" cy="114115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40235D8-CBE2-F355-B804-2B766908EDC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78" t="18136"/>
          <a:stretch>
            <a:fillRect/>
          </a:stretch>
        </p:blipFill>
        <p:spPr>
          <a:xfrm>
            <a:off x="10799552" y="2033349"/>
            <a:ext cx="549795" cy="75636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BC270FD-E37F-C1C4-A5FF-E789ECF828FB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8" r="-10050"/>
          <a:stretch>
            <a:fillRect/>
          </a:stretch>
        </p:blipFill>
        <p:spPr>
          <a:xfrm>
            <a:off x="10019146" y="1998382"/>
            <a:ext cx="534593" cy="86562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66E247B4-AD5D-E959-C215-953F681A743D}"/>
              </a:ext>
            </a:extLst>
          </p:cNvPr>
          <p:cNvSpPr txBox="1"/>
          <p:nvPr/>
        </p:nvSpPr>
        <p:spPr>
          <a:xfrm>
            <a:off x="3048340" y="183864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mc_feces_straight_fluffy</a:t>
            </a:r>
            <a:endParaRPr lang="en-US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B90691-5F2E-F364-7B3C-1659D535D3FD}"/>
              </a:ext>
            </a:extLst>
          </p:cNvPr>
          <p:cNvSpPr txBox="1"/>
          <p:nvPr/>
        </p:nvSpPr>
        <p:spPr>
          <a:xfrm>
            <a:off x="9160909" y="184426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mc_feces_straight_thin</a:t>
            </a:r>
            <a:endParaRPr 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F04BC1-808F-282B-F126-028497B73015}"/>
              </a:ext>
            </a:extLst>
          </p:cNvPr>
          <p:cNvSpPr txBox="1"/>
          <p:nvPr/>
        </p:nvSpPr>
        <p:spPr>
          <a:xfrm>
            <a:off x="339" y="183334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mc_feces_straight_to_feces_bent</a:t>
            </a:r>
            <a:endParaRPr lang="en-US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890C9F-A72A-2E39-81F2-725D8318D445}"/>
              </a:ext>
            </a:extLst>
          </p:cNvPr>
          <p:cNvSpPr txBox="1"/>
          <p:nvPr/>
        </p:nvSpPr>
        <p:spPr>
          <a:xfrm>
            <a:off x="6112908" y="183895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mc_feces_straight_fluffy_to_trichodesmium_tuff</a:t>
            </a:r>
            <a:endParaRPr lang="en-US" sz="12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F5E14A85-DBC3-7D28-33CA-FA6DFDF053A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70" y="3164862"/>
            <a:ext cx="485775" cy="781050"/>
          </a:xfrm>
          <a:prstGeom prst="rect">
            <a:avLst/>
          </a:prstGeom>
        </p:spPr>
      </p:pic>
      <p:pic>
        <p:nvPicPr>
          <p:cNvPr id="82" name="Picture 81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98ADC059-EC98-002D-88A0-6F65CABBF989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7" y="3236300"/>
            <a:ext cx="485775" cy="63817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006E8F5-2128-8588-8393-11F8D2622D7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9" y="3264875"/>
            <a:ext cx="685800" cy="58102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DF6F446-389A-1263-96C2-C3A9585084F0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6" y="3164862"/>
            <a:ext cx="485775" cy="78105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003AFDE-ADF6-8F6D-44FB-E7CF222A913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49" y="3207725"/>
            <a:ext cx="485775" cy="6953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DEF43BC-936A-D298-81EE-02D387B31D7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9" y="3236300"/>
            <a:ext cx="571500" cy="63817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2D7F404-355A-B347-8575-2ADD1EB7D69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79" y="3150575"/>
            <a:ext cx="514350" cy="80962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19B24E2-9BCA-0BEC-FF29-93BB2BF92738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409" r="-11641"/>
          <a:stretch>
            <a:fillRect/>
          </a:stretch>
        </p:blipFill>
        <p:spPr>
          <a:xfrm>
            <a:off x="3227145" y="3102486"/>
            <a:ext cx="542324" cy="90580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A4C0FBD-84D8-F795-D2EF-6E6E5A9F872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8"/>
          <a:stretch>
            <a:fillRect/>
          </a:stretch>
        </p:blipFill>
        <p:spPr>
          <a:xfrm>
            <a:off x="8606192" y="3083070"/>
            <a:ext cx="485775" cy="94463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EDC8A26E-74CD-4E24-DFE6-D882F7F1B21D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1"/>
          <a:stretch>
            <a:fillRect/>
          </a:stretch>
        </p:blipFill>
        <p:spPr>
          <a:xfrm>
            <a:off x="6141641" y="3076179"/>
            <a:ext cx="485775" cy="95841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0D4FD54A-7AA5-FB81-2C5D-6E21F3A9962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7"/>
          <a:stretch>
            <a:fillRect/>
          </a:stretch>
        </p:blipFill>
        <p:spPr>
          <a:xfrm>
            <a:off x="6900623" y="3106091"/>
            <a:ext cx="485775" cy="89859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BB546EB-877D-B7DE-28A2-BA9C6CCA664B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/>
          <a:stretch>
            <a:fillRect/>
          </a:stretch>
        </p:blipFill>
        <p:spPr>
          <a:xfrm>
            <a:off x="7692017" y="3177436"/>
            <a:ext cx="714375" cy="75590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CA04C75-BEBB-1610-5361-39408A240E9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75" y="3079137"/>
            <a:ext cx="485775" cy="9525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E76EBB5A-F1C2-033D-3A00-5359C9134D6C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2" t="23176" r="30054" b="20293"/>
          <a:stretch>
            <a:fillRect/>
          </a:stretch>
        </p:blipFill>
        <p:spPr>
          <a:xfrm>
            <a:off x="9188304" y="2994700"/>
            <a:ext cx="857007" cy="102305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8BDA9706-86E0-6EB2-A2B6-1F1E943B326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6" r="20577"/>
          <a:stretch>
            <a:fillRect/>
          </a:stretch>
        </p:blipFill>
        <p:spPr>
          <a:xfrm>
            <a:off x="10089261" y="3094527"/>
            <a:ext cx="612764" cy="921721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6C1E752-9379-C1F9-EA62-A96DE1F2764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r="21976" b="20759"/>
          <a:stretch>
            <a:fillRect/>
          </a:stretch>
        </p:blipFill>
        <p:spPr>
          <a:xfrm>
            <a:off x="11275699" y="3091595"/>
            <a:ext cx="869513" cy="85312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544B3D8B-0BCC-547B-6089-366C760A1B2F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93" r="61449" b="-720"/>
          <a:stretch>
            <a:fillRect/>
          </a:stretch>
        </p:blipFill>
        <p:spPr>
          <a:xfrm>
            <a:off x="9188305" y="3675505"/>
            <a:ext cx="804153" cy="36787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2EF86E6-B4FA-FC04-20B6-07487C422474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3" r="21976" b="-1"/>
          <a:stretch>
            <a:fillRect/>
          </a:stretch>
        </p:blipFill>
        <p:spPr>
          <a:xfrm>
            <a:off x="11278952" y="3570339"/>
            <a:ext cx="869513" cy="366492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9F9DC345-1AE2-0C0F-9548-0D4160BC5553}"/>
              </a:ext>
            </a:extLst>
          </p:cNvPr>
          <p:cNvSpPr txBox="1"/>
          <p:nvPr/>
        </p:nvSpPr>
        <p:spPr>
          <a:xfrm>
            <a:off x="-5172" y="298700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mc_feces_to_copepoda</a:t>
            </a:r>
            <a:endParaRPr 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138A50D-A460-CDA5-CD1A-F00B1C799640}"/>
              </a:ext>
            </a:extLst>
          </p:cNvPr>
          <p:cNvSpPr txBox="1"/>
          <p:nvPr/>
        </p:nvSpPr>
        <p:spPr>
          <a:xfrm>
            <a:off x="3049669" y="298111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mc_feces_to_fiber</a:t>
            </a:r>
            <a:endParaRPr lang="en-US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6EBBA81-BCCD-8C12-C19B-BC5B67EE96B8}"/>
              </a:ext>
            </a:extLst>
          </p:cNvPr>
          <p:cNvSpPr txBox="1"/>
          <p:nvPr/>
        </p:nvSpPr>
        <p:spPr>
          <a:xfrm>
            <a:off x="6114237" y="298142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mc_feces_straight_thin_to_fiber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A7DF35-7B29-A284-4FD7-7810A7E33772}"/>
              </a:ext>
            </a:extLst>
          </p:cNvPr>
          <p:cNvSpPr txBox="1"/>
          <p:nvPr/>
        </p:nvSpPr>
        <p:spPr>
          <a:xfrm>
            <a:off x="9162238" y="298672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t006</a:t>
            </a:r>
          </a:p>
        </p:txBody>
      </p:sp>
    </p:spTree>
    <p:extLst>
      <p:ext uri="{BB962C8B-B14F-4D97-AF65-F5344CB8AC3E}">
        <p14:creationId xmlns:p14="http://schemas.microsoft.com/office/powerpoint/2010/main" val="344881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</TotalTime>
  <Words>759</Words>
  <Application>Microsoft Office PowerPoint</Application>
  <PresentationFormat>Custom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6</cp:revision>
  <dcterms:created xsi:type="dcterms:W3CDTF">2025-10-14T20:35:48Z</dcterms:created>
  <dcterms:modified xsi:type="dcterms:W3CDTF">2025-10-19T22:30:35Z</dcterms:modified>
</cp:coreProperties>
</file>