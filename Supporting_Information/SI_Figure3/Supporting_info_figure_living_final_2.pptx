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7702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4" d="100"/>
          <a:sy n="24" d="100"/>
        </p:scale>
        <p:origin x="229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97099"/>
            <a:ext cx="10363200" cy="616299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297761"/>
            <a:ext cx="9144000" cy="4273936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4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3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413265"/>
            <a:ext cx="10515600" cy="736362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1846555"/>
            <a:ext cx="10515600" cy="3872358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2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12394"/>
            <a:ext cx="5181600" cy="11231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712394"/>
            <a:ext cx="5181600" cy="11231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6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42483"/>
            <a:ext cx="10515600" cy="34216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339502"/>
            <a:ext cx="5157787" cy="21267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6466225"/>
            <a:ext cx="5157787" cy="9510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339502"/>
            <a:ext cx="5183188" cy="21267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6466225"/>
            <a:ext cx="5183188" cy="9510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44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4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6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80148"/>
            <a:ext cx="3932237" cy="413051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48795"/>
            <a:ext cx="6172200" cy="1258004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310664"/>
            <a:ext cx="3932237" cy="983866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80148"/>
            <a:ext cx="3932237" cy="413051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48795"/>
            <a:ext cx="6172200" cy="1258004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310664"/>
            <a:ext cx="3932237" cy="983866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9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1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942479"/>
            <a:ext cx="2628900" cy="150018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942479"/>
            <a:ext cx="7734300" cy="150018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2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42483"/>
            <a:ext cx="10515600" cy="3421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712394"/>
            <a:ext cx="10515600" cy="11231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407333"/>
            <a:ext cx="2743200" cy="942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20B75-9B7E-4701-8F2B-98E1B0E85B1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407333"/>
            <a:ext cx="4114800" cy="942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407333"/>
            <a:ext cx="2743200" cy="942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EC51C-DB29-4D55-B090-ADA011746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jpg"/><Relationship Id="rId21" Type="http://schemas.openxmlformats.org/officeDocument/2006/relationships/image" Target="../media/image20.jpg"/><Relationship Id="rId42" Type="http://schemas.openxmlformats.org/officeDocument/2006/relationships/image" Target="../media/image41.jpg"/><Relationship Id="rId63" Type="http://schemas.openxmlformats.org/officeDocument/2006/relationships/image" Target="../media/image62.jpg"/><Relationship Id="rId84" Type="http://schemas.openxmlformats.org/officeDocument/2006/relationships/image" Target="../media/image83.jpg"/><Relationship Id="rId138" Type="http://schemas.openxmlformats.org/officeDocument/2006/relationships/image" Target="../media/image137.jpg"/><Relationship Id="rId107" Type="http://schemas.openxmlformats.org/officeDocument/2006/relationships/image" Target="../media/image106.jpg"/><Relationship Id="rId11" Type="http://schemas.openxmlformats.org/officeDocument/2006/relationships/image" Target="../media/image10.jpg"/><Relationship Id="rId32" Type="http://schemas.openxmlformats.org/officeDocument/2006/relationships/image" Target="../media/image31.jpg"/><Relationship Id="rId53" Type="http://schemas.openxmlformats.org/officeDocument/2006/relationships/image" Target="../media/image52.jpg"/><Relationship Id="rId74" Type="http://schemas.openxmlformats.org/officeDocument/2006/relationships/image" Target="../media/image73.jpg"/><Relationship Id="rId128" Type="http://schemas.openxmlformats.org/officeDocument/2006/relationships/image" Target="../media/image127.jpg"/><Relationship Id="rId5" Type="http://schemas.openxmlformats.org/officeDocument/2006/relationships/image" Target="../media/image4.jpg"/><Relationship Id="rId90" Type="http://schemas.openxmlformats.org/officeDocument/2006/relationships/image" Target="../media/image89.jpg"/><Relationship Id="rId95" Type="http://schemas.openxmlformats.org/officeDocument/2006/relationships/image" Target="../media/image94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Relationship Id="rId43" Type="http://schemas.openxmlformats.org/officeDocument/2006/relationships/image" Target="../media/image42.jpg"/><Relationship Id="rId48" Type="http://schemas.openxmlformats.org/officeDocument/2006/relationships/image" Target="../media/image47.jpg"/><Relationship Id="rId64" Type="http://schemas.openxmlformats.org/officeDocument/2006/relationships/image" Target="../media/image63.jpg"/><Relationship Id="rId69" Type="http://schemas.openxmlformats.org/officeDocument/2006/relationships/image" Target="../media/image68.jpg"/><Relationship Id="rId113" Type="http://schemas.openxmlformats.org/officeDocument/2006/relationships/image" Target="../media/image112.jpg"/><Relationship Id="rId118" Type="http://schemas.openxmlformats.org/officeDocument/2006/relationships/image" Target="../media/image117.jpg"/><Relationship Id="rId134" Type="http://schemas.openxmlformats.org/officeDocument/2006/relationships/image" Target="../media/image133.jpg"/><Relationship Id="rId139" Type="http://schemas.openxmlformats.org/officeDocument/2006/relationships/image" Target="../media/image138.jpg"/><Relationship Id="rId80" Type="http://schemas.openxmlformats.org/officeDocument/2006/relationships/image" Target="../media/image79.jpg"/><Relationship Id="rId85" Type="http://schemas.openxmlformats.org/officeDocument/2006/relationships/image" Target="../media/image84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33" Type="http://schemas.openxmlformats.org/officeDocument/2006/relationships/image" Target="../media/image32.jpg"/><Relationship Id="rId38" Type="http://schemas.openxmlformats.org/officeDocument/2006/relationships/image" Target="../media/image37.jpg"/><Relationship Id="rId59" Type="http://schemas.openxmlformats.org/officeDocument/2006/relationships/image" Target="../media/image58.jpg"/><Relationship Id="rId103" Type="http://schemas.openxmlformats.org/officeDocument/2006/relationships/image" Target="../media/image102.jpg"/><Relationship Id="rId108" Type="http://schemas.openxmlformats.org/officeDocument/2006/relationships/image" Target="../media/image107.jpg"/><Relationship Id="rId124" Type="http://schemas.openxmlformats.org/officeDocument/2006/relationships/image" Target="../media/image123.jpg"/><Relationship Id="rId129" Type="http://schemas.openxmlformats.org/officeDocument/2006/relationships/image" Target="../media/image128.jpg"/><Relationship Id="rId54" Type="http://schemas.openxmlformats.org/officeDocument/2006/relationships/image" Target="../media/image53.jpg"/><Relationship Id="rId70" Type="http://schemas.openxmlformats.org/officeDocument/2006/relationships/image" Target="../media/image69.jpg"/><Relationship Id="rId75" Type="http://schemas.openxmlformats.org/officeDocument/2006/relationships/image" Target="../media/image74.jpg"/><Relationship Id="rId91" Type="http://schemas.openxmlformats.org/officeDocument/2006/relationships/image" Target="../media/image90.jpg"/><Relationship Id="rId96" Type="http://schemas.openxmlformats.org/officeDocument/2006/relationships/image" Target="../media/image95.jpg"/><Relationship Id="rId140" Type="http://schemas.openxmlformats.org/officeDocument/2006/relationships/image" Target="../media/image139.jpg"/><Relationship Id="rId145" Type="http://schemas.openxmlformats.org/officeDocument/2006/relationships/image" Target="../media/image14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49" Type="http://schemas.openxmlformats.org/officeDocument/2006/relationships/image" Target="../media/image48.jpg"/><Relationship Id="rId114" Type="http://schemas.openxmlformats.org/officeDocument/2006/relationships/image" Target="../media/image113.jpg"/><Relationship Id="rId119" Type="http://schemas.openxmlformats.org/officeDocument/2006/relationships/image" Target="../media/image118.jpg"/><Relationship Id="rId44" Type="http://schemas.openxmlformats.org/officeDocument/2006/relationships/image" Target="../media/image43.jpg"/><Relationship Id="rId60" Type="http://schemas.openxmlformats.org/officeDocument/2006/relationships/image" Target="../media/image59.jpg"/><Relationship Id="rId65" Type="http://schemas.openxmlformats.org/officeDocument/2006/relationships/image" Target="../media/image64.jpg"/><Relationship Id="rId81" Type="http://schemas.openxmlformats.org/officeDocument/2006/relationships/image" Target="../media/image80.jpg"/><Relationship Id="rId86" Type="http://schemas.openxmlformats.org/officeDocument/2006/relationships/image" Target="../media/image85.jpg"/><Relationship Id="rId130" Type="http://schemas.openxmlformats.org/officeDocument/2006/relationships/image" Target="../media/image129.jpg"/><Relationship Id="rId135" Type="http://schemas.openxmlformats.org/officeDocument/2006/relationships/image" Target="../media/image134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9" Type="http://schemas.openxmlformats.org/officeDocument/2006/relationships/image" Target="../media/image38.jpg"/><Relationship Id="rId109" Type="http://schemas.openxmlformats.org/officeDocument/2006/relationships/image" Target="../media/image108.jpg"/><Relationship Id="rId34" Type="http://schemas.openxmlformats.org/officeDocument/2006/relationships/image" Target="../media/image33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6" Type="http://schemas.openxmlformats.org/officeDocument/2006/relationships/image" Target="../media/image75.jpg"/><Relationship Id="rId97" Type="http://schemas.openxmlformats.org/officeDocument/2006/relationships/image" Target="../media/image96.jpg"/><Relationship Id="rId104" Type="http://schemas.openxmlformats.org/officeDocument/2006/relationships/image" Target="../media/image103.jpg"/><Relationship Id="rId120" Type="http://schemas.openxmlformats.org/officeDocument/2006/relationships/image" Target="../media/image119.jpg"/><Relationship Id="rId125" Type="http://schemas.openxmlformats.org/officeDocument/2006/relationships/image" Target="../media/image124.jpg"/><Relationship Id="rId141" Type="http://schemas.openxmlformats.org/officeDocument/2006/relationships/image" Target="../media/image140.jpg"/><Relationship Id="rId146" Type="http://schemas.openxmlformats.org/officeDocument/2006/relationships/image" Target="../media/image145.jpg"/><Relationship Id="rId7" Type="http://schemas.openxmlformats.org/officeDocument/2006/relationships/image" Target="../media/image6.jpg"/><Relationship Id="rId71" Type="http://schemas.openxmlformats.org/officeDocument/2006/relationships/image" Target="../media/image70.jpg"/><Relationship Id="rId92" Type="http://schemas.openxmlformats.org/officeDocument/2006/relationships/image" Target="../media/image91.jpg"/><Relationship Id="rId2" Type="http://schemas.openxmlformats.org/officeDocument/2006/relationships/image" Target="../media/image1.jpg"/><Relationship Id="rId29" Type="http://schemas.openxmlformats.org/officeDocument/2006/relationships/image" Target="../media/image28.jpg"/><Relationship Id="rId24" Type="http://schemas.openxmlformats.org/officeDocument/2006/relationships/image" Target="../media/image23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66" Type="http://schemas.openxmlformats.org/officeDocument/2006/relationships/image" Target="../media/image65.jpg"/><Relationship Id="rId87" Type="http://schemas.openxmlformats.org/officeDocument/2006/relationships/image" Target="../media/image86.jpg"/><Relationship Id="rId110" Type="http://schemas.openxmlformats.org/officeDocument/2006/relationships/image" Target="../media/image109.jpg"/><Relationship Id="rId115" Type="http://schemas.openxmlformats.org/officeDocument/2006/relationships/image" Target="../media/image114.jpg"/><Relationship Id="rId131" Type="http://schemas.openxmlformats.org/officeDocument/2006/relationships/image" Target="../media/image130.jpg"/><Relationship Id="rId136" Type="http://schemas.openxmlformats.org/officeDocument/2006/relationships/image" Target="../media/image135.jpg"/><Relationship Id="rId61" Type="http://schemas.openxmlformats.org/officeDocument/2006/relationships/image" Target="../media/image60.jpg"/><Relationship Id="rId82" Type="http://schemas.openxmlformats.org/officeDocument/2006/relationships/image" Target="../media/image81.jpg"/><Relationship Id="rId19" Type="http://schemas.openxmlformats.org/officeDocument/2006/relationships/image" Target="../media/image18.jpg"/><Relationship Id="rId14" Type="http://schemas.openxmlformats.org/officeDocument/2006/relationships/image" Target="../media/image13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56" Type="http://schemas.openxmlformats.org/officeDocument/2006/relationships/image" Target="../media/image55.jpg"/><Relationship Id="rId77" Type="http://schemas.openxmlformats.org/officeDocument/2006/relationships/image" Target="../media/image76.jpg"/><Relationship Id="rId100" Type="http://schemas.openxmlformats.org/officeDocument/2006/relationships/image" Target="../media/image99.jpg"/><Relationship Id="rId105" Type="http://schemas.openxmlformats.org/officeDocument/2006/relationships/image" Target="../media/image104.jpg"/><Relationship Id="rId126" Type="http://schemas.openxmlformats.org/officeDocument/2006/relationships/image" Target="../media/image125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72" Type="http://schemas.openxmlformats.org/officeDocument/2006/relationships/image" Target="../media/image71.jpg"/><Relationship Id="rId93" Type="http://schemas.openxmlformats.org/officeDocument/2006/relationships/image" Target="../media/image92.jpg"/><Relationship Id="rId98" Type="http://schemas.openxmlformats.org/officeDocument/2006/relationships/image" Target="../media/image97.jpg"/><Relationship Id="rId121" Type="http://schemas.openxmlformats.org/officeDocument/2006/relationships/image" Target="../media/image120.jpg"/><Relationship Id="rId142" Type="http://schemas.openxmlformats.org/officeDocument/2006/relationships/image" Target="../media/image141.jpg"/><Relationship Id="rId3" Type="http://schemas.openxmlformats.org/officeDocument/2006/relationships/image" Target="../media/image2.jpg"/><Relationship Id="rId25" Type="http://schemas.openxmlformats.org/officeDocument/2006/relationships/image" Target="../media/image24.jpg"/><Relationship Id="rId46" Type="http://schemas.openxmlformats.org/officeDocument/2006/relationships/image" Target="../media/image45.jpg"/><Relationship Id="rId67" Type="http://schemas.openxmlformats.org/officeDocument/2006/relationships/image" Target="../media/image66.jpg"/><Relationship Id="rId116" Type="http://schemas.openxmlformats.org/officeDocument/2006/relationships/image" Target="../media/image115.jpg"/><Relationship Id="rId137" Type="http://schemas.openxmlformats.org/officeDocument/2006/relationships/image" Target="../media/image136.jpg"/><Relationship Id="rId20" Type="http://schemas.openxmlformats.org/officeDocument/2006/relationships/image" Target="../media/image19.jpg"/><Relationship Id="rId41" Type="http://schemas.openxmlformats.org/officeDocument/2006/relationships/image" Target="../media/image40.jpg"/><Relationship Id="rId62" Type="http://schemas.openxmlformats.org/officeDocument/2006/relationships/image" Target="../media/image61.jpg"/><Relationship Id="rId83" Type="http://schemas.openxmlformats.org/officeDocument/2006/relationships/image" Target="../media/image82.jpg"/><Relationship Id="rId88" Type="http://schemas.openxmlformats.org/officeDocument/2006/relationships/image" Target="../media/image87.jpg"/><Relationship Id="rId111" Type="http://schemas.openxmlformats.org/officeDocument/2006/relationships/image" Target="../media/image110.jpg"/><Relationship Id="rId132" Type="http://schemas.openxmlformats.org/officeDocument/2006/relationships/image" Target="../media/image131.jpg"/><Relationship Id="rId15" Type="http://schemas.openxmlformats.org/officeDocument/2006/relationships/image" Target="../media/image14.jpg"/><Relationship Id="rId36" Type="http://schemas.openxmlformats.org/officeDocument/2006/relationships/image" Target="../media/image35.jpg"/><Relationship Id="rId57" Type="http://schemas.openxmlformats.org/officeDocument/2006/relationships/image" Target="../media/image56.jpg"/><Relationship Id="rId106" Type="http://schemas.openxmlformats.org/officeDocument/2006/relationships/image" Target="../media/image105.jpg"/><Relationship Id="rId127" Type="http://schemas.openxmlformats.org/officeDocument/2006/relationships/image" Target="../media/image126.jpg"/><Relationship Id="rId10" Type="http://schemas.openxmlformats.org/officeDocument/2006/relationships/image" Target="../media/image9.jpg"/><Relationship Id="rId31" Type="http://schemas.openxmlformats.org/officeDocument/2006/relationships/image" Target="../media/image30.jpg"/><Relationship Id="rId52" Type="http://schemas.openxmlformats.org/officeDocument/2006/relationships/image" Target="../media/image51.jpg"/><Relationship Id="rId73" Type="http://schemas.openxmlformats.org/officeDocument/2006/relationships/image" Target="../media/image72.jpg"/><Relationship Id="rId78" Type="http://schemas.openxmlformats.org/officeDocument/2006/relationships/image" Target="../media/image77.jpg"/><Relationship Id="rId94" Type="http://schemas.openxmlformats.org/officeDocument/2006/relationships/image" Target="../media/image93.jpg"/><Relationship Id="rId99" Type="http://schemas.openxmlformats.org/officeDocument/2006/relationships/image" Target="../media/image98.jpg"/><Relationship Id="rId101" Type="http://schemas.openxmlformats.org/officeDocument/2006/relationships/image" Target="../media/image100.jpg"/><Relationship Id="rId122" Type="http://schemas.openxmlformats.org/officeDocument/2006/relationships/image" Target="../media/image121.jpg"/><Relationship Id="rId143" Type="http://schemas.openxmlformats.org/officeDocument/2006/relationships/image" Target="../media/image142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26" Type="http://schemas.openxmlformats.org/officeDocument/2006/relationships/image" Target="../media/image25.jpg"/><Relationship Id="rId47" Type="http://schemas.openxmlformats.org/officeDocument/2006/relationships/image" Target="../media/image46.jpg"/><Relationship Id="rId68" Type="http://schemas.openxmlformats.org/officeDocument/2006/relationships/image" Target="../media/image67.jpg"/><Relationship Id="rId89" Type="http://schemas.openxmlformats.org/officeDocument/2006/relationships/image" Target="../media/image88.jpg"/><Relationship Id="rId112" Type="http://schemas.openxmlformats.org/officeDocument/2006/relationships/image" Target="../media/image111.jpg"/><Relationship Id="rId133" Type="http://schemas.openxmlformats.org/officeDocument/2006/relationships/image" Target="../media/image132.jpg"/><Relationship Id="rId16" Type="http://schemas.openxmlformats.org/officeDocument/2006/relationships/image" Target="../media/image15.jpg"/><Relationship Id="rId37" Type="http://schemas.openxmlformats.org/officeDocument/2006/relationships/image" Target="../media/image36.jpg"/><Relationship Id="rId58" Type="http://schemas.openxmlformats.org/officeDocument/2006/relationships/image" Target="../media/image57.jpg"/><Relationship Id="rId79" Type="http://schemas.openxmlformats.org/officeDocument/2006/relationships/image" Target="../media/image78.jpg"/><Relationship Id="rId102" Type="http://schemas.openxmlformats.org/officeDocument/2006/relationships/image" Target="../media/image101.jpg"/><Relationship Id="rId123" Type="http://schemas.openxmlformats.org/officeDocument/2006/relationships/image" Target="../media/image122.jpg"/><Relationship Id="rId144" Type="http://schemas.openxmlformats.org/officeDocument/2006/relationships/image" Target="../media/image14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2CC7C-A8BA-220D-B3C1-D9164E84C8C4}"/>
              </a:ext>
            </a:extLst>
          </p:cNvPr>
          <p:cNvSpPr txBox="1"/>
          <p:nvPr/>
        </p:nvSpPr>
        <p:spPr>
          <a:xfrm>
            <a:off x="10697" y="45171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f: Rhizarians</a:t>
            </a:r>
          </a:p>
        </p:txBody>
      </p:sp>
      <p:pic>
        <p:nvPicPr>
          <p:cNvPr id="5" name="Picture 4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CA40D617-71C8-0107-5C05-16853D104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0"/>
          <a:stretch>
            <a:fillRect/>
          </a:stretch>
        </p:blipFill>
        <p:spPr>
          <a:xfrm>
            <a:off x="2199218" y="4191575"/>
            <a:ext cx="800100" cy="1021565"/>
          </a:xfrm>
          <a:prstGeom prst="rect">
            <a:avLst/>
          </a:prstGeom>
        </p:spPr>
      </p:pic>
      <p:pic>
        <p:nvPicPr>
          <p:cNvPr id="6" name="Picture 5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8CF2F85B-EC26-5821-454E-3DEE0B751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/>
          <a:stretch>
            <a:fillRect/>
          </a:stretch>
        </p:blipFill>
        <p:spPr>
          <a:xfrm>
            <a:off x="1492521" y="4290811"/>
            <a:ext cx="628650" cy="931475"/>
          </a:xfrm>
          <a:prstGeom prst="rect">
            <a:avLst/>
          </a:prstGeom>
        </p:spPr>
      </p:pic>
      <p:pic>
        <p:nvPicPr>
          <p:cNvPr id="7" name="Picture 6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D6A7DAEB-9CE9-2D18-00CE-866F8646A8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1"/>
          <a:stretch>
            <a:fillRect/>
          </a:stretch>
        </p:blipFill>
        <p:spPr>
          <a:xfrm>
            <a:off x="702482" y="4212962"/>
            <a:ext cx="914400" cy="1041151"/>
          </a:xfrm>
          <a:prstGeom prst="rect">
            <a:avLst/>
          </a:prstGeom>
        </p:spPr>
      </p:pic>
      <p:pic>
        <p:nvPicPr>
          <p:cNvPr id="8" name="Picture 7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C46A68CC-2D43-73D3-6E86-1A5F0227A3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7"/>
          <a:stretch>
            <a:fillRect/>
          </a:stretch>
        </p:blipFill>
        <p:spPr>
          <a:xfrm>
            <a:off x="47676" y="4205628"/>
            <a:ext cx="714375" cy="1041151"/>
          </a:xfrm>
          <a:prstGeom prst="rect">
            <a:avLst/>
          </a:prstGeom>
        </p:spPr>
      </p:pic>
      <p:pic>
        <p:nvPicPr>
          <p:cNvPr id="9" name="Picture 8" descr="A close-up of a spider&#10;&#10;AI-generated content may be incorrect.">
            <a:extLst>
              <a:ext uri="{FF2B5EF4-FFF2-40B4-BE49-F238E27FC236}">
                <a16:creationId xmlns:a16="http://schemas.microsoft.com/office/drawing/2014/main" id="{4D709E1B-BBC5-1484-31DA-289F1FEC64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8" t="30091" r="26798" b="30106"/>
          <a:stretch>
            <a:fillRect/>
          </a:stretch>
        </p:blipFill>
        <p:spPr>
          <a:xfrm>
            <a:off x="1260999" y="3104169"/>
            <a:ext cx="649777" cy="1032907"/>
          </a:xfrm>
          <a:prstGeom prst="rect">
            <a:avLst/>
          </a:prstGeom>
        </p:spPr>
      </p:pic>
      <p:pic>
        <p:nvPicPr>
          <p:cNvPr id="10" name="Picture 9" descr="A close-up of a spider&#10;&#10;AI-generated content may be incorrect.">
            <a:extLst>
              <a:ext uri="{FF2B5EF4-FFF2-40B4-BE49-F238E27FC236}">
                <a16:creationId xmlns:a16="http://schemas.microsoft.com/office/drawing/2014/main" id="{52F3B4D1-E8C9-6BF4-1220-37C19F28AB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55" r="54841"/>
          <a:stretch>
            <a:fillRect/>
          </a:stretch>
        </p:blipFill>
        <p:spPr>
          <a:xfrm>
            <a:off x="1252460" y="3994596"/>
            <a:ext cx="659191" cy="138726"/>
          </a:xfrm>
          <a:prstGeom prst="rect">
            <a:avLst/>
          </a:prstGeom>
        </p:spPr>
      </p:pic>
      <p:pic>
        <p:nvPicPr>
          <p:cNvPr id="11" name="Picture 1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740E8C9E-A61F-6438-9A05-42B70B5400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7" b="37325"/>
          <a:stretch>
            <a:fillRect/>
          </a:stretch>
        </p:blipFill>
        <p:spPr>
          <a:xfrm>
            <a:off x="6841023" y="1940819"/>
            <a:ext cx="828675" cy="868779"/>
          </a:xfrm>
          <a:prstGeom prst="rect">
            <a:avLst/>
          </a:prstGeom>
        </p:spPr>
      </p:pic>
      <p:pic>
        <p:nvPicPr>
          <p:cNvPr id="12" name="Picture 11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D5D713CC-C1A6-C42C-C541-1E6932802D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0" t="22687" r="31145" b="18792"/>
          <a:stretch>
            <a:fillRect/>
          </a:stretch>
        </p:blipFill>
        <p:spPr>
          <a:xfrm>
            <a:off x="7679594" y="1966024"/>
            <a:ext cx="710882" cy="908585"/>
          </a:xfrm>
          <a:prstGeom prst="rect">
            <a:avLst/>
          </a:prstGeom>
        </p:spPr>
      </p:pic>
      <p:pic>
        <p:nvPicPr>
          <p:cNvPr id="13" name="Picture 12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13F48F83-5AD5-BFE5-5953-1CC9E8BACE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014" y="464113"/>
            <a:ext cx="914400" cy="1266825"/>
          </a:xfrm>
          <a:prstGeom prst="rect">
            <a:avLst/>
          </a:prstGeom>
        </p:spPr>
      </p:pic>
      <p:pic>
        <p:nvPicPr>
          <p:cNvPr id="14" name="Picture 13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B37FA579-0235-3C6F-7B50-50F63E20DE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13" y="423069"/>
            <a:ext cx="771525" cy="1266825"/>
          </a:xfrm>
          <a:prstGeom prst="rect">
            <a:avLst/>
          </a:prstGeom>
        </p:spPr>
      </p:pic>
      <p:pic>
        <p:nvPicPr>
          <p:cNvPr id="15" name="Picture 14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95FA3F97-F648-206C-8F05-2C6A1D1EAB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782" y="451644"/>
            <a:ext cx="714375" cy="1209675"/>
          </a:xfrm>
          <a:prstGeom prst="rect">
            <a:avLst/>
          </a:prstGeom>
        </p:spPr>
      </p:pic>
      <p:pic>
        <p:nvPicPr>
          <p:cNvPr id="16" name="Picture 15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64179BAA-9C8E-9BC8-A4FA-5D3358B034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837" y="408781"/>
            <a:ext cx="742950" cy="1295400"/>
          </a:xfrm>
          <a:prstGeom prst="rect">
            <a:avLst/>
          </a:prstGeom>
        </p:spPr>
      </p:pic>
      <p:pic>
        <p:nvPicPr>
          <p:cNvPr id="17" name="Picture 16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68AB82B5-845C-6C63-BDA3-EE76E6308D9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132" y="573162"/>
            <a:ext cx="800100" cy="11239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4B8B076-E914-F81B-0067-B3E441638860}"/>
              </a:ext>
            </a:extLst>
          </p:cNvPr>
          <p:cNvSpPr/>
          <p:nvPr/>
        </p:nvSpPr>
        <p:spPr>
          <a:xfrm>
            <a:off x="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37CFF9-27CD-0CAF-838C-50E4CE4EEF70}"/>
              </a:ext>
            </a:extLst>
          </p:cNvPr>
          <p:cNvSpPr/>
          <p:nvPr/>
        </p:nvSpPr>
        <p:spPr>
          <a:xfrm>
            <a:off x="304800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93799-FE23-C0A8-F75A-64F1A54C706C}"/>
              </a:ext>
            </a:extLst>
          </p:cNvPr>
          <p:cNvSpPr/>
          <p:nvPr/>
        </p:nvSpPr>
        <p:spPr>
          <a:xfrm>
            <a:off x="0" y="175640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ECBA26-D2B2-472F-CC99-1ED0F546A82D}"/>
              </a:ext>
            </a:extLst>
          </p:cNvPr>
          <p:cNvSpPr/>
          <p:nvPr/>
        </p:nvSpPr>
        <p:spPr>
          <a:xfrm>
            <a:off x="609600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C94E8-1681-BB25-7E92-827357497BB6}"/>
              </a:ext>
            </a:extLst>
          </p:cNvPr>
          <p:cNvSpPr/>
          <p:nvPr/>
        </p:nvSpPr>
        <p:spPr>
          <a:xfrm>
            <a:off x="9144000" y="39955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C9CBC7-7B03-F67C-6DF9-ED3F79D66BBF}"/>
              </a:ext>
            </a:extLst>
          </p:cNvPr>
          <p:cNvSpPr/>
          <p:nvPr/>
        </p:nvSpPr>
        <p:spPr>
          <a:xfrm>
            <a:off x="6096000" y="175640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FDB3C9-6CA3-44CE-3138-479C614A51CB}"/>
              </a:ext>
            </a:extLst>
          </p:cNvPr>
          <p:cNvSpPr/>
          <p:nvPr/>
        </p:nvSpPr>
        <p:spPr>
          <a:xfrm>
            <a:off x="9144000" y="175640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0DB238-D618-750E-ED83-69CD6B24EFC3}"/>
              </a:ext>
            </a:extLst>
          </p:cNvPr>
          <p:cNvSpPr/>
          <p:nvPr/>
        </p:nvSpPr>
        <p:spPr>
          <a:xfrm>
            <a:off x="3048333" y="416040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9E9D56-C6E0-D8E5-A890-A3030CE46C32}"/>
              </a:ext>
            </a:extLst>
          </p:cNvPr>
          <p:cNvSpPr/>
          <p:nvPr/>
        </p:nvSpPr>
        <p:spPr>
          <a:xfrm>
            <a:off x="333" y="300019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1653E5-4212-C995-01B8-4901E75454D7}"/>
              </a:ext>
            </a:extLst>
          </p:cNvPr>
          <p:cNvSpPr/>
          <p:nvPr/>
        </p:nvSpPr>
        <p:spPr>
          <a:xfrm>
            <a:off x="3048333" y="300019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35E378-9FA7-69E0-C2D1-B4D423C274AA}"/>
              </a:ext>
            </a:extLst>
          </p:cNvPr>
          <p:cNvSpPr/>
          <p:nvPr/>
        </p:nvSpPr>
        <p:spPr>
          <a:xfrm>
            <a:off x="6096333" y="300019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EDE8D6-D016-A3B2-163F-5D69BED59985}"/>
              </a:ext>
            </a:extLst>
          </p:cNvPr>
          <p:cNvSpPr/>
          <p:nvPr/>
        </p:nvSpPr>
        <p:spPr>
          <a:xfrm>
            <a:off x="6096333" y="416040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CE5A7-6B3E-98C1-E152-28221E138116}"/>
              </a:ext>
            </a:extLst>
          </p:cNvPr>
          <p:cNvSpPr txBox="1"/>
          <p:nvPr/>
        </p:nvSpPr>
        <p:spPr>
          <a:xfrm>
            <a:off x="3038502" y="39955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84305A-02AE-B715-CE66-1C43AAFBB6F6}"/>
              </a:ext>
            </a:extLst>
          </p:cNvPr>
          <p:cNvSpPr txBox="1"/>
          <p:nvPr/>
        </p:nvSpPr>
        <p:spPr>
          <a:xfrm>
            <a:off x="9151071" y="40516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Circoporidae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963619-2295-6CD2-4CCD-F7AE9C2A92AC}"/>
              </a:ext>
            </a:extLst>
          </p:cNvPr>
          <p:cNvSpPr txBox="1"/>
          <p:nvPr/>
        </p:nvSpPr>
        <p:spPr>
          <a:xfrm>
            <a:off x="6098156" y="176163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CE33B6-291C-0274-51AE-25E3EC801FDF}"/>
              </a:ext>
            </a:extLst>
          </p:cNvPr>
          <p:cNvSpPr txBox="1"/>
          <p:nvPr/>
        </p:nvSpPr>
        <p:spPr>
          <a:xfrm>
            <a:off x="339" y="300964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Coelodendrum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9F957C-1370-CA74-50B7-5D301DE669A0}"/>
              </a:ext>
            </a:extLst>
          </p:cNvPr>
          <p:cNvSpPr txBox="1"/>
          <p:nvPr/>
        </p:nvSpPr>
        <p:spPr>
          <a:xfrm>
            <a:off x="-5172" y="417314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19D292-736C-0F05-DE77-56B719184A77}"/>
              </a:ext>
            </a:extLst>
          </p:cNvPr>
          <p:cNvSpPr txBox="1"/>
          <p:nvPr/>
        </p:nvSpPr>
        <p:spPr>
          <a:xfrm>
            <a:off x="3049669" y="416724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Aulatractus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4591FD-4F93-2EF6-A23C-B65E61FA424F}"/>
              </a:ext>
            </a:extLst>
          </p:cNvPr>
          <p:cNvSpPr/>
          <p:nvPr/>
        </p:nvSpPr>
        <p:spPr>
          <a:xfrm>
            <a:off x="6091417" y="525670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682DE4-5F6F-CBD3-43AF-1CF93FDE2643}"/>
              </a:ext>
            </a:extLst>
          </p:cNvPr>
          <p:cNvSpPr txBox="1"/>
          <p:nvPr/>
        </p:nvSpPr>
        <p:spPr>
          <a:xfrm>
            <a:off x="6109321" y="526385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unknown_Phaeodaria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2E1A02-1941-2470-1ACD-9E3C8121A2AA}"/>
              </a:ext>
            </a:extLst>
          </p:cNvPr>
          <p:cNvSpPr/>
          <p:nvPr/>
        </p:nvSpPr>
        <p:spPr>
          <a:xfrm>
            <a:off x="335" y="634316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55C6FC-22A6-841A-7565-C89517F10BB3}"/>
              </a:ext>
            </a:extLst>
          </p:cNvPr>
          <p:cNvSpPr/>
          <p:nvPr/>
        </p:nvSpPr>
        <p:spPr>
          <a:xfrm>
            <a:off x="6096335" y="634316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40" name="Picture 39" descr="A blurry image of a black dot&#10;&#10;AI-generated content may be incorrect.">
            <a:extLst>
              <a:ext uri="{FF2B5EF4-FFF2-40B4-BE49-F238E27FC236}">
                <a16:creationId xmlns:a16="http://schemas.microsoft.com/office/drawing/2014/main" id="{320CD45B-DC10-BDF5-F92F-CAB83B9BA0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2" y="551656"/>
            <a:ext cx="685800" cy="1009650"/>
          </a:xfrm>
          <a:prstGeom prst="rect">
            <a:avLst/>
          </a:prstGeom>
        </p:spPr>
      </p:pic>
      <p:pic>
        <p:nvPicPr>
          <p:cNvPr id="41" name="Picture 40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8635E9FE-6C94-8E44-9A35-6205C2A5D8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88" y="580231"/>
            <a:ext cx="714375" cy="952500"/>
          </a:xfrm>
          <a:prstGeom prst="rect">
            <a:avLst/>
          </a:prstGeom>
        </p:spPr>
      </p:pic>
      <p:pic>
        <p:nvPicPr>
          <p:cNvPr id="42" name="Picture 41" descr="A black spot on a white surface&#10;&#10;AI-generated content may be incorrect.">
            <a:extLst>
              <a:ext uri="{FF2B5EF4-FFF2-40B4-BE49-F238E27FC236}">
                <a16:creationId xmlns:a16="http://schemas.microsoft.com/office/drawing/2014/main" id="{CF0AE025-BB59-4CF1-6AB6-944177C3FA7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569" y="423069"/>
            <a:ext cx="657225" cy="1266825"/>
          </a:xfrm>
          <a:prstGeom prst="rect">
            <a:avLst/>
          </a:prstGeom>
        </p:spPr>
      </p:pic>
      <p:pic>
        <p:nvPicPr>
          <p:cNvPr id="43" name="Picture 4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43CF2154-05FA-1B93-1551-9C0ED7DB01F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" y="580231"/>
            <a:ext cx="685800" cy="952500"/>
          </a:xfrm>
          <a:prstGeom prst="rect">
            <a:avLst/>
          </a:prstGeom>
        </p:spPr>
      </p:pic>
      <p:pic>
        <p:nvPicPr>
          <p:cNvPr id="44" name="Picture 43" descr="A black dot with numbers&#10;&#10;AI-generated content may be incorrect.">
            <a:extLst>
              <a:ext uri="{FF2B5EF4-FFF2-40B4-BE49-F238E27FC236}">
                <a16:creationId xmlns:a16="http://schemas.microsoft.com/office/drawing/2014/main" id="{66BA3DCB-86E2-3F96-F9BE-3D2C0100C21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114" y="665956"/>
            <a:ext cx="542925" cy="866775"/>
          </a:xfrm>
          <a:prstGeom prst="rect">
            <a:avLst/>
          </a:prstGeom>
        </p:spPr>
      </p:pic>
      <p:pic>
        <p:nvPicPr>
          <p:cNvPr id="45" name="Picture 44" descr="A black circle with a number and a black text&#10;&#10;AI-generated content may be incorrect.">
            <a:extLst>
              <a:ext uri="{FF2B5EF4-FFF2-40B4-BE49-F238E27FC236}">
                <a16:creationId xmlns:a16="http://schemas.microsoft.com/office/drawing/2014/main" id="{23EDB13F-11F4-C89C-B703-2BD0D18FB07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32" y="511324"/>
            <a:ext cx="914400" cy="103822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4DEEF58-4597-7086-5CF2-906A16317BC2}"/>
              </a:ext>
            </a:extLst>
          </p:cNvPr>
          <p:cNvSpPr txBox="1"/>
          <p:nvPr/>
        </p:nvSpPr>
        <p:spPr>
          <a:xfrm>
            <a:off x="-9499" y="39424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Rhizaria</a:t>
            </a:r>
          </a:p>
        </p:txBody>
      </p:sp>
      <p:pic>
        <p:nvPicPr>
          <p:cNvPr id="47" name="Picture 46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4177E844-0D63-A469-5D42-329749CADAE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8869" r="29934" b="29361"/>
          <a:stretch>
            <a:fillRect/>
          </a:stretch>
        </p:blipFill>
        <p:spPr>
          <a:xfrm>
            <a:off x="24424" y="1776346"/>
            <a:ext cx="789831" cy="1196068"/>
          </a:xfrm>
          <a:prstGeom prst="rect">
            <a:avLst/>
          </a:prstGeom>
        </p:spPr>
      </p:pic>
      <p:pic>
        <p:nvPicPr>
          <p:cNvPr id="48" name="Picture 47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1F43E386-D061-5145-C5B2-9335328F945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24674" r="12299" b="28212"/>
          <a:stretch>
            <a:fillRect/>
          </a:stretch>
        </p:blipFill>
        <p:spPr>
          <a:xfrm>
            <a:off x="816782" y="1847354"/>
            <a:ext cx="1453021" cy="1065092"/>
          </a:xfrm>
          <a:prstGeom prst="rect">
            <a:avLst/>
          </a:prstGeom>
        </p:spPr>
      </p:pic>
      <p:pic>
        <p:nvPicPr>
          <p:cNvPr id="49" name="Picture 48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C03F25CB-6DDE-BB80-2DC1-9C3E88788BB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20" r="60196" b="7"/>
          <a:stretch>
            <a:fillRect/>
          </a:stretch>
        </p:blipFill>
        <p:spPr>
          <a:xfrm>
            <a:off x="17841" y="2728474"/>
            <a:ext cx="793659" cy="199677"/>
          </a:xfrm>
          <a:prstGeom prst="rect">
            <a:avLst/>
          </a:prstGeom>
        </p:spPr>
      </p:pic>
      <p:pic>
        <p:nvPicPr>
          <p:cNvPr id="50" name="Picture 49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1EC68900-4F76-C650-C0D1-1F825F7DAF2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56" r="37945" b="29"/>
          <a:stretch>
            <a:fillRect/>
          </a:stretch>
        </p:blipFill>
        <p:spPr>
          <a:xfrm>
            <a:off x="827437" y="2719852"/>
            <a:ext cx="1447300" cy="17894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2E4058D-471D-9C7B-B8C5-EAB54EB8D0DB}"/>
              </a:ext>
            </a:extLst>
          </p:cNvPr>
          <p:cNvSpPr txBox="1"/>
          <p:nvPr/>
        </p:nvSpPr>
        <p:spPr>
          <a:xfrm>
            <a:off x="-14413" y="175602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Tuscaroridae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52" name="Picture 51" descr="A black blotches of smoke&#10;&#10;AI-generated content may be incorrect.">
            <a:extLst>
              <a:ext uri="{FF2B5EF4-FFF2-40B4-BE49-F238E27FC236}">
                <a16:creationId xmlns:a16="http://schemas.microsoft.com/office/drawing/2014/main" id="{43D6E7CE-A853-AD40-D43E-94421D5B70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0" t="27514" r="26854" b="28931"/>
          <a:stretch>
            <a:fillRect/>
          </a:stretch>
        </p:blipFill>
        <p:spPr>
          <a:xfrm>
            <a:off x="2182425" y="1786293"/>
            <a:ext cx="836703" cy="1109167"/>
          </a:xfrm>
          <a:prstGeom prst="rect">
            <a:avLst/>
          </a:prstGeom>
        </p:spPr>
      </p:pic>
      <p:pic>
        <p:nvPicPr>
          <p:cNvPr id="53" name="Picture 52" descr="A black blotches of smoke&#10;&#10;AI-generated content may be incorrect.">
            <a:extLst>
              <a:ext uri="{FF2B5EF4-FFF2-40B4-BE49-F238E27FC236}">
                <a16:creationId xmlns:a16="http://schemas.microsoft.com/office/drawing/2014/main" id="{229BEEE3-84CE-FBA1-6DD3-41F19BEAF24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17" r="58084" b="799"/>
          <a:stretch>
            <a:fillRect/>
          </a:stretch>
        </p:blipFill>
        <p:spPr>
          <a:xfrm>
            <a:off x="2182426" y="2687031"/>
            <a:ext cx="836704" cy="190597"/>
          </a:xfrm>
          <a:prstGeom prst="rect">
            <a:avLst/>
          </a:prstGeom>
        </p:spPr>
      </p:pic>
      <p:pic>
        <p:nvPicPr>
          <p:cNvPr id="54" name="Picture 53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0216BB74-EB74-B6FC-A19A-40DDA2E18A9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1781077"/>
            <a:ext cx="571500" cy="1123950"/>
          </a:xfrm>
          <a:prstGeom prst="rect">
            <a:avLst/>
          </a:prstGeom>
        </p:spPr>
      </p:pic>
      <p:pic>
        <p:nvPicPr>
          <p:cNvPr id="55" name="Picture 54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0439C1EB-5548-452C-A0E9-A4D71D8E3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2" r="19021"/>
          <a:stretch>
            <a:fillRect/>
          </a:stretch>
        </p:blipFill>
        <p:spPr>
          <a:xfrm>
            <a:off x="5220973" y="1773667"/>
            <a:ext cx="809890" cy="1126610"/>
          </a:xfrm>
          <a:prstGeom prst="rect">
            <a:avLst/>
          </a:prstGeom>
        </p:spPr>
      </p:pic>
      <p:pic>
        <p:nvPicPr>
          <p:cNvPr id="56" name="Picture 55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65DED77F-8C13-81E2-2238-7949B5AD09B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75" y="1789384"/>
            <a:ext cx="600075" cy="1123950"/>
          </a:xfrm>
          <a:prstGeom prst="rect">
            <a:avLst/>
          </a:prstGeom>
        </p:spPr>
      </p:pic>
      <p:pic>
        <p:nvPicPr>
          <p:cNvPr id="57" name="Picture 56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06ED61D4-BA0B-609C-B772-55C14614223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10" y="1789285"/>
            <a:ext cx="714375" cy="10953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1519E12-CAD3-F29E-8729-33A4B1ED8F60}"/>
              </a:ext>
            </a:extLst>
          </p:cNvPr>
          <p:cNvSpPr txBox="1"/>
          <p:nvPr/>
        </p:nvSpPr>
        <p:spPr>
          <a:xfrm>
            <a:off x="3033588" y="176132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Aulacantha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59" name="Picture 58" descr="A close-up of a eyeball&#10;&#10;AI-generated content may be incorrect.">
            <a:extLst>
              <a:ext uri="{FF2B5EF4-FFF2-40B4-BE49-F238E27FC236}">
                <a16:creationId xmlns:a16="http://schemas.microsoft.com/office/drawing/2014/main" id="{F9F88E41-6C7B-B1D4-FA90-D98DE9F6A49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30"/>
          <a:stretch>
            <a:fillRect/>
          </a:stretch>
        </p:blipFill>
        <p:spPr>
          <a:xfrm>
            <a:off x="8400383" y="1787026"/>
            <a:ext cx="710882" cy="1114425"/>
          </a:xfrm>
          <a:prstGeom prst="rect">
            <a:avLst/>
          </a:prstGeom>
        </p:spPr>
      </p:pic>
      <p:pic>
        <p:nvPicPr>
          <p:cNvPr id="60" name="Picture 59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F4EFF120-568C-A5FE-5725-642FA28E9D4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7" b="22370"/>
          <a:stretch>
            <a:fillRect/>
          </a:stretch>
        </p:blipFill>
        <p:spPr>
          <a:xfrm>
            <a:off x="6138914" y="1932005"/>
            <a:ext cx="800100" cy="859431"/>
          </a:xfrm>
          <a:prstGeom prst="rect">
            <a:avLst/>
          </a:prstGeom>
        </p:spPr>
      </p:pic>
      <p:pic>
        <p:nvPicPr>
          <p:cNvPr id="61" name="Picture 60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94DBFD72-2DCF-2904-F36C-23555AAE36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137" r="49107" b="253"/>
          <a:stretch>
            <a:fillRect/>
          </a:stretch>
        </p:blipFill>
        <p:spPr>
          <a:xfrm>
            <a:off x="7692167" y="2513747"/>
            <a:ext cx="727129" cy="351030"/>
          </a:xfrm>
          <a:prstGeom prst="rect">
            <a:avLst/>
          </a:prstGeom>
        </p:spPr>
      </p:pic>
      <p:pic>
        <p:nvPicPr>
          <p:cNvPr id="62" name="Picture 6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7F37CC95-8F0C-E411-A01E-5088EEBA05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4"/>
          <a:stretch>
            <a:fillRect/>
          </a:stretch>
        </p:blipFill>
        <p:spPr>
          <a:xfrm>
            <a:off x="6846468" y="2499073"/>
            <a:ext cx="828675" cy="307428"/>
          </a:xfrm>
          <a:prstGeom prst="rect">
            <a:avLst/>
          </a:prstGeom>
        </p:spPr>
      </p:pic>
      <p:pic>
        <p:nvPicPr>
          <p:cNvPr id="63" name="Picture 62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02A595E8-EF07-7BED-1474-DFE907A3B03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15" b="-1"/>
          <a:stretch>
            <a:fillRect/>
          </a:stretch>
        </p:blipFill>
        <p:spPr>
          <a:xfrm>
            <a:off x="6133766" y="2503568"/>
            <a:ext cx="800100" cy="300015"/>
          </a:xfrm>
          <a:prstGeom prst="rect">
            <a:avLst/>
          </a:prstGeom>
        </p:spPr>
      </p:pic>
      <p:pic>
        <p:nvPicPr>
          <p:cNvPr id="64" name="Picture 63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7A06ADA8-DD40-41D5-7907-0373E3C1799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8" r="20480"/>
          <a:stretch>
            <a:fillRect/>
          </a:stretch>
        </p:blipFill>
        <p:spPr>
          <a:xfrm>
            <a:off x="9171393" y="1908889"/>
            <a:ext cx="727129" cy="1039582"/>
          </a:xfrm>
          <a:prstGeom prst="rect">
            <a:avLst/>
          </a:prstGeom>
        </p:spPr>
      </p:pic>
      <p:pic>
        <p:nvPicPr>
          <p:cNvPr id="65" name="Picture 64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0CE733A3-D79C-F8B8-0438-8B7EC277348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7" b="16808"/>
          <a:stretch>
            <a:fillRect/>
          </a:stretch>
        </p:blipFill>
        <p:spPr>
          <a:xfrm>
            <a:off x="9863871" y="1930655"/>
            <a:ext cx="971550" cy="899172"/>
          </a:xfrm>
          <a:prstGeom prst="rect">
            <a:avLst/>
          </a:prstGeom>
        </p:spPr>
      </p:pic>
      <p:pic>
        <p:nvPicPr>
          <p:cNvPr id="66" name="Picture 65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9A1A0661-35A7-C769-0213-918FCC3A365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1" r="25327" b="19635"/>
          <a:stretch>
            <a:fillRect/>
          </a:stretch>
        </p:blipFill>
        <p:spPr>
          <a:xfrm>
            <a:off x="11292094" y="2016760"/>
            <a:ext cx="874847" cy="937854"/>
          </a:xfrm>
          <a:prstGeom prst="rect">
            <a:avLst/>
          </a:prstGeom>
        </p:spPr>
      </p:pic>
      <p:pic>
        <p:nvPicPr>
          <p:cNvPr id="67" name="Picture 66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0E6264A3-3ED1-EBA3-F3DC-C77A2843497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8"/>
          <a:stretch>
            <a:fillRect/>
          </a:stretch>
        </p:blipFill>
        <p:spPr>
          <a:xfrm>
            <a:off x="9851845" y="2537676"/>
            <a:ext cx="971550" cy="36443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F807EC1-7486-69F6-00EA-EFA96EF72DBB}"/>
              </a:ext>
            </a:extLst>
          </p:cNvPr>
          <p:cNvSpPr txBox="1"/>
          <p:nvPr/>
        </p:nvSpPr>
        <p:spPr>
          <a:xfrm>
            <a:off x="9146157" y="176694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mc_aulacantha_to_foraminifera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69" name="Picture 68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C0EBAE8B-F55A-F5FA-B3BF-D13C441B789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9" r="16679" b="17406"/>
          <a:stretch>
            <a:fillRect/>
          </a:stretch>
        </p:blipFill>
        <p:spPr>
          <a:xfrm>
            <a:off x="10572634" y="2101827"/>
            <a:ext cx="714265" cy="849920"/>
          </a:xfrm>
          <a:prstGeom prst="rect">
            <a:avLst/>
          </a:prstGeom>
        </p:spPr>
      </p:pic>
      <p:pic>
        <p:nvPicPr>
          <p:cNvPr id="70" name="Picture 6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A365FAC7-E8F8-7DBD-B303-F287B976DE8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47" r="25327"/>
          <a:stretch>
            <a:fillRect/>
          </a:stretch>
        </p:blipFill>
        <p:spPr>
          <a:xfrm>
            <a:off x="11292729" y="2625985"/>
            <a:ext cx="874847" cy="326553"/>
          </a:xfrm>
          <a:prstGeom prst="rect">
            <a:avLst/>
          </a:prstGeom>
        </p:spPr>
      </p:pic>
      <p:pic>
        <p:nvPicPr>
          <p:cNvPr id="71" name="Picture 70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384AE451-2A98-D6F3-B254-67850AD228A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3" r="16679"/>
          <a:stretch>
            <a:fillRect/>
          </a:stretch>
        </p:blipFill>
        <p:spPr>
          <a:xfrm>
            <a:off x="10576556" y="2608670"/>
            <a:ext cx="714265" cy="342341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8904BBCD-5780-FAEC-742E-B94C3731CDA2}"/>
              </a:ext>
            </a:extLst>
          </p:cNvPr>
          <p:cNvSpPr txBox="1"/>
          <p:nvPr/>
        </p:nvSpPr>
        <p:spPr>
          <a:xfrm>
            <a:off x="6103070" y="39986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Castanellidae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73" name="Picture 72" descr="A bullet hole in a glass&#10;&#10;AI-generated content may be incorrect.">
            <a:extLst>
              <a:ext uri="{FF2B5EF4-FFF2-40B4-BE49-F238E27FC236}">
                <a16:creationId xmlns:a16="http://schemas.microsoft.com/office/drawing/2014/main" id="{B1441B34-DB73-1983-418E-9978DE4F998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7" b="20314"/>
          <a:stretch>
            <a:fillRect/>
          </a:stretch>
        </p:blipFill>
        <p:spPr>
          <a:xfrm>
            <a:off x="2188061" y="3048644"/>
            <a:ext cx="812848" cy="1094023"/>
          </a:xfrm>
          <a:prstGeom prst="rect">
            <a:avLst/>
          </a:prstGeom>
        </p:spPr>
      </p:pic>
      <p:pic>
        <p:nvPicPr>
          <p:cNvPr id="74" name="Picture 73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33106EB2-74EE-6C44-63D0-5B75EE6744C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5" t="27662" r="30374" b="24715"/>
          <a:stretch>
            <a:fillRect/>
          </a:stretch>
        </p:blipFill>
        <p:spPr>
          <a:xfrm>
            <a:off x="26996" y="3032216"/>
            <a:ext cx="820105" cy="1086497"/>
          </a:xfrm>
          <a:prstGeom prst="rect">
            <a:avLst/>
          </a:prstGeom>
        </p:spPr>
      </p:pic>
      <p:pic>
        <p:nvPicPr>
          <p:cNvPr id="75" name="Picture 74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A90E0526-4277-5526-504C-BF8FD2309BC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7" r="50605" b="-1997"/>
          <a:stretch>
            <a:fillRect/>
          </a:stretch>
        </p:blipFill>
        <p:spPr>
          <a:xfrm>
            <a:off x="26997" y="3910757"/>
            <a:ext cx="877174" cy="284986"/>
          </a:xfrm>
          <a:prstGeom prst="rect">
            <a:avLst/>
          </a:prstGeom>
        </p:spPr>
      </p:pic>
      <p:pic>
        <p:nvPicPr>
          <p:cNvPr id="76" name="Picture 75" descr="A bullet hole in a glass&#10;&#10;AI-generated content may be incorrect.">
            <a:extLst>
              <a:ext uri="{FF2B5EF4-FFF2-40B4-BE49-F238E27FC236}">
                <a16:creationId xmlns:a16="http://schemas.microsoft.com/office/drawing/2014/main" id="{C9FB11C3-2D6A-64A6-6E5C-4E222E1CDC51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72"/>
          <a:stretch>
            <a:fillRect/>
          </a:stretch>
        </p:blipFill>
        <p:spPr>
          <a:xfrm>
            <a:off x="2200885" y="3812530"/>
            <a:ext cx="812849" cy="319264"/>
          </a:xfrm>
          <a:prstGeom prst="rect">
            <a:avLst/>
          </a:prstGeom>
        </p:spPr>
      </p:pic>
      <p:pic>
        <p:nvPicPr>
          <p:cNvPr id="77" name="Picture 76" descr="A black and white drop of water&#10;&#10;AI-generated content may be incorrect.">
            <a:extLst>
              <a:ext uri="{FF2B5EF4-FFF2-40B4-BE49-F238E27FC236}">
                <a16:creationId xmlns:a16="http://schemas.microsoft.com/office/drawing/2014/main" id="{604FFE16-2C79-B90A-D23D-372F1511147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3057019"/>
            <a:ext cx="542925" cy="1066800"/>
          </a:xfrm>
          <a:prstGeom prst="rect">
            <a:avLst/>
          </a:prstGeom>
        </p:spPr>
      </p:pic>
      <p:pic>
        <p:nvPicPr>
          <p:cNvPr id="78" name="Picture 77" descr="A close up of an eye&#10;&#10;AI-generated content may be incorrect.">
            <a:extLst>
              <a:ext uri="{FF2B5EF4-FFF2-40B4-BE49-F238E27FC236}">
                <a16:creationId xmlns:a16="http://schemas.microsoft.com/office/drawing/2014/main" id="{C500B216-68DC-275E-1B83-471D457A798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85" y="3124791"/>
            <a:ext cx="942975" cy="952500"/>
          </a:xfrm>
          <a:prstGeom prst="rect">
            <a:avLst/>
          </a:prstGeom>
        </p:spPr>
      </p:pic>
      <p:pic>
        <p:nvPicPr>
          <p:cNvPr id="79" name="Picture 78" descr="A hole in a white surface&#10;&#10;AI-generated content may be incorrect.">
            <a:extLst>
              <a:ext uri="{FF2B5EF4-FFF2-40B4-BE49-F238E27FC236}">
                <a16:creationId xmlns:a16="http://schemas.microsoft.com/office/drawing/2014/main" id="{BA15DD64-1D4E-6B9C-3E43-B6E2E00DDBC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8"/>
          <a:stretch>
            <a:fillRect/>
          </a:stretch>
        </p:blipFill>
        <p:spPr>
          <a:xfrm>
            <a:off x="5285269" y="3024782"/>
            <a:ext cx="800100" cy="1059792"/>
          </a:xfrm>
          <a:prstGeom prst="rect">
            <a:avLst/>
          </a:prstGeom>
        </p:spPr>
      </p:pic>
      <p:pic>
        <p:nvPicPr>
          <p:cNvPr id="80" name="Picture 79" descr="A close-up of a black and white photo&#10;&#10;AI-generated content may be incorrect.">
            <a:extLst>
              <a:ext uri="{FF2B5EF4-FFF2-40B4-BE49-F238E27FC236}">
                <a16:creationId xmlns:a16="http://schemas.microsoft.com/office/drawing/2014/main" id="{3B1EAE62-FED2-2506-E694-ACEE9ED6E63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406" y="3071230"/>
            <a:ext cx="771525" cy="98107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D81AB399-4771-27B0-6198-DB97B8445B55}"/>
              </a:ext>
            </a:extLst>
          </p:cNvPr>
          <p:cNvSpPr txBox="1"/>
          <p:nvPr/>
        </p:nvSpPr>
        <p:spPr>
          <a:xfrm>
            <a:off x="3048340" y="302478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82" name="Picture 81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A0DA8B07-87FD-57D1-DAB2-762A668CE53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92" y="3116560"/>
            <a:ext cx="942975" cy="1009650"/>
          </a:xfrm>
          <a:prstGeom prst="rect">
            <a:avLst/>
          </a:prstGeom>
        </p:spPr>
      </p:pic>
      <p:pic>
        <p:nvPicPr>
          <p:cNvPr id="83" name="Picture 8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9E84F6F1-0B78-545F-CCCC-371089A05A0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23333" r="22546" b="25002"/>
          <a:stretch>
            <a:fillRect/>
          </a:stretch>
        </p:blipFill>
        <p:spPr>
          <a:xfrm>
            <a:off x="6113635" y="3061882"/>
            <a:ext cx="632467" cy="1008830"/>
          </a:xfrm>
          <a:prstGeom prst="rect">
            <a:avLst/>
          </a:prstGeom>
        </p:spPr>
      </p:pic>
      <p:pic>
        <p:nvPicPr>
          <p:cNvPr id="84" name="Picture 83" descr="A bullet hole in a glass&#10;&#10;AI-generated content may be incorrect.">
            <a:extLst>
              <a:ext uri="{FF2B5EF4-FFF2-40B4-BE49-F238E27FC236}">
                <a16:creationId xmlns:a16="http://schemas.microsoft.com/office/drawing/2014/main" id="{80F2DAF5-F20E-8CB4-DBDF-94837CA69DA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1" b="25583"/>
          <a:stretch>
            <a:fillRect/>
          </a:stretch>
        </p:blipFill>
        <p:spPr>
          <a:xfrm>
            <a:off x="7669698" y="3065205"/>
            <a:ext cx="828675" cy="1060742"/>
          </a:xfrm>
          <a:prstGeom prst="rect">
            <a:avLst/>
          </a:prstGeom>
        </p:spPr>
      </p:pic>
      <p:pic>
        <p:nvPicPr>
          <p:cNvPr id="85" name="Picture 84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F445B82E-E022-AA78-9573-D412C1D13EC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4" t="21185" r="19517" b="23003"/>
          <a:stretch>
            <a:fillRect/>
          </a:stretch>
        </p:blipFill>
        <p:spPr>
          <a:xfrm>
            <a:off x="8458200" y="3118867"/>
            <a:ext cx="648564" cy="914374"/>
          </a:xfrm>
          <a:prstGeom prst="rect">
            <a:avLst/>
          </a:prstGeom>
        </p:spPr>
      </p:pic>
      <p:pic>
        <p:nvPicPr>
          <p:cNvPr id="86" name="Picture 85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11C4052C-16FB-502B-E517-05B6502E39B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64" r="40541"/>
          <a:stretch>
            <a:fillRect/>
          </a:stretch>
        </p:blipFill>
        <p:spPr>
          <a:xfrm>
            <a:off x="6109321" y="3768154"/>
            <a:ext cx="594663" cy="297511"/>
          </a:xfrm>
          <a:prstGeom prst="rect">
            <a:avLst/>
          </a:prstGeom>
        </p:spPr>
      </p:pic>
      <p:pic>
        <p:nvPicPr>
          <p:cNvPr id="87" name="Picture 86" descr="A bullet hole in a glass&#10;&#10;AI-generated content may be incorrect.">
            <a:extLst>
              <a:ext uri="{FF2B5EF4-FFF2-40B4-BE49-F238E27FC236}">
                <a16:creationId xmlns:a16="http://schemas.microsoft.com/office/drawing/2014/main" id="{00BB9D7B-C9A5-551B-0497-BF27EB1F69F7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28"/>
          <a:stretch>
            <a:fillRect/>
          </a:stretch>
        </p:blipFill>
        <p:spPr>
          <a:xfrm>
            <a:off x="7672781" y="3819885"/>
            <a:ext cx="828675" cy="307241"/>
          </a:xfrm>
          <a:prstGeom prst="rect">
            <a:avLst/>
          </a:prstGeom>
        </p:spPr>
      </p:pic>
      <p:pic>
        <p:nvPicPr>
          <p:cNvPr id="88" name="Picture 87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01303168-D7FF-419F-1A2A-11CEFC083C9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01" r="39730"/>
          <a:stretch>
            <a:fillRect/>
          </a:stretch>
        </p:blipFill>
        <p:spPr>
          <a:xfrm>
            <a:off x="8456828" y="3729161"/>
            <a:ext cx="654437" cy="29979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15BF6868-0972-1FFD-69AF-D0BAB51F8924}"/>
              </a:ext>
            </a:extLst>
          </p:cNvPr>
          <p:cNvSpPr txBox="1"/>
          <p:nvPr/>
        </p:nvSpPr>
        <p:spPr>
          <a:xfrm>
            <a:off x="6112908" y="302509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leg_Coelodendridae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90" name="Picture 89" descr="A close-up of a spider&#10;&#10;AI-generated content may be incorrect.">
            <a:extLst>
              <a:ext uri="{FF2B5EF4-FFF2-40B4-BE49-F238E27FC236}">
                <a16:creationId xmlns:a16="http://schemas.microsoft.com/office/drawing/2014/main" id="{B75D5C0C-ABB1-9D35-0057-514045A2FA1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6" t="22694" r="21992" b="18834"/>
          <a:stretch>
            <a:fillRect/>
          </a:stretch>
        </p:blipFill>
        <p:spPr>
          <a:xfrm>
            <a:off x="9178413" y="3087132"/>
            <a:ext cx="753905" cy="1008087"/>
          </a:xfrm>
          <a:prstGeom prst="rect">
            <a:avLst/>
          </a:prstGeom>
        </p:spPr>
      </p:pic>
      <p:pic>
        <p:nvPicPr>
          <p:cNvPr id="91" name="Picture 90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5696E1B0-1683-32B7-C2B8-E12EE7C9F2E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2" t="23970" r="22457" b="24374"/>
          <a:stretch>
            <a:fillRect/>
          </a:stretch>
        </p:blipFill>
        <p:spPr>
          <a:xfrm>
            <a:off x="9863871" y="3088244"/>
            <a:ext cx="842839" cy="1067685"/>
          </a:xfrm>
          <a:prstGeom prst="rect">
            <a:avLst/>
          </a:prstGeom>
        </p:spPr>
      </p:pic>
      <p:pic>
        <p:nvPicPr>
          <p:cNvPr id="92" name="Picture 91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8E16999B-FCD6-F254-F2CA-8E60040FC554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7" t="18788" r="24425" b="17793"/>
          <a:stretch>
            <a:fillRect/>
          </a:stretch>
        </p:blipFill>
        <p:spPr>
          <a:xfrm>
            <a:off x="10670157" y="3198547"/>
            <a:ext cx="867544" cy="912135"/>
          </a:xfrm>
          <a:prstGeom prst="rect">
            <a:avLst/>
          </a:prstGeom>
        </p:spPr>
      </p:pic>
      <p:pic>
        <p:nvPicPr>
          <p:cNvPr id="93" name="Picture 92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DE1E2EBB-FA2A-2A71-F7E8-D4870A7B600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2" t="21379" r="21228" b="21041"/>
          <a:stretch>
            <a:fillRect/>
          </a:stretch>
        </p:blipFill>
        <p:spPr>
          <a:xfrm>
            <a:off x="11551946" y="3185395"/>
            <a:ext cx="597778" cy="926872"/>
          </a:xfrm>
          <a:prstGeom prst="rect">
            <a:avLst/>
          </a:prstGeom>
        </p:spPr>
      </p:pic>
      <p:pic>
        <p:nvPicPr>
          <p:cNvPr id="94" name="Picture 93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38468CE2-ACF9-D5D8-9E88-25EA1A088B2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832" r="56445" b="1124"/>
          <a:stretch>
            <a:fillRect/>
          </a:stretch>
        </p:blipFill>
        <p:spPr>
          <a:xfrm>
            <a:off x="10670157" y="3808003"/>
            <a:ext cx="771635" cy="302679"/>
          </a:xfrm>
          <a:prstGeom prst="rect">
            <a:avLst/>
          </a:prstGeom>
        </p:spPr>
      </p:pic>
      <p:pic>
        <p:nvPicPr>
          <p:cNvPr id="95" name="Picture 94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6B625AD0-1AAA-0096-4503-5F8C8FA711A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04" r="48425" b="-3507"/>
          <a:stretch>
            <a:fillRect/>
          </a:stretch>
        </p:blipFill>
        <p:spPr>
          <a:xfrm>
            <a:off x="9873453" y="3828172"/>
            <a:ext cx="825305" cy="370032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27E7006F-A66C-EE58-BF18-5450A2BF756E}"/>
              </a:ext>
            </a:extLst>
          </p:cNvPr>
          <p:cNvSpPr txBox="1"/>
          <p:nvPr/>
        </p:nvSpPr>
        <p:spPr>
          <a:xfrm>
            <a:off x="9160909" y="303039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Medusettidae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97" name="Picture 96" descr="A close-up of a spider&#10;&#10;AI-generated content may be incorrect.">
            <a:extLst>
              <a:ext uri="{FF2B5EF4-FFF2-40B4-BE49-F238E27FC236}">
                <a16:creationId xmlns:a16="http://schemas.microsoft.com/office/drawing/2014/main" id="{A5217138-6CC2-0320-B226-CF8FD209EB9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19" r="50648"/>
          <a:stretch>
            <a:fillRect/>
          </a:stretch>
        </p:blipFill>
        <p:spPr>
          <a:xfrm>
            <a:off x="9182760" y="3713333"/>
            <a:ext cx="719222" cy="389297"/>
          </a:xfrm>
          <a:prstGeom prst="rect">
            <a:avLst/>
          </a:prstGeom>
        </p:spPr>
      </p:pic>
      <p:pic>
        <p:nvPicPr>
          <p:cNvPr id="98" name="Picture 97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005E2636-2E9C-CCFA-49B6-8AC465DE7E8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560" r="39188" b="-2872"/>
          <a:stretch>
            <a:fillRect/>
          </a:stretch>
        </p:blipFill>
        <p:spPr>
          <a:xfrm>
            <a:off x="11535661" y="3737978"/>
            <a:ext cx="625571" cy="391350"/>
          </a:xfrm>
          <a:prstGeom prst="rect">
            <a:avLst/>
          </a:prstGeom>
        </p:spPr>
      </p:pic>
      <p:pic>
        <p:nvPicPr>
          <p:cNvPr id="99" name="Picture 98" descr="A close-up of a fish eye&#10;&#10;AI-generated content may be incorrect.">
            <a:extLst>
              <a:ext uri="{FF2B5EF4-FFF2-40B4-BE49-F238E27FC236}">
                <a16:creationId xmlns:a16="http://schemas.microsoft.com/office/drawing/2014/main" id="{D88A1C29-CDDD-AA21-FFAD-8F906B4CBE7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1" r="21951"/>
          <a:stretch>
            <a:fillRect/>
          </a:stretch>
        </p:blipFill>
        <p:spPr>
          <a:xfrm>
            <a:off x="5043255" y="4219336"/>
            <a:ext cx="914401" cy="966041"/>
          </a:xfrm>
          <a:prstGeom prst="rect">
            <a:avLst/>
          </a:prstGeom>
        </p:spPr>
      </p:pic>
      <p:pic>
        <p:nvPicPr>
          <p:cNvPr id="100" name="Picture 99" descr="A close up of a white eye&#10;&#10;AI-generated content may be incorrect.">
            <a:extLst>
              <a:ext uri="{FF2B5EF4-FFF2-40B4-BE49-F238E27FC236}">
                <a16:creationId xmlns:a16="http://schemas.microsoft.com/office/drawing/2014/main" id="{CF56EAC5-8A96-6E35-65A3-06813E9DF8D3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8" r="24882"/>
          <a:stretch>
            <a:fillRect/>
          </a:stretch>
        </p:blipFill>
        <p:spPr>
          <a:xfrm>
            <a:off x="3059396" y="4247202"/>
            <a:ext cx="987381" cy="998960"/>
          </a:xfrm>
          <a:prstGeom prst="rect">
            <a:avLst/>
          </a:prstGeom>
        </p:spPr>
      </p:pic>
      <p:pic>
        <p:nvPicPr>
          <p:cNvPr id="101" name="Picture 100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74B68479-5310-BC3C-9657-0C2D352A060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5" t="23710" r="25955" b="27921"/>
          <a:stretch>
            <a:fillRect/>
          </a:stretch>
        </p:blipFill>
        <p:spPr>
          <a:xfrm>
            <a:off x="7592361" y="4316026"/>
            <a:ext cx="826935" cy="889161"/>
          </a:xfrm>
          <a:prstGeom prst="rect">
            <a:avLst/>
          </a:prstGeom>
        </p:spPr>
      </p:pic>
      <p:pic>
        <p:nvPicPr>
          <p:cNvPr id="102" name="Picture 101" descr="A group of white gears&#10;&#10;AI-generated content may be incorrect.">
            <a:extLst>
              <a:ext uri="{FF2B5EF4-FFF2-40B4-BE49-F238E27FC236}">
                <a16:creationId xmlns:a16="http://schemas.microsoft.com/office/drawing/2014/main" id="{D6E534FD-F7F8-1125-6586-674DDCC3FEB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8" t="26738" r="28985" b="28094"/>
          <a:stretch>
            <a:fillRect/>
          </a:stretch>
        </p:blipFill>
        <p:spPr>
          <a:xfrm>
            <a:off x="8519785" y="4175201"/>
            <a:ext cx="606644" cy="1055036"/>
          </a:xfrm>
          <a:prstGeom prst="rect">
            <a:avLst/>
          </a:prstGeom>
        </p:spPr>
      </p:pic>
      <p:pic>
        <p:nvPicPr>
          <p:cNvPr id="103" name="Picture 10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EAC6C71A-BE7B-1196-9B4B-EA6847D113D7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5" r="20033" b="32635"/>
          <a:stretch>
            <a:fillRect/>
          </a:stretch>
        </p:blipFill>
        <p:spPr>
          <a:xfrm>
            <a:off x="6123737" y="4175811"/>
            <a:ext cx="571262" cy="953993"/>
          </a:xfrm>
          <a:prstGeom prst="rect">
            <a:avLst/>
          </a:prstGeom>
        </p:spPr>
      </p:pic>
      <p:pic>
        <p:nvPicPr>
          <p:cNvPr id="104" name="Picture 103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2701EFDF-66C5-B1E3-6534-082AA22DF70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12"/>
          <a:stretch>
            <a:fillRect/>
          </a:stretch>
        </p:blipFill>
        <p:spPr>
          <a:xfrm>
            <a:off x="6833334" y="4326936"/>
            <a:ext cx="645435" cy="895350"/>
          </a:xfrm>
          <a:prstGeom prst="rect">
            <a:avLst/>
          </a:prstGeom>
        </p:spPr>
      </p:pic>
      <p:pic>
        <p:nvPicPr>
          <p:cNvPr id="105" name="Picture 104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D21ED997-0145-C634-688E-D84FCE07CEB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62" r="52601" b="94"/>
          <a:stretch>
            <a:fillRect/>
          </a:stretch>
        </p:blipFill>
        <p:spPr>
          <a:xfrm>
            <a:off x="7604281" y="4929178"/>
            <a:ext cx="799113" cy="309648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7542A22E-DCAA-4F70-B5D5-D8A60B62A325}"/>
              </a:ext>
            </a:extLst>
          </p:cNvPr>
          <p:cNvSpPr txBox="1"/>
          <p:nvPr/>
        </p:nvSpPr>
        <p:spPr>
          <a:xfrm>
            <a:off x="6114237" y="416755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07" name="Picture 106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23ABA3FD-79D2-7CFE-3B24-25DBECCA68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4" r="20441" b="-195"/>
          <a:stretch>
            <a:fillRect/>
          </a:stretch>
        </p:blipFill>
        <p:spPr>
          <a:xfrm>
            <a:off x="6126649" y="4886822"/>
            <a:ext cx="568350" cy="359957"/>
          </a:xfrm>
          <a:prstGeom prst="rect">
            <a:avLst/>
          </a:prstGeom>
        </p:spPr>
      </p:pic>
      <p:pic>
        <p:nvPicPr>
          <p:cNvPr id="108" name="Picture 107" descr="A group of white gears&#10;&#10;AI-generated content may be incorrect.">
            <a:extLst>
              <a:ext uri="{FF2B5EF4-FFF2-40B4-BE49-F238E27FC236}">
                <a16:creationId xmlns:a16="http://schemas.microsoft.com/office/drawing/2014/main" id="{F64267E6-2B32-45F2-B0D4-E2F2554D6B6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2" r="60568" b="652"/>
          <a:stretch>
            <a:fillRect/>
          </a:stretch>
        </p:blipFill>
        <p:spPr>
          <a:xfrm>
            <a:off x="8519689" y="4966922"/>
            <a:ext cx="574935" cy="273401"/>
          </a:xfrm>
          <a:prstGeom prst="rect">
            <a:avLst/>
          </a:prstGeom>
        </p:spPr>
      </p:pic>
      <p:pic>
        <p:nvPicPr>
          <p:cNvPr id="109" name="Picture 108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6FAF04E0-C8BD-AF15-0996-E9A40AC5226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000" y="4346807"/>
            <a:ext cx="514350" cy="866775"/>
          </a:xfrm>
          <a:prstGeom prst="rect">
            <a:avLst/>
          </a:prstGeom>
        </p:spPr>
      </p:pic>
      <p:pic>
        <p:nvPicPr>
          <p:cNvPr id="110" name="Picture 109" descr="A black dot in a circle&#10;&#10;AI-generated content may be incorrect.">
            <a:extLst>
              <a:ext uri="{FF2B5EF4-FFF2-40B4-BE49-F238E27FC236}">
                <a16:creationId xmlns:a16="http://schemas.microsoft.com/office/drawing/2014/main" id="{96A61D2F-6EF4-E641-CAC8-0329263C548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556" y="4403696"/>
            <a:ext cx="485775" cy="838200"/>
          </a:xfrm>
          <a:prstGeom prst="rect">
            <a:avLst/>
          </a:prstGeom>
        </p:spPr>
      </p:pic>
      <p:pic>
        <p:nvPicPr>
          <p:cNvPr id="111" name="Picture 11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82B4450F-19A6-6038-371C-451AB27F0ACC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537" y="4469811"/>
            <a:ext cx="485775" cy="752475"/>
          </a:xfrm>
          <a:prstGeom prst="rect">
            <a:avLst/>
          </a:prstGeom>
        </p:spPr>
      </p:pic>
      <p:pic>
        <p:nvPicPr>
          <p:cNvPr id="112" name="Picture 111" descr="A black dot in a circle&#10;&#10;AI-generated content may be incorrect.">
            <a:extLst>
              <a:ext uri="{FF2B5EF4-FFF2-40B4-BE49-F238E27FC236}">
                <a16:creationId xmlns:a16="http://schemas.microsoft.com/office/drawing/2014/main" id="{D821ED2B-C734-55C7-54B4-25A33FD33A91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518" y="4280298"/>
            <a:ext cx="571500" cy="95250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688BE885-CE01-24FC-8BA8-188B1560BC7F}"/>
              </a:ext>
            </a:extLst>
          </p:cNvPr>
          <p:cNvSpPr txBox="1"/>
          <p:nvPr/>
        </p:nvSpPr>
        <p:spPr>
          <a:xfrm>
            <a:off x="9162238" y="4172864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Mc_aulosphaeridae_to_cannosphaeridae</a:t>
            </a:r>
            <a:endParaRPr lang="en-US" sz="1200" b="1" dirty="0">
              <a:solidFill>
                <a:srgbClr val="FFBD00"/>
              </a:solidFill>
            </a:endParaRPr>
          </a:p>
          <a:p>
            <a:pPr algn="ctr"/>
            <a:r>
              <a:rPr lang="it-IT" sz="1200" b="1" dirty="0">
                <a:solidFill>
                  <a:srgbClr val="FFBD00"/>
                </a:solidFill>
              </a:rPr>
              <a:t>Aulo./Canno. Unknown in Figure 7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14" name="Picture 11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7C6F5C8E-BA89-8AB3-8054-8FC08A2EDFA7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9" t="21819" r="15946" b="18369"/>
          <a:stretch>
            <a:fillRect/>
          </a:stretch>
        </p:blipFill>
        <p:spPr>
          <a:xfrm>
            <a:off x="945395" y="5465054"/>
            <a:ext cx="622524" cy="860269"/>
          </a:xfrm>
          <a:prstGeom prst="rect">
            <a:avLst/>
          </a:prstGeom>
        </p:spPr>
      </p:pic>
      <p:pic>
        <p:nvPicPr>
          <p:cNvPr id="115" name="Picture 114" descr="A black circle with a black center&#10;&#10;AI-generated content may be incorrect.">
            <a:extLst>
              <a:ext uri="{FF2B5EF4-FFF2-40B4-BE49-F238E27FC236}">
                <a16:creationId xmlns:a16="http://schemas.microsoft.com/office/drawing/2014/main" id="{809D5FDA-0227-0FE5-D342-5E431F454E0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07" y="5286150"/>
            <a:ext cx="771525" cy="1038225"/>
          </a:xfrm>
          <a:prstGeom prst="rect">
            <a:avLst/>
          </a:prstGeom>
        </p:spPr>
      </p:pic>
      <p:pic>
        <p:nvPicPr>
          <p:cNvPr id="116" name="Picture 115" descr="A black dot in a web&#10;&#10;AI-generated content may be incorrect.">
            <a:extLst>
              <a:ext uri="{FF2B5EF4-FFF2-40B4-BE49-F238E27FC236}">
                <a16:creationId xmlns:a16="http://schemas.microsoft.com/office/drawing/2014/main" id="{DF54661B-0B6F-0E7A-1882-DC198A417885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6" b="19559"/>
          <a:stretch>
            <a:fillRect/>
          </a:stretch>
        </p:blipFill>
        <p:spPr>
          <a:xfrm>
            <a:off x="50477" y="5362370"/>
            <a:ext cx="828675" cy="923950"/>
          </a:xfrm>
          <a:prstGeom prst="rect">
            <a:avLst/>
          </a:prstGeom>
        </p:spPr>
      </p:pic>
      <p:pic>
        <p:nvPicPr>
          <p:cNvPr id="117" name="Picture 116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209F08CC-65C5-2C68-9EAC-78DCB0F5E52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83" y="5417348"/>
            <a:ext cx="542925" cy="895350"/>
          </a:xfrm>
          <a:prstGeom prst="rect">
            <a:avLst/>
          </a:prstGeom>
        </p:spPr>
      </p:pic>
      <p:pic>
        <p:nvPicPr>
          <p:cNvPr id="118" name="Picture 117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92A6466D-6852-B5D7-F994-5BBEBFF26A8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1" r="32485" b="-1"/>
          <a:stretch>
            <a:fillRect/>
          </a:stretch>
        </p:blipFill>
        <p:spPr>
          <a:xfrm>
            <a:off x="941645" y="6010770"/>
            <a:ext cx="675237" cy="314553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9C85326A-4846-87F2-4406-2D23346E9AF2}"/>
              </a:ext>
            </a:extLst>
          </p:cNvPr>
          <p:cNvSpPr txBox="1"/>
          <p:nvPr/>
        </p:nvSpPr>
        <p:spPr>
          <a:xfrm>
            <a:off x="-10088" y="526943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0" name="Picture 119" descr="A black dot in a web&#10;&#10;AI-generated content may be incorrect.">
            <a:extLst>
              <a:ext uri="{FF2B5EF4-FFF2-40B4-BE49-F238E27FC236}">
                <a16:creationId xmlns:a16="http://schemas.microsoft.com/office/drawing/2014/main" id="{2B2545A0-124D-4CCD-8C47-CD6E302CDD17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3"/>
          <a:stretch>
            <a:fillRect/>
          </a:stretch>
        </p:blipFill>
        <p:spPr>
          <a:xfrm>
            <a:off x="47676" y="5977901"/>
            <a:ext cx="828675" cy="319840"/>
          </a:xfrm>
          <a:prstGeom prst="rect">
            <a:avLst/>
          </a:prstGeom>
        </p:spPr>
      </p:pic>
      <p:pic>
        <p:nvPicPr>
          <p:cNvPr id="121" name="Picture 120" descr="A close-up of black dots&#10;&#10;AI-generated content may be incorrect.">
            <a:extLst>
              <a:ext uri="{FF2B5EF4-FFF2-40B4-BE49-F238E27FC236}">
                <a16:creationId xmlns:a16="http://schemas.microsoft.com/office/drawing/2014/main" id="{C38C9FF1-1F8F-E854-BC7F-75722FEA8069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54" y="5281323"/>
            <a:ext cx="545426" cy="1032674"/>
          </a:xfrm>
          <a:prstGeom prst="rect">
            <a:avLst/>
          </a:prstGeom>
        </p:spPr>
      </p:pic>
      <p:pic>
        <p:nvPicPr>
          <p:cNvPr id="122" name="Picture 121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84E1E3C8-0B4E-34E2-2AAE-DB7520168BAC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7" t="24631" r="24229" b="16687"/>
          <a:stretch>
            <a:fillRect/>
          </a:stretch>
        </p:blipFill>
        <p:spPr>
          <a:xfrm>
            <a:off x="3077608" y="5285342"/>
            <a:ext cx="910890" cy="1042818"/>
          </a:xfrm>
          <a:prstGeom prst="rect">
            <a:avLst/>
          </a:prstGeom>
        </p:spPr>
      </p:pic>
      <p:pic>
        <p:nvPicPr>
          <p:cNvPr id="123" name="Picture 122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F2F75B5B-F9FC-E3BE-D1AD-DF8D93CCA7E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3" r="17316"/>
          <a:stretch>
            <a:fillRect/>
          </a:stretch>
        </p:blipFill>
        <p:spPr>
          <a:xfrm>
            <a:off x="4133654" y="5342220"/>
            <a:ext cx="618344" cy="995147"/>
          </a:xfrm>
          <a:prstGeom prst="rect">
            <a:avLst/>
          </a:prstGeom>
        </p:spPr>
      </p:pic>
      <p:pic>
        <p:nvPicPr>
          <p:cNvPr id="124" name="Picture 12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7436CB93-2502-8A29-4649-29CF4C900622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37" y="5289934"/>
            <a:ext cx="485775" cy="1038225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5C4085EB-5C5C-5EA1-67B1-A5456C06EA30}"/>
              </a:ext>
            </a:extLst>
          </p:cNvPr>
          <p:cNvSpPr txBox="1"/>
          <p:nvPr/>
        </p:nvSpPr>
        <p:spPr>
          <a:xfrm>
            <a:off x="3044753" y="526354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6" name="Picture 125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C1B51207-A786-4D34-AC62-52EF2E974F6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16" r="38636" b="1"/>
          <a:stretch>
            <a:fillRect/>
          </a:stretch>
        </p:blipFill>
        <p:spPr>
          <a:xfrm>
            <a:off x="3076119" y="6046476"/>
            <a:ext cx="927015" cy="290455"/>
          </a:xfrm>
          <a:prstGeom prst="rect">
            <a:avLst/>
          </a:prstGeom>
        </p:spPr>
      </p:pic>
      <p:pic>
        <p:nvPicPr>
          <p:cNvPr id="127" name="Picture 126" descr="A white object with black dots&#10;&#10;AI-generated content may be incorrect.">
            <a:extLst>
              <a:ext uri="{FF2B5EF4-FFF2-40B4-BE49-F238E27FC236}">
                <a16:creationId xmlns:a16="http://schemas.microsoft.com/office/drawing/2014/main" id="{DCB5FEFD-AB0D-FDD6-6986-D4B4E0089E92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00" y="5405843"/>
            <a:ext cx="533400" cy="923925"/>
          </a:xfrm>
          <a:prstGeom prst="rect">
            <a:avLst/>
          </a:prstGeom>
        </p:spPr>
      </p:pic>
      <p:pic>
        <p:nvPicPr>
          <p:cNvPr id="128" name="Picture 127" descr="A close up of a ball&#10;&#10;AI-generated content may be incorrect.">
            <a:extLst>
              <a:ext uri="{FF2B5EF4-FFF2-40B4-BE49-F238E27FC236}">
                <a16:creationId xmlns:a16="http://schemas.microsoft.com/office/drawing/2014/main" id="{261302DB-F750-B8D3-8869-478B6951DAB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16" y="5455488"/>
            <a:ext cx="514350" cy="866775"/>
          </a:xfrm>
          <a:prstGeom prst="rect">
            <a:avLst/>
          </a:prstGeom>
        </p:spPr>
      </p:pic>
      <p:pic>
        <p:nvPicPr>
          <p:cNvPr id="129" name="Picture 128" descr="A close up of a black and white photo&#10;&#10;AI-generated content may be incorrect.">
            <a:extLst>
              <a:ext uri="{FF2B5EF4-FFF2-40B4-BE49-F238E27FC236}">
                <a16:creationId xmlns:a16="http://schemas.microsoft.com/office/drawing/2014/main" id="{A997CF81-3D52-0EDE-979F-28C02E380759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56" y="5484063"/>
            <a:ext cx="771525" cy="809625"/>
          </a:xfrm>
          <a:prstGeom prst="rect">
            <a:avLst/>
          </a:prstGeom>
        </p:spPr>
      </p:pic>
      <p:pic>
        <p:nvPicPr>
          <p:cNvPr id="130" name="Picture 129" descr="A black and white image of a bullet&#10;&#10;AI-generated content may be incorrect.">
            <a:extLst>
              <a:ext uri="{FF2B5EF4-FFF2-40B4-BE49-F238E27FC236}">
                <a16:creationId xmlns:a16="http://schemas.microsoft.com/office/drawing/2014/main" id="{4CFE0BC0-D5F3-B6E6-1380-3FBEE1C4253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46" y="5484063"/>
            <a:ext cx="485775" cy="809625"/>
          </a:xfrm>
          <a:prstGeom prst="rect">
            <a:avLst/>
          </a:prstGeom>
        </p:spPr>
      </p:pic>
      <p:pic>
        <p:nvPicPr>
          <p:cNvPr id="131" name="Picture 130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C810C922-59F6-EB65-96CF-5F54F00D676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8" r="16851" b="20670"/>
          <a:stretch>
            <a:fillRect/>
          </a:stretch>
        </p:blipFill>
        <p:spPr>
          <a:xfrm>
            <a:off x="11620138" y="5403261"/>
            <a:ext cx="498956" cy="901916"/>
          </a:xfrm>
          <a:prstGeom prst="rect">
            <a:avLst/>
          </a:prstGeom>
        </p:spPr>
      </p:pic>
      <p:pic>
        <p:nvPicPr>
          <p:cNvPr id="132" name="Picture 13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9985D34D-3232-B136-4E46-8D37526BB5C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4" r="14891"/>
          <a:stretch>
            <a:fillRect/>
          </a:stretch>
        </p:blipFill>
        <p:spPr>
          <a:xfrm>
            <a:off x="10893234" y="5327395"/>
            <a:ext cx="617755" cy="976079"/>
          </a:xfrm>
          <a:prstGeom prst="rect">
            <a:avLst/>
          </a:prstGeom>
        </p:spPr>
      </p:pic>
      <p:pic>
        <p:nvPicPr>
          <p:cNvPr id="133" name="Picture 13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4A73B0A5-6762-C7E6-8E17-67931F2C9C75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1" r="15428" b="20502"/>
          <a:stretch>
            <a:fillRect/>
          </a:stretch>
        </p:blipFill>
        <p:spPr>
          <a:xfrm>
            <a:off x="10059087" y="5456887"/>
            <a:ext cx="724998" cy="834289"/>
          </a:xfrm>
          <a:prstGeom prst="rect">
            <a:avLst/>
          </a:prstGeom>
        </p:spPr>
      </p:pic>
      <p:pic>
        <p:nvPicPr>
          <p:cNvPr id="134" name="Picture 133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767D7BA3-D00A-546A-EC2F-3EE7F0462508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r="14857" b="21795"/>
          <a:stretch>
            <a:fillRect/>
          </a:stretch>
        </p:blipFill>
        <p:spPr>
          <a:xfrm>
            <a:off x="9171393" y="5378724"/>
            <a:ext cx="778545" cy="869619"/>
          </a:xfrm>
          <a:prstGeom prst="rect">
            <a:avLst/>
          </a:prstGeom>
        </p:spPr>
      </p:pic>
      <p:pic>
        <p:nvPicPr>
          <p:cNvPr id="135" name="Picture 134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70B618FF-77CA-2CAD-992E-389CD8C50C17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91" r="14857"/>
          <a:stretch>
            <a:fillRect/>
          </a:stretch>
        </p:blipFill>
        <p:spPr>
          <a:xfrm>
            <a:off x="9178413" y="5964203"/>
            <a:ext cx="778545" cy="321532"/>
          </a:xfrm>
          <a:prstGeom prst="rect">
            <a:avLst/>
          </a:prstGeom>
        </p:spPr>
      </p:pic>
      <p:pic>
        <p:nvPicPr>
          <p:cNvPr id="136" name="Picture 13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AA72F044-6E9C-DDD3-6726-669A52290577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86" r="15428"/>
          <a:stretch>
            <a:fillRect/>
          </a:stretch>
        </p:blipFill>
        <p:spPr>
          <a:xfrm>
            <a:off x="9996648" y="6001505"/>
            <a:ext cx="724998" cy="309283"/>
          </a:xfrm>
          <a:prstGeom prst="rect">
            <a:avLst/>
          </a:prstGeom>
        </p:spPr>
      </p:pic>
      <p:pic>
        <p:nvPicPr>
          <p:cNvPr id="137" name="Picture 136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D81F1714-0318-D08A-9A7A-8CEBBFBDACB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53" r="16851"/>
          <a:stretch>
            <a:fillRect/>
          </a:stretch>
        </p:blipFill>
        <p:spPr>
          <a:xfrm>
            <a:off x="11620138" y="5953862"/>
            <a:ext cx="498956" cy="318558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2C1BE842-B5A3-032E-150F-CAC8E2D94D47}"/>
              </a:ext>
            </a:extLst>
          </p:cNvPr>
          <p:cNvSpPr txBox="1"/>
          <p:nvPr/>
        </p:nvSpPr>
        <p:spPr>
          <a:xfrm>
            <a:off x="9157322" y="52691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Acantharea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39" name="Picture 138" descr="A bullet hole with text&#10;&#10;AI-generated content may be incorrect.">
            <a:extLst>
              <a:ext uri="{FF2B5EF4-FFF2-40B4-BE49-F238E27FC236}">
                <a16:creationId xmlns:a16="http://schemas.microsoft.com/office/drawing/2014/main" id="{DB02CDE9-95DC-5D53-953A-5EC33378DF69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r="16456"/>
          <a:stretch>
            <a:fillRect/>
          </a:stretch>
        </p:blipFill>
        <p:spPr>
          <a:xfrm>
            <a:off x="1621283" y="6561226"/>
            <a:ext cx="763724" cy="833322"/>
          </a:xfrm>
          <a:prstGeom prst="rect">
            <a:avLst/>
          </a:prstGeom>
        </p:spPr>
      </p:pic>
      <p:pic>
        <p:nvPicPr>
          <p:cNvPr id="140" name="Picture 139" descr="A bullet hole in a glass&#10;&#10;AI-generated content may be incorrect.">
            <a:extLst>
              <a:ext uri="{FF2B5EF4-FFF2-40B4-BE49-F238E27FC236}">
                <a16:creationId xmlns:a16="http://schemas.microsoft.com/office/drawing/2014/main" id="{7B0F7A3C-A898-735B-1ADB-C9AFA39D155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4" t="8048" r="5469" b="17879"/>
          <a:stretch>
            <a:fillRect/>
          </a:stretch>
        </p:blipFill>
        <p:spPr>
          <a:xfrm>
            <a:off x="638202" y="6473815"/>
            <a:ext cx="977610" cy="923580"/>
          </a:xfrm>
          <a:prstGeom prst="rect">
            <a:avLst/>
          </a:prstGeom>
        </p:spPr>
      </p:pic>
      <p:pic>
        <p:nvPicPr>
          <p:cNvPr id="141" name="Picture 140" descr="A close up of a spider&#10;&#10;AI-generated content may be incorrect.">
            <a:extLst>
              <a:ext uri="{FF2B5EF4-FFF2-40B4-BE49-F238E27FC236}">
                <a16:creationId xmlns:a16="http://schemas.microsoft.com/office/drawing/2014/main" id="{46351A4A-827F-22AD-2F88-054811D3D236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0"/>
          <a:stretch>
            <a:fillRect/>
          </a:stretch>
        </p:blipFill>
        <p:spPr>
          <a:xfrm>
            <a:off x="2390478" y="6382691"/>
            <a:ext cx="628650" cy="1037540"/>
          </a:xfrm>
          <a:prstGeom prst="rect">
            <a:avLst/>
          </a:prstGeom>
        </p:spPr>
      </p:pic>
      <p:pic>
        <p:nvPicPr>
          <p:cNvPr id="142" name="Picture 141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11FBD057-A692-1420-E761-9617812041D9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" y="6500140"/>
            <a:ext cx="600075" cy="895350"/>
          </a:xfrm>
          <a:prstGeom prst="rect">
            <a:avLst/>
          </a:prstGeom>
        </p:spPr>
      </p:pic>
      <p:pic>
        <p:nvPicPr>
          <p:cNvPr id="143" name="Picture 142" descr="A bullet hole in a glass&#10;&#10;AI-generated content may be incorrect.">
            <a:extLst>
              <a:ext uri="{FF2B5EF4-FFF2-40B4-BE49-F238E27FC236}">
                <a16:creationId xmlns:a16="http://schemas.microsoft.com/office/drawing/2014/main" id="{A0592855-BAA6-22D8-B8FD-9CFB4830CC28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43" r="13512" b="1444"/>
          <a:stretch>
            <a:fillRect/>
          </a:stretch>
        </p:blipFill>
        <p:spPr>
          <a:xfrm>
            <a:off x="633568" y="7185799"/>
            <a:ext cx="979783" cy="213383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BDEF2025-825D-9CB4-42E9-F01CF59EA05A}"/>
              </a:ext>
            </a:extLst>
          </p:cNvPr>
          <p:cNvSpPr txBox="1"/>
          <p:nvPr/>
        </p:nvSpPr>
        <p:spPr>
          <a:xfrm>
            <a:off x="-5170" y="635590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Foraminifera</a:t>
            </a:r>
          </a:p>
        </p:txBody>
      </p:sp>
      <p:pic>
        <p:nvPicPr>
          <p:cNvPr id="145" name="Picture 144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6A2D0D6E-1AF6-C020-8B31-C58D67D2CD97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8" t="22255" r="18756" b="21466"/>
          <a:stretch>
            <a:fillRect/>
          </a:stretch>
        </p:blipFill>
        <p:spPr>
          <a:xfrm>
            <a:off x="3863294" y="6604360"/>
            <a:ext cx="661018" cy="712963"/>
          </a:xfrm>
          <a:prstGeom prst="rect">
            <a:avLst/>
          </a:prstGeom>
        </p:spPr>
      </p:pic>
      <p:pic>
        <p:nvPicPr>
          <p:cNvPr id="146" name="Picture 145" descr="A blurry image of a circle&#10;&#10;AI-generated content may be incorrect.">
            <a:extLst>
              <a:ext uri="{FF2B5EF4-FFF2-40B4-BE49-F238E27FC236}">
                <a16:creationId xmlns:a16="http://schemas.microsoft.com/office/drawing/2014/main" id="{D8B688A3-44BF-FD6C-AB1F-5A786C934E3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2" r="18179"/>
          <a:stretch>
            <a:fillRect/>
          </a:stretch>
        </p:blipFill>
        <p:spPr>
          <a:xfrm>
            <a:off x="4648023" y="6490667"/>
            <a:ext cx="607894" cy="881668"/>
          </a:xfrm>
          <a:prstGeom prst="rect">
            <a:avLst/>
          </a:prstGeom>
        </p:spPr>
      </p:pic>
      <p:pic>
        <p:nvPicPr>
          <p:cNvPr id="147" name="Picture 146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90264DBF-4BEF-0BD7-6D72-940C65E466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55" r="18328"/>
          <a:stretch>
            <a:fillRect/>
          </a:stretch>
        </p:blipFill>
        <p:spPr>
          <a:xfrm>
            <a:off x="5379629" y="6485439"/>
            <a:ext cx="700134" cy="892124"/>
          </a:xfrm>
          <a:prstGeom prst="rect">
            <a:avLst/>
          </a:prstGeom>
        </p:spPr>
      </p:pic>
      <p:pic>
        <p:nvPicPr>
          <p:cNvPr id="148" name="Picture 147" descr="A close-up of a eye&#10;&#10;AI-generated content may be incorrect.">
            <a:extLst>
              <a:ext uri="{FF2B5EF4-FFF2-40B4-BE49-F238E27FC236}">
                <a16:creationId xmlns:a16="http://schemas.microsoft.com/office/drawing/2014/main" id="{D7C21A62-25BE-99DC-4205-34494D646B25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3" t="26163" r="27169" b="23737"/>
          <a:stretch>
            <a:fillRect/>
          </a:stretch>
        </p:blipFill>
        <p:spPr>
          <a:xfrm>
            <a:off x="3082897" y="6492484"/>
            <a:ext cx="656686" cy="878035"/>
          </a:xfrm>
          <a:prstGeom prst="rect">
            <a:avLst/>
          </a:prstGeom>
        </p:spPr>
      </p:pic>
      <p:pic>
        <p:nvPicPr>
          <p:cNvPr id="149" name="Picture 148" descr="A close-up of a eye&#10;&#10;AI-generated content may be incorrect.">
            <a:extLst>
              <a:ext uri="{FF2B5EF4-FFF2-40B4-BE49-F238E27FC236}">
                <a16:creationId xmlns:a16="http://schemas.microsoft.com/office/drawing/2014/main" id="{617BD89F-60AD-524E-C176-6E2A503D2C90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59" r="53446" b="-2065"/>
          <a:stretch>
            <a:fillRect/>
          </a:stretch>
        </p:blipFill>
        <p:spPr>
          <a:xfrm>
            <a:off x="3089827" y="7010292"/>
            <a:ext cx="638530" cy="362882"/>
          </a:xfrm>
          <a:prstGeom prst="rect">
            <a:avLst/>
          </a:prstGeom>
        </p:spPr>
      </p:pic>
      <p:pic>
        <p:nvPicPr>
          <p:cNvPr id="150" name="Picture 149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30C28698-ECE9-F7F4-9927-45BDAE3224E2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7119" r="39508" b="-2009"/>
          <a:stretch>
            <a:fillRect/>
          </a:stretch>
        </p:blipFill>
        <p:spPr>
          <a:xfrm>
            <a:off x="3859624" y="7058607"/>
            <a:ext cx="656860" cy="315311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0E52F94C-4341-3739-16B9-FEEFCCC32B5D}"/>
              </a:ext>
            </a:extLst>
          </p:cNvPr>
          <p:cNvSpPr txBox="1"/>
          <p:nvPr/>
        </p:nvSpPr>
        <p:spPr>
          <a:xfrm>
            <a:off x="3049671" y="635001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2" name="Picture 151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E90C8D7B-8B32-90B6-00D1-C6F781A571DD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6" t="19114" r="22308" b="25302"/>
          <a:stretch>
            <a:fillRect/>
          </a:stretch>
        </p:blipFill>
        <p:spPr>
          <a:xfrm>
            <a:off x="7359552" y="6577199"/>
            <a:ext cx="687974" cy="751808"/>
          </a:xfrm>
          <a:prstGeom prst="rect">
            <a:avLst/>
          </a:prstGeom>
        </p:spPr>
      </p:pic>
      <p:pic>
        <p:nvPicPr>
          <p:cNvPr id="153" name="Picture 152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6F1A277B-CECF-4C91-9367-FE945BAD9E04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4" t="27517" r="28131" b="27062"/>
          <a:stretch>
            <a:fillRect/>
          </a:stretch>
        </p:blipFill>
        <p:spPr>
          <a:xfrm>
            <a:off x="6180439" y="6387228"/>
            <a:ext cx="836163" cy="978648"/>
          </a:xfrm>
          <a:prstGeom prst="rect">
            <a:avLst/>
          </a:prstGeom>
        </p:spPr>
      </p:pic>
      <p:pic>
        <p:nvPicPr>
          <p:cNvPr id="154" name="Picture 153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544C0BFF-E185-AD7D-4021-AE2B9361767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9" t="24292" r="26992" b="21626"/>
          <a:stretch>
            <a:fillRect/>
          </a:stretch>
        </p:blipFill>
        <p:spPr>
          <a:xfrm>
            <a:off x="8390476" y="6401886"/>
            <a:ext cx="694358" cy="963298"/>
          </a:xfrm>
          <a:prstGeom prst="rect">
            <a:avLst/>
          </a:prstGeom>
        </p:spPr>
      </p:pic>
      <p:pic>
        <p:nvPicPr>
          <p:cNvPr id="155" name="Picture 154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27920569-A7A3-5F4B-7C84-43F2E3F82601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62" r="50405" b="20"/>
          <a:stretch>
            <a:fillRect/>
          </a:stretch>
        </p:blipFill>
        <p:spPr>
          <a:xfrm>
            <a:off x="7369384" y="7000914"/>
            <a:ext cx="666076" cy="332984"/>
          </a:xfrm>
          <a:prstGeom prst="rect">
            <a:avLst/>
          </a:prstGeom>
        </p:spPr>
      </p:pic>
      <p:pic>
        <p:nvPicPr>
          <p:cNvPr id="156" name="Picture 155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FD224F7B-9B25-2474-CE83-23D13CD74E09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8" r="57757"/>
          <a:stretch>
            <a:fillRect/>
          </a:stretch>
        </p:blipFill>
        <p:spPr>
          <a:xfrm>
            <a:off x="6172417" y="7127501"/>
            <a:ext cx="842315" cy="260318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BE6F6BED-37D9-917B-5433-5BAD3030F921}"/>
              </a:ext>
            </a:extLst>
          </p:cNvPr>
          <p:cNvSpPr txBox="1"/>
          <p:nvPr/>
        </p:nvSpPr>
        <p:spPr>
          <a:xfrm>
            <a:off x="6114239" y="635031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8" name="Picture 157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A66ECB8C-B0CB-7F12-965A-9CBCE9993C26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51" r="53499"/>
          <a:stretch>
            <a:fillRect/>
          </a:stretch>
        </p:blipFill>
        <p:spPr>
          <a:xfrm>
            <a:off x="8390371" y="7030403"/>
            <a:ext cx="704242" cy="339290"/>
          </a:xfrm>
          <a:prstGeom prst="rect">
            <a:avLst/>
          </a:prstGeom>
        </p:spPr>
      </p:pic>
      <p:pic>
        <p:nvPicPr>
          <p:cNvPr id="159" name="Picture 158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2A677901-D430-5C1B-673C-B3FA171BBED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27" y="6596901"/>
            <a:ext cx="485775" cy="609600"/>
          </a:xfrm>
          <a:prstGeom prst="rect">
            <a:avLst/>
          </a:prstGeom>
        </p:spPr>
      </p:pic>
      <p:pic>
        <p:nvPicPr>
          <p:cNvPr id="160" name="Picture 159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546F5980-68D1-1971-0337-E6D64378BACE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538" y="6454026"/>
            <a:ext cx="571500" cy="895350"/>
          </a:xfrm>
          <a:prstGeom prst="rect">
            <a:avLst/>
          </a:prstGeom>
        </p:spPr>
      </p:pic>
      <p:pic>
        <p:nvPicPr>
          <p:cNvPr id="161" name="Picture 160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55717B74-F31B-1DA9-13D2-E48A312E17B9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42" y="6439739"/>
            <a:ext cx="514350" cy="923925"/>
          </a:xfrm>
          <a:prstGeom prst="rect">
            <a:avLst/>
          </a:prstGeom>
        </p:spPr>
      </p:pic>
      <p:pic>
        <p:nvPicPr>
          <p:cNvPr id="162" name="Picture 161" descr="A close up of a black eyeball&#10;&#10;AI-generated content may be incorrect.">
            <a:extLst>
              <a:ext uri="{FF2B5EF4-FFF2-40B4-BE49-F238E27FC236}">
                <a16:creationId xmlns:a16="http://schemas.microsoft.com/office/drawing/2014/main" id="{0E650D38-A712-F41A-7C15-BE2E045C826A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82" y="6396876"/>
            <a:ext cx="542925" cy="100965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9437DB14-8E97-5413-9EFC-43CB81D0A48F}"/>
              </a:ext>
            </a:extLst>
          </p:cNvPr>
          <p:cNvSpPr txBox="1"/>
          <p:nvPr/>
        </p:nvSpPr>
        <p:spPr>
          <a:xfrm>
            <a:off x="9162240" y="635562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mc_solitary_black_to_puff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64" name="Picture 16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E26B8EB2-554A-962A-FBBE-EFD71C6BCC1A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02" y="7714281"/>
            <a:ext cx="485775" cy="609600"/>
          </a:xfrm>
          <a:prstGeom prst="rect">
            <a:avLst/>
          </a:prstGeom>
        </p:spPr>
      </p:pic>
      <p:pic>
        <p:nvPicPr>
          <p:cNvPr id="165" name="Picture 164" descr="A black dot with a number&#10;&#10;AI-generated content may be incorrect.">
            <a:extLst>
              <a:ext uri="{FF2B5EF4-FFF2-40B4-BE49-F238E27FC236}">
                <a16:creationId xmlns:a16="http://schemas.microsoft.com/office/drawing/2014/main" id="{285C9113-31EB-4026-57BC-25E2515B0EF7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73" y="7614269"/>
            <a:ext cx="485775" cy="809625"/>
          </a:xfrm>
          <a:prstGeom prst="rect">
            <a:avLst/>
          </a:prstGeom>
        </p:spPr>
      </p:pic>
      <p:pic>
        <p:nvPicPr>
          <p:cNvPr id="166" name="Picture 16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37575C9E-0604-47DC-1831-335D90F9EBBE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0" y="7642844"/>
            <a:ext cx="485775" cy="752475"/>
          </a:xfrm>
          <a:prstGeom prst="rect">
            <a:avLst/>
          </a:prstGeom>
        </p:spPr>
      </p:pic>
      <p:pic>
        <p:nvPicPr>
          <p:cNvPr id="167" name="Picture 166" descr="A black dot with numbers and a black line&#10;&#10;AI-generated content may be incorrect.">
            <a:extLst>
              <a:ext uri="{FF2B5EF4-FFF2-40B4-BE49-F238E27FC236}">
                <a16:creationId xmlns:a16="http://schemas.microsoft.com/office/drawing/2014/main" id="{178EEFD9-9F5E-85C0-294D-8DFFC9F44DBC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8" y="7699994"/>
            <a:ext cx="485775" cy="638175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0EA0B6B8-DA92-80D9-DE31-747FB17A28E7}"/>
              </a:ext>
            </a:extLst>
          </p:cNvPr>
          <p:cNvSpPr txBox="1"/>
          <p:nvPr/>
        </p:nvSpPr>
        <p:spPr>
          <a:xfrm>
            <a:off x="-10087" y="745219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solitaryblack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846E8A0-5254-C649-B206-9E007356DF83}"/>
              </a:ext>
            </a:extLst>
          </p:cNvPr>
          <p:cNvSpPr txBox="1"/>
          <p:nvPr/>
        </p:nvSpPr>
        <p:spPr>
          <a:xfrm>
            <a:off x="3057838" y="7449249"/>
            <a:ext cx="914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C7727"/>
                </a:solidFill>
              </a:rPr>
              <a:t>g: Crustaceans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112A230-AB10-D7CD-490F-FDF00ECA1D70}"/>
              </a:ext>
            </a:extLst>
          </p:cNvPr>
          <p:cNvSpPr txBox="1"/>
          <p:nvPr/>
        </p:nvSpPr>
        <p:spPr>
          <a:xfrm>
            <a:off x="7021" y="12398428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C2A9D"/>
                </a:solidFill>
              </a:rPr>
              <a:t>h: Gelatinous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F6CE9411-8C9B-2AAC-ED11-CAE607067360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9" t="28851" r="8749" b="30261"/>
          <a:stretch>
            <a:fillRect/>
          </a:stretch>
        </p:blipFill>
        <p:spPr>
          <a:xfrm>
            <a:off x="2106257" y="13133004"/>
            <a:ext cx="929494" cy="1288563"/>
          </a:xfrm>
          <a:prstGeom prst="rect">
            <a:avLst/>
          </a:prstGeom>
        </p:spPr>
      </p:pic>
      <p:sp>
        <p:nvSpPr>
          <p:cNvPr id="172" name="Rectangle 171">
            <a:extLst>
              <a:ext uri="{FF2B5EF4-FFF2-40B4-BE49-F238E27FC236}">
                <a16:creationId xmlns:a16="http://schemas.microsoft.com/office/drawing/2014/main" id="{A8E924F5-B3E9-3E36-632D-0CAC319C6A44}"/>
              </a:ext>
            </a:extLst>
          </p:cNvPr>
          <p:cNvSpPr/>
          <p:nvPr/>
        </p:nvSpPr>
        <p:spPr>
          <a:xfrm>
            <a:off x="0" y="12778499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3DF5A0B-F109-5879-6CFB-44EC4C08F75B}"/>
              </a:ext>
            </a:extLst>
          </p:cNvPr>
          <p:cNvSpPr/>
          <p:nvPr/>
        </p:nvSpPr>
        <p:spPr>
          <a:xfrm>
            <a:off x="3048000" y="12778499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92FC93D-BDC4-9E69-F312-7E92CF0D177E}"/>
              </a:ext>
            </a:extLst>
          </p:cNvPr>
          <p:cNvSpPr/>
          <p:nvPr/>
        </p:nvSpPr>
        <p:spPr>
          <a:xfrm>
            <a:off x="9144000" y="12778499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B4444D4-6DE1-1046-F43E-8159BA3AD8D7}"/>
              </a:ext>
            </a:extLst>
          </p:cNvPr>
          <p:cNvSpPr/>
          <p:nvPr/>
        </p:nvSpPr>
        <p:spPr>
          <a:xfrm>
            <a:off x="9144000" y="14536049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C70EC79-4408-BC46-FE81-A842D63EFCF0}"/>
              </a:ext>
            </a:extLst>
          </p:cNvPr>
          <p:cNvSpPr/>
          <p:nvPr/>
        </p:nvSpPr>
        <p:spPr>
          <a:xfrm>
            <a:off x="6096333" y="15779836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2D8356C-3060-6729-895A-34A01CC4CC4F}"/>
              </a:ext>
            </a:extLst>
          </p:cNvPr>
          <p:cNvSpPr txBox="1"/>
          <p:nvPr/>
        </p:nvSpPr>
        <p:spPr>
          <a:xfrm>
            <a:off x="3038502" y="1277849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Doliolida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4DE1CF2-CB95-1FB7-9A71-2247EAA2404C}"/>
              </a:ext>
            </a:extLst>
          </p:cNvPr>
          <p:cNvSpPr txBox="1"/>
          <p:nvPr/>
        </p:nvSpPr>
        <p:spPr>
          <a:xfrm>
            <a:off x="3033588" y="1454096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Siphonophorae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7756726-D018-F9BB-EEA3-FA3DFE9E7BB6}"/>
              </a:ext>
            </a:extLst>
          </p:cNvPr>
          <p:cNvSpPr txBox="1"/>
          <p:nvPr/>
        </p:nvSpPr>
        <p:spPr>
          <a:xfrm>
            <a:off x="6103070" y="1277880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Salpida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DC89BB7-54DD-4CA6-6C05-CE4F772410BD}"/>
              </a:ext>
            </a:extLst>
          </p:cNvPr>
          <p:cNvSpPr txBox="1"/>
          <p:nvPr/>
        </p:nvSpPr>
        <p:spPr>
          <a:xfrm>
            <a:off x="3048340" y="1580442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Ctenophora_Metazoa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B91321B-9468-0E07-F43C-E7279188496A}"/>
              </a:ext>
            </a:extLst>
          </p:cNvPr>
          <p:cNvSpPr txBox="1"/>
          <p:nvPr/>
        </p:nvSpPr>
        <p:spPr>
          <a:xfrm>
            <a:off x="6112908" y="1580473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t005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ADF1343C-7B65-D1AE-5689-3A51A2FC3A12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27658" r="28700" b="27225"/>
          <a:stretch>
            <a:fillRect/>
          </a:stretch>
        </p:blipFill>
        <p:spPr>
          <a:xfrm>
            <a:off x="1203655" y="12952982"/>
            <a:ext cx="911967" cy="1405134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C9D53B13-86B5-B35C-CC1C-35FEB47092EC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2" r="10064" b="24266"/>
          <a:stretch>
            <a:fillRect/>
          </a:stretch>
        </p:blipFill>
        <p:spPr>
          <a:xfrm>
            <a:off x="35140" y="12807097"/>
            <a:ext cx="1162853" cy="1697239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1A7C3A6F-2A98-4D1A-8176-BF08C7A8F342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9" r="58052" b="36"/>
          <a:stretch>
            <a:fillRect/>
          </a:stretch>
        </p:blipFill>
        <p:spPr>
          <a:xfrm>
            <a:off x="1201845" y="14165803"/>
            <a:ext cx="911967" cy="306625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D3FB4055-9C96-A833-C3BD-77CA72D7D7B4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0" r="38816" b="-306"/>
          <a:stretch>
            <a:fillRect/>
          </a:stretch>
        </p:blipFill>
        <p:spPr>
          <a:xfrm>
            <a:off x="11655" y="14358115"/>
            <a:ext cx="1162851" cy="152992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B713A7C9-8A37-51CD-F66A-8E53DE5D9BD0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41" r="49529" b="-168"/>
          <a:stretch>
            <a:fillRect/>
          </a:stretch>
        </p:blipFill>
        <p:spPr>
          <a:xfrm>
            <a:off x="2107026" y="14227094"/>
            <a:ext cx="929491" cy="180491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F6C22957-61AA-5364-ECDB-DE595392D6BC}"/>
              </a:ext>
            </a:extLst>
          </p:cNvPr>
          <p:cNvSpPr txBox="1"/>
          <p:nvPr/>
        </p:nvSpPr>
        <p:spPr>
          <a:xfrm>
            <a:off x="-9499" y="1277319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house</a:t>
            </a:r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105D5CAB-C88B-DEE5-BEA4-92D150AA26E6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6" b="34246"/>
          <a:stretch>
            <a:fillRect/>
          </a:stretch>
        </p:blipFill>
        <p:spPr>
          <a:xfrm rot="5400000">
            <a:off x="4125405" y="12632488"/>
            <a:ext cx="914400" cy="1650153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51DBA273-ADB5-19AA-37B1-7EC3B8F0EEEA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0"/>
          <a:stretch>
            <a:fillRect/>
          </a:stretch>
        </p:blipFill>
        <p:spPr>
          <a:xfrm>
            <a:off x="3758542" y="13950348"/>
            <a:ext cx="914400" cy="375045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17E42355-8917-B93E-BC52-B43EE372CD82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2" r="29061"/>
          <a:stretch>
            <a:fillRect/>
          </a:stretch>
        </p:blipFill>
        <p:spPr>
          <a:xfrm>
            <a:off x="7946007" y="13109648"/>
            <a:ext cx="1170397" cy="1275696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D4468203-EA2B-1838-F15D-0F34D9FE0E37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98" y="13215757"/>
            <a:ext cx="828684" cy="1063478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1A35E8D8-032A-B4A5-29D3-3A7858CC14FB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1" t="12323" r="20824" b="27051"/>
          <a:stretch>
            <a:fillRect/>
          </a:stretch>
        </p:blipFill>
        <p:spPr>
          <a:xfrm>
            <a:off x="6993531" y="13024164"/>
            <a:ext cx="890626" cy="1446665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03CCC377-C0E5-8EF7-C05E-0067863CC91D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91" r="49941" b="-623"/>
          <a:stretch>
            <a:fillRect/>
          </a:stretch>
        </p:blipFill>
        <p:spPr>
          <a:xfrm>
            <a:off x="7044657" y="14207267"/>
            <a:ext cx="888031" cy="282335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FF9DBAFF-0F84-954A-319C-7513E5352F52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9" t="29748" r="29082" b="29930"/>
          <a:stretch>
            <a:fillRect/>
          </a:stretch>
        </p:blipFill>
        <p:spPr>
          <a:xfrm>
            <a:off x="9186683" y="13070431"/>
            <a:ext cx="829774" cy="1434409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23C7490E-96B5-9D32-E08B-DF05C8F02740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t="30037" r="37061" b="29905"/>
          <a:stretch>
            <a:fillRect/>
          </a:stretch>
        </p:blipFill>
        <p:spPr>
          <a:xfrm>
            <a:off x="10781342" y="13043650"/>
            <a:ext cx="1397286" cy="1348798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60058942-6EA9-4C3C-DBC7-63E730DECDE0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t="19533" r="35662" b="26201"/>
          <a:stretch>
            <a:fillRect/>
          </a:stretch>
        </p:blipFill>
        <p:spPr>
          <a:xfrm>
            <a:off x="9991174" y="13281510"/>
            <a:ext cx="815451" cy="921225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A7E4B4A7-AA3A-B0D8-A10B-A0AD8D6CD7EE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12" r="61236"/>
          <a:stretch>
            <a:fillRect/>
          </a:stretch>
        </p:blipFill>
        <p:spPr>
          <a:xfrm>
            <a:off x="9188841" y="14295387"/>
            <a:ext cx="828588" cy="20945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C834FFB8-F7CB-795A-7ABC-17A3F81DAAB0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20" r="49393"/>
          <a:stretch>
            <a:fillRect/>
          </a:stretch>
        </p:blipFill>
        <p:spPr>
          <a:xfrm>
            <a:off x="10005849" y="13945030"/>
            <a:ext cx="796041" cy="257705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66E1C874-C567-4944-D6DC-AC608D7C67B0}"/>
              </a:ext>
            </a:extLst>
          </p:cNvPr>
          <p:cNvSpPr txBox="1"/>
          <p:nvPr/>
        </p:nvSpPr>
        <p:spPr>
          <a:xfrm>
            <a:off x="9151071" y="1278411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Cnidaria_Metazoa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00" name="Picture 199">
            <a:extLst>
              <a:ext uri="{FF2B5EF4-FFF2-40B4-BE49-F238E27FC236}">
                <a16:creationId xmlns:a16="http://schemas.microsoft.com/office/drawing/2014/main" id="{F99D16CA-AF66-EBAC-37F8-9F03565F27A2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54" r="53848" b="-221"/>
          <a:stretch>
            <a:fillRect/>
          </a:stretch>
        </p:blipFill>
        <p:spPr>
          <a:xfrm>
            <a:off x="10783923" y="14274045"/>
            <a:ext cx="1397286" cy="133540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41735859-14EA-9C4A-9CA2-CFF1C48C469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35" y="14677807"/>
            <a:ext cx="485775" cy="981075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92025C72-4858-A8BA-16C1-20543FF8854A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" y="14634944"/>
            <a:ext cx="800100" cy="1066800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3D9DE736-1198-B4A1-7BC6-1EAE9FA6CDCE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06" y="14620657"/>
            <a:ext cx="638175" cy="1095375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801FA78F-BEA9-256F-D0C2-3B6084990B4E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33" y="14720669"/>
            <a:ext cx="628650" cy="895350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7DA5B5D2-3364-69A5-39D9-0BFBF7E93E78}"/>
              </a:ext>
            </a:extLst>
          </p:cNvPr>
          <p:cNvSpPr txBox="1"/>
          <p:nvPr/>
        </p:nvSpPr>
        <p:spPr>
          <a:xfrm>
            <a:off x="-14413" y="1453566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Hydrozoa</a:t>
            </a:r>
          </a:p>
        </p:txBody>
      </p:sp>
      <p:pic>
        <p:nvPicPr>
          <p:cNvPr id="206" name="Picture 205">
            <a:extLst>
              <a:ext uri="{FF2B5EF4-FFF2-40B4-BE49-F238E27FC236}">
                <a16:creationId xmlns:a16="http://schemas.microsoft.com/office/drawing/2014/main" id="{4851E0CE-35F1-0A05-47D9-14F7DFF5594B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35"/>
          <a:stretch>
            <a:fillRect/>
          </a:stretch>
        </p:blipFill>
        <p:spPr>
          <a:xfrm rot="5400000">
            <a:off x="4201275" y="13754101"/>
            <a:ext cx="750766" cy="2974647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F90B025E-C5F8-8398-E2F3-8A09D9E3D02A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78"/>
          <a:stretch>
            <a:fillRect/>
          </a:stretch>
        </p:blipFill>
        <p:spPr>
          <a:xfrm>
            <a:off x="3136072" y="15625227"/>
            <a:ext cx="750769" cy="85224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CD24B582-7E87-FAA5-29A6-DF1736F713F1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1" r="24014"/>
          <a:stretch>
            <a:fillRect/>
          </a:stretch>
        </p:blipFill>
        <p:spPr>
          <a:xfrm>
            <a:off x="6137334" y="14620657"/>
            <a:ext cx="643610" cy="1148022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C7E2FCE5-6309-3DF6-6CFB-F01D9D9158FB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25" r="29191" b="29897"/>
          <a:stretch>
            <a:fillRect/>
          </a:stretch>
        </p:blipFill>
        <p:spPr>
          <a:xfrm>
            <a:off x="8100118" y="14554568"/>
            <a:ext cx="1002026" cy="1201373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E4C167DB-52E8-CB47-097C-57A575792A00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1" r="29191"/>
          <a:stretch>
            <a:fillRect/>
          </a:stretch>
        </p:blipFill>
        <p:spPr>
          <a:xfrm>
            <a:off x="8114147" y="15634258"/>
            <a:ext cx="1002026" cy="121683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DE847F7-368C-7869-3DB5-62EB8B54E2B6}"/>
              </a:ext>
            </a:extLst>
          </p:cNvPr>
          <p:cNvSpPr txBox="1"/>
          <p:nvPr/>
        </p:nvSpPr>
        <p:spPr>
          <a:xfrm>
            <a:off x="6098156" y="1454127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Narcomedusae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12" name="Picture 211">
            <a:extLst>
              <a:ext uri="{FF2B5EF4-FFF2-40B4-BE49-F238E27FC236}">
                <a16:creationId xmlns:a16="http://schemas.microsoft.com/office/drawing/2014/main" id="{1A953AD1-8F84-3257-38D5-114CF8CE440D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2" r="33571" b="46243"/>
          <a:stretch>
            <a:fillRect/>
          </a:stretch>
        </p:blipFill>
        <p:spPr>
          <a:xfrm>
            <a:off x="9712033" y="14586944"/>
            <a:ext cx="750770" cy="1140639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F9D3261D-9D28-D155-76C3-1FB626AEBDA7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6" r="8826" b="30979"/>
          <a:stretch>
            <a:fillRect/>
          </a:stretch>
        </p:blipFill>
        <p:spPr>
          <a:xfrm>
            <a:off x="10900009" y="14586944"/>
            <a:ext cx="885828" cy="1093803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90631B42-A8C0-2E99-3C9A-9EF1ED89211A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53" r="66638"/>
          <a:stretch>
            <a:fillRect/>
          </a:stretch>
        </p:blipFill>
        <p:spPr>
          <a:xfrm>
            <a:off x="9726124" y="15607770"/>
            <a:ext cx="704412" cy="119813"/>
          </a:xfrm>
          <a:prstGeom prst="rect">
            <a:avLst/>
          </a:prstGeom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C4E521C7-3D3E-6404-082F-5DC308A8B1B9}"/>
              </a:ext>
            </a:extLst>
          </p:cNvPr>
          <p:cNvSpPr txBox="1"/>
          <p:nvPr/>
        </p:nvSpPr>
        <p:spPr>
          <a:xfrm>
            <a:off x="9146157" y="1454658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Solmundella_bitentaculata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1F017666-E1FC-1D7A-FC71-336E8516AF36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42" r="8826"/>
          <a:stretch>
            <a:fillRect/>
          </a:stretch>
        </p:blipFill>
        <p:spPr>
          <a:xfrm>
            <a:off x="10903654" y="15589372"/>
            <a:ext cx="885830" cy="138211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D2805E01-1E73-B5AE-E241-A02CC8076511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8" t="25029" r="13043" b="29636"/>
          <a:stretch>
            <a:fillRect/>
          </a:stretch>
        </p:blipFill>
        <p:spPr>
          <a:xfrm>
            <a:off x="818226" y="16300257"/>
            <a:ext cx="1671806" cy="851163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DE510523-7023-65BA-700A-34DC10640705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" t="27752" r="2239" b="20040"/>
          <a:stretch>
            <a:fillRect/>
          </a:stretch>
        </p:blipFill>
        <p:spPr>
          <a:xfrm>
            <a:off x="2547970" y="15955048"/>
            <a:ext cx="476487" cy="1541581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CB201F5A-DAA1-FD2A-7E94-19A8E7DB3626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7" t="29267" b="30457"/>
          <a:stretch>
            <a:fillRect/>
          </a:stretch>
        </p:blipFill>
        <p:spPr>
          <a:xfrm>
            <a:off x="54262" y="15806564"/>
            <a:ext cx="706026" cy="1838548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9CAF742E-5B86-DE72-D865-3C05A77CE7ED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87197"/>
          <a:stretch>
            <a:fillRect/>
          </a:stretch>
        </p:blipFill>
        <p:spPr>
          <a:xfrm>
            <a:off x="2566969" y="16981113"/>
            <a:ext cx="457488" cy="378053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EB31418E-629A-C7F9-0441-FB825FAA8C9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77" r="28926"/>
          <a:stretch>
            <a:fillRect/>
          </a:stretch>
        </p:blipFill>
        <p:spPr>
          <a:xfrm>
            <a:off x="68502" y="17351918"/>
            <a:ext cx="765135" cy="293194"/>
          </a:xfrm>
          <a:prstGeom prst="rect">
            <a:avLst/>
          </a:prstGeom>
        </p:spPr>
      </p:pic>
      <p:sp>
        <p:nvSpPr>
          <p:cNvPr id="222" name="TextBox 221">
            <a:extLst>
              <a:ext uri="{FF2B5EF4-FFF2-40B4-BE49-F238E27FC236}">
                <a16:creationId xmlns:a16="http://schemas.microsoft.com/office/drawing/2014/main" id="{BC3095CD-E0C8-B6CB-3E39-7D69FBF4E5E0}"/>
              </a:ext>
            </a:extLst>
          </p:cNvPr>
          <p:cNvSpPr txBox="1"/>
          <p:nvPr/>
        </p:nvSpPr>
        <p:spPr>
          <a:xfrm>
            <a:off x="339" y="1578928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tentacle_Cnidaria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7D62C4FD-3E08-ADA2-F5D9-8C4A5EB74101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18" r="54310"/>
          <a:stretch>
            <a:fillRect/>
          </a:stretch>
        </p:blipFill>
        <p:spPr>
          <a:xfrm>
            <a:off x="810259" y="17014505"/>
            <a:ext cx="1671806" cy="256874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C45B84FF-EE5B-751E-EA9F-1012EF218502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10907" r="24680" b="20886"/>
          <a:stretch>
            <a:fillRect/>
          </a:stretch>
        </p:blipFill>
        <p:spPr>
          <a:xfrm>
            <a:off x="4005466" y="16282962"/>
            <a:ext cx="818443" cy="1078461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8DA9AB8C-7866-63D1-FAE8-F658A80153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85" y="16189573"/>
            <a:ext cx="884439" cy="1265239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5236601F-D625-3CA6-6C9A-FF38C6D5B34F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27704" r="30359" b="24031"/>
          <a:stretch>
            <a:fillRect/>
          </a:stretch>
        </p:blipFill>
        <p:spPr>
          <a:xfrm>
            <a:off x="4863551" y="16255651"/>
            <a:ext cx="1198801" cy="113308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E1385DE3-F855-97CC-4BE8-7E078D46A75B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16" r="49164" b="-2462"/>
          <a:stretch>
            <a:fillRect/>
          </a:stretch>
        </p:blipFill>
        <p:spPr>
          <a:xfrm>
            <a:off x="3929023" y="17050976"/>
            <a:ext cx="813473" cy="361242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E5BB29A1-0BBB-13F5-DF5C-EE99EB2B7D30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60" r="64561" b="413"/>
          <a:stretch>
            <a:fillRect/>
          </a:stretch>
        </p:blipFill>
        <p:spPr>
          <a:xfrm>
            <a:off x="4845445" y="17093095"/>
            <a:ext cx="1153044" cy="265877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1F56601-9E46-4D5E-6E62-F7D6F183414F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3" r="21825"/>
          <a:stretch>
            <a:fillRect/>
          </a:stretch>
        </p:blipFill>
        <p:spPr>
          <a:xfrm>
            <a:off x="6131173" y="16218399"/>
            <a:ext cx="737164" cy="117299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DA2F5BA1-3FDF-4138-0B57-803A6137F6B0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7" t="23423" r="28671" b="24666"/>
          <a:stretch>
            <a:fillRect/>
          </a:stretch>
        </p:blipFill>
        <p:spPr>
          <a:xfrm>
            <a:off x="7032029" y="16346809"/>
            <a:ext cx="914400" cy="924645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37697B79-6DEF-264E-D1CE-A2C9F7DED78B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8" r="27861"/>
          <a:stretch>
            <a:fillRect/>
          </a:stretch>
        </p:blipFill>
        <p:spPr>
          <a:xfrm>
            <a:off x="8110121" y="16209928"/>
            <a:ext cx="1010077" cy="1189935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0C805E99-6051-76FE-A6BD-C8C96870F2D7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521" r="55349"/>
          <a:stretch>
            <a:fillRect/>
          </a:stretch>
        </p:blipFill>
        <p:spPr>
          <a:xfrm>
            <a:off x="7014381" y="16971900"/>
            <a:ext cx="914400" cy="311325"/>
          </a:xfrm>
          <a:prstGeom prst="rect">
            <a:avLst/>
          </a:prstGeom>
        </p:spPr>
      </p:pic>
      <p:sp>
        <p:nvSpPr>
          <p:cNvPr id="233" name="Rectangle 232">
            <a:extLst>
              <a:ext uri="{FF2B5EF4-FFF2-40B4-BE49-F238E27FC236}">
                <a16:creationId xmlns:a16="http://schemas.microsoft.com/office/drawing/2014/main" id="{5D22DEE9-8BEB-541F-D9D2-D422C7CC687B}"/>
              </a:ext>
            </a:extLst>
          </p:cNvPr>
          <p:cNvSpPr/>
          <p:nvPr/>
        </p:nvSpPr>
        <p:spPr>
          <a:xfrm>
            <a:off x="9139417" y="525670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03E5CB3F-8E89-58DE-902B-A4A98DDC3A2B}"/>
              </a:ext>
            </a:extLst>
          </p:cNvPr>
          <p:cNvSpPr/>
          <p:nvPr/>
        </p:nvSpPr>
        <p:spPr>
          <a:xfrm>
            <a:off x="3048000" y="1756407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FC640352-BCAC-55D9-AFCD-59A7D3C958D0}"/>
              </a:ext>
            </a:extLst>
          </p:cNvPr>
          <p:cNvSpPr/>
          <p:nvPr/>
        </p:nvSpPr>
        <p:spPr>
          <a:xfrm>
            <a:off x="333" y="4160406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E590519-0A94-7382-F362-54A31553E456}"/>
              </a:ext>
            </a:extLst>
          </p:cNvPr>
          <p:cNvSpPr/>
          <p:nvPr/>
        </p:nvSpPr>
        <p:spPr>
          <a:xfrm>
            <a:off x="3048335" y="6343167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4D6DA07-0A65-650E-87F4-199E7C33B2BB}"/>
              </a:ext>
            </a:extLst>
          </p:cNvPr>
          <p:cNvSpPr/>
          <p:nvPr/>
        </p:nvSpPr>
        <p:spPr>
          <a:xfrm>
            <a:off x="-4583" y="525670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1B8B6AB8-92EF-C01D-E386-F201A4CBCD6C}"/>
              </a:ext>
            </a:extLst>
          </p:cNvPr>
          <p:cNvSpPr/>
          <p:nvPr/>
        </p:nvSpPr>
        <p:spPr>
          <a:xfrm>
            <a:off x="3043417" y="5256702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3287B779-0422-95E2-EE20-26FB557928A8}"/>
              </a:ext>
            </a:extLst>
          </p:cNvPr>
          <p:cNvSpPr/>
          <p:nvPr/>
        </p:nvSpPr>
        <p:spPr>
          <a:xfrm>
            <a:off x="9144333" y="3000194"/>
            <a:ext cx="3048000" cy="1168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000153-A157-58F8-D411-A61AE29AFA81}"/>
              </a:ext>
            </a:extLst>
          </p:cNvPr>
          <p:cNvSpPr/>
          <p:nvPr/>
        </p:nvSpPr>
        <p:spPr>
          <a:xfrm>
            <a:off x="9144333" y="4160406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BC2F02F1-4586-4278-2A7C-A5B51AF5F428}"/>
              </a:ext>
            </a:extLst>
          </p:cNvPr>
          <p:cNvSpPr/>
          <p:nvPr/>
        </p:nvSpPr>
        <p:spPr>
          <a:xfrm>
            <a:off x="9144335" y="6343167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713FC39-04DD-3ADD-E461-74488DF4B60D}"/>
              </a:ext>
            </a:extLst>
          </p:cNvPr>
          <p:cNvSpPr/>
          <p:nvPr/>
        </p:nvSpPr>
        <p:spPr>
          <a:xfrm>
            <a:off x="3048000" y="14536049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B06E64-6043-BEB5-BB02-8F2FF08B0734}"/>
              </a:ext>
            </a:extLst>
          </p:cNvPr>
          <p:cNvSpPr/>
          <p:nvPr/>
        </p:nvSpPr>
        <p:spPr>
          <a:xfrm>
            <a:off x="0" y="14536049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A0AE4430-FEBF-775F-26C7-2F6B0A0A55B8}"/>
              </a:ext>
            </a:extLst>
          </p:cNvPr>
          <p:cNvSpPr/>
          <p:nvPr/>
        </p:nvSpPr>
        <p:spPr>
          <a:xfrm>
            <a:off x="6096000" y="12778499"/>
            <a:ext cx="3048000" cy="17587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1DB3FA2A-F0DE-6EDC-59A3-ECE7273E8AB0}"/>
              </a:ext>
            </a:extLst>
          </p:cNvPr>
          <p:cNvSpPr/>
          <p:nvPr/>
        </p:nvSpPr>
        <p:spPr>
          <a:xfrm>
            <a:off x="6096000" y="14536049"/>
            <a:ext cx="3048000" cy="1248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BBCE82A-8586-B101-027B-C50441AFC250}"/>
              </a:ext>
            </a:extLst>
          </p:cNvPr>
          <p:cNvSpPr/>
          <p:nvPr/>
        </p:nvSpPr>
        <p:spPr>
          <a:xfrm>
            <a:off x="333" y="15779836"/>
            <a:ext cx="3048000" cy="190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9449519-80BE-3231-338E-EE2C1CAD2F1D}"/>
              </a:ext>
            </a:extLst>
          </p:cNvPr>
          <p:cNvSpPr/>
          <p:nvPr/>
        </p:nvSpPr>
        <p:spPr>
          <a:xfrm>
            <a:off x="3048333" y="15779836"/>
            <a:ext cx="3048000" cy="190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48" name="Picture 247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DC520A31-5D6E-1429-96FF-DA606CE8B7DB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0" t="26511" r="12045" b="32930"/>
          <a:stretch>
            <a:fillRect/>
          </a:stretch>
        </p:blipFill>
        <p:spPr>
          <a:xfrm rot="16200000">
            <a:off x="6931809" y="7719099"/>
            <a:ext cx="1241555" cy="1555289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B87E11E4-AAFF-434C-613F-280BEB8EA3CE}"/>
              </a:ext>
            </a:extLst>
          </p:cNvPr>
          <p:cNvSpPr txBox="1"/>
          <p:nvPr/>
        </p:nvSpPr>
        <p:spPr>
          <a:xfrm>
            <a:off x="6086502" y="78183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Eumalacostraca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81152F1-4895-29DD-0BD3-6AF4D57ADD95}"/>
              </a:ext>
            </a:extLst>
          </p:cNvPr>
          <p:cNvSpPr txBox="1"/>
          <p:nvPr/>
        </p:nvSpPr>
        <p:spPr>
          <a:xfrm>
            <a:off x="3055071" y="920188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like_Amphipoda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E5AFFFA-D64F-D6DF-FF58-61143F3A2B1E}"/>
              </a:ext>
            </a:extLst>
          </p:cNvPr>
          <p:cNvSpPr txBox="1"/>
          <p:nvPr/>
        </p:nvSpPr>
        <p:spPr>
          <a:xfrm>
            <a:off x="3038501" y="78130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Crustacea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F6B6760-F65B-F070-1C51-FDBDBAEAF9EA}"/>
              </a:ext>
            </a:extLst>
          </p:cNvPr>
          <p:cNvSpPr txBox="1"/>
          <p:nvPr/>
        </p:nvSpPr>
        <p:spPr>
          <a:xfrm>
            <a:off x="6087937" y="917478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shrimp_like</a:t>
            </a:r>
            <a:endParaRPr lang="en-US" sz="1200" b="1" dirty="0">
              <a:solidFill>
                <a:srgbClr val="EC7727"/>
              </a:solidFill>
            </a:endParaRPr>
          </a:p>
          <a:p>
            <a:pPr algn="ctr"/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D0F525D-7244-F600-A79A-D18529D86B73}"/>
              </a:ext>
            </a:extLst>
          </p:cNvPr>
          <p:cNvSpPr txBox="1"/>
          <p:nvPr/>
        </p:nvSpPr>
        <p:spPr>
          <a:xfrm>
            <a:off x="9151070" y="781862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Hyperia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254" name="Picture 253" descr="A black and white feather&#10;&#10;AI-generated content may be incorrect.">
            <a:extLst>
              <a:ext uri="{FF2B5EF4-FFF2-40B4-BE49-F238E27FC236}">
                <a16:creationId xmlns:a16="http://schemas.microsoft.com/office/drawing/2014/main" id="{70FD36D1-0E6B-1E4D-0EA6-D1DDE4987A98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6" b="23307"/>
          <a:stretch>
            <a:fillRect/>
          </a:stretch>
        </p:blipFill>
        <p:spPr>
          <a:xfrm>
            <a:off x="3098868" y="7854787"/>
            <a:ext cx="942975" cy="1296220"/>
          </a:xfrm>
          <a:prstGeom prst="rect">
            <a:avLst/>
          </a:prstGeom>
        </p:spPr>
      </p:pic>
      <p:pic>
        <p:nvPicPr>
          <p:cNvPr id="255" name="Picture 254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20A915EF-06D5-D66E-BD17-C671FFD5C3E2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7" r="16165" b="20050"/>
          <a:stretch>
            <a:fillRect/>
          </a:stretch>
        </p:blipFill>
        <p:spPr>
          <a:xfrm>
            <a:off x="4944973" y="7996484"/>
            <a:ext cx="1121545" cy="1012826"/>
          </a:xfrm>
          <a:prstGeom prst="rect">
            <a:avLst/>
          </a:prstGeom>
        </p:spPr>
      </p:pic>
      <p:pic>
        <p:nvPicPr>
          <p:cNvPr id="256" name="Picture 255" descr="A black and white image of a fish&#10;&#10;AI-generated content may be incorrect.">
            <a:extLst>
              <a:ext uri="{FF2B5EF4-FFF2-40B4-BE49-F238E27FC236}">
                <a16:creationId xmlns:a16="http://schemas.microsoft.com/office/drawing/2014/main" id="{30B2B318-107C-4F17-F073-7E22E528F174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>
          <a:xfrm>
            <a:off x="3962586" y="8055222"/>
            <a:ext cx="1061645" cy="895350"/>
          </a:xfrm>
          <a:prstGeom prst="rect">
            <a:avLst/>
          </a:prstGeom>
        </p:spPr>
      </p:pic>
      <p:pic>
        <p:nvPicPr>
          <p:cNvPr id="257" name="Picture 256" descr="A black and white feather&#10;&#10;AI-generated content may be incorrect.">
            <a:extLst>
              <a:ext uri="{FF2B5EF4-FFF2-40B4-BE49-F238E27FC236}">
                <a16:creationId xmlns:a16="http://schemas.microsoft.com/office/drawing/2014/main" id="{34790A4C-F16F-CFE5-468B-9454E3E6DF00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3" b="-1"/>
          <a:stretch>
            <a:fillRect/>
          </a:stretch>
        </p:blipFill>
        <p:spPr>
          <a:xfrm>
            <a:off x="3093692" y="8731829"/>
            <a:ext cx="942975" cy="419177"/>
          </a:xfrm>
          <a:prstGeom prst="rect">
            <a:avLst/>
          </a:prstGeom>
        </p:spPr>
      </p:pic>
      <p:pic>
        <p:nvPicPr>
          <p:cNvPr id="258" name="Picture 257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D79E3CDE-73D9-36C6-6CE8-4317AFDC76BC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87" r="40532"/>
          <a:stretch>
            <a:fillRect/>
          </a:stretch>
        </p:blipFill>
        <p:spPr>
          <a:xfrm>
            <a:off x="4944973" y="8722412"/>
            <a:ext cx="1121545" cy="301671"/>
          </a:xfrm>
          <a:prstGeom prst="rect">
            <a:avLst/>
          </a:prstGeom>
        </p:spPr>
      </p:pic>
      <p:pic>
        <p:nvPicPr>
          <p:cNvPr id="259" name="Picture 258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305D8898-6AF8-C2F4-19F7-A296AF50DDC5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0" r="12045"/>
          <a:stretch>
            <a:fillRect/>
          </a:stretch>
        </p:blipFill>
        <p:spPr>
          <a:xfrm>
            <a:off x="6672653" y="8950113"/>
            <a:ext cx="1704256" cy="175590"/>
          </a:xfrm>
          <a:prstGeom prst="rect">
            <a:avLst/>
          </a:prstGeom>
        </p:spPr>
      </p:pic>
      <p:pic>
        <p:nvPicPr>
          <p:cNvPr id="260" name="Picture 259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C69CA949-F149-8E36-4E86-12C48CAFF16D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4" t="27776" b="23320"/>
          <a:stretch>
            <a:fillRect/>
          </a:stretch>
        </p:blipFill>
        <p:spPr>
          <a:xfrm>
            <a:off x="9211331" y="7900505"/>
            <a:ext cx="732674" cy="1192477"/>
          </a:xfrm>
          <a:prstGeom prst="rect">
            <a:avLst/>
          </a:prstGeom>
        </p:spPr>
      </p:pic>
      <p:pic>
        <p:nvPicPr>
          <p:cNvPr id="261" name="Picture 260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4A9DA9E5-0745-3134-F257-3F9653310ACD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6" t="18089" r="23333" b="20918"/>
          <a:stretch>
            <a:fillRect/>
          </a:stretch>
        </p:blipFill>
        <p:spPr>
          <a:xfrm>
            <a:off x="9893157" y="8109793"/>
            <a:ext cx="875103" cy="929527"/>
          </a:xfrm>
          <a:prstGeom prst="rect">
            <a:avLst/>
          </a:prstGeom>
        </p:spPr>
      </p:pic>
      <p:pic>
        <p:nvPicPr>
          <p:cNvPr id="262" name="Picture 261" descr="A black shadow of a bird&#10;&#10;AI-generated content may be incorrect.">
            <a:extLst>
              <a:ext uri="{FF2B5EF4-FFF2-40B4-BE49-F238E27FC236}">
                <a16:creationId xmlns:a16="http://schemas.microsoft.com/office/drawing/2014/main" id="{6B8CDB14-6619-0DE7-804F-BDCE637BAEC3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1" t="20884" r="24045" b="24527"/>
          <a:stretch>
            <a:fillRect/>
          </a:stretch>
        </p:blipFill>
        <p:spPr>
          <a:xfrm>
            <a:off x="10717412" y="8090794"/>
            <a:ext cx="665037" cy="956740"/>
          </a:xfrm>
          <a:prstGeom prst="rect">
            <a:avLst/>
          </a:prstGeom>
        </p:spPr>
      </p:pic>
      <p:pic>
        <p:nvPicPr>
          <p:cNvPr id="263" name="Picture 262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D38FCF8C-63F6-BB2A-0E6C-D9DDF07350C2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1" r="9786" b="21105"/>
          <a:stretch>
            <a:fillRect/>
          </a:stretch>
        </p:blipFill>
        <p:spPr>
          <a:xfrm>
            <a:off x="11331602" y="7902090"/>
            <a:ext cx="824912" cy="1113407"/>
          </a:xfrm>
          <a:prstGeom prst="rect">
            <a:avLst/>
          </a:prstGeom>
        </p:spPr>
      </p:pic>
      <p:pic>
        <p:nvPicPr>
          <p:cNvPr id="264" name="Picture 263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855CFFBF-9A49-2F63-E30B-5DD93B9474B3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7"/>
          <a:stretch>
            <a:fillRect/>
          </a:stretch>
        </p:blipFill>
        <p:spPr>
          <a:xfrm>
            <a:off x="9162970" y="8698127"/>
            <a:ext cx="914400" cy="394855"/>
          </a:xfrm>
          <a:prstGeom prst="rect">
            <a:avLst/>
          </a:prstGeom>
        </p:spPr>
      </p:pic>
      <p:pic>
        <p:nvPicPr>
          <p:cNvPr id="265" name="Picture 264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551D3DBA-CDD1-F3FA-9859-648F09225B16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06" r="56057" b="-539"/>
          <a:stretch>
            <a:fillRect/>
          </a:stretch>
        </p:blipFill>
        <p:spPr>
          <a:xfrm>
            <a:off x="9806129" y="8669093"/>
            <a:ext cx="753386" cy="378441"/>
          </a:xfrm>
          <a:prstGeom prst="rect">
            <a:avLst/>
          </a:prstGeom>
        </p:spPr>
      </p:pic>
      <p:pic>
        <p:nvPicPr>
          <p:cNvPr id="266" name="Picture 265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4560B5E0-E14B-C677-B526-577DEB723694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76" r="23964" b="-978"/>
          <a:stretch>
            <a:fillRect/>
          </a:stretch>
        </p:blipFill>
        <p:spPr>
          <a:xfrm>
            <a:off x="11331602" y="8627714"/>
            <a:ext cx="695271" cy="407719"/>
          </a:xfrm>
          <a:prstGeom prst="rect">
            <a:avLst/>
          </a:prstGeom>
        </p:spPr>
      </p:pic>
      <p:pic>
        <p:nvPicPr>
          <p:cNvPr id="267" name="Picture 266" descr="A black shadow of a bird&#10;&#10;AI-generated content may be incorrect.">
            <a:extLst>
              <a:ext uri="{FF2B5EF4-FFF2-40B4-BE49-F238E27FC236}">
                <a16:creationId xmlns:a16="http://schemas.microsoft.com/office/drawing/2014/main" id="{17402685-8230-60AE-6921-E6E58A45E9A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1226" r="49405"/>
          <a:stretch>
            <a:fillRect/>
          </a:stretch>
        </p:blipFill>
        <p:spPr>
          <a:xfrm>
            <a:off x="10649996" y="8718488"/>
            <a:ext cx="665037" cy="329046"/>
          </a:xfrm>
          <a:prstGeom prst="rect">
            <a:avLst/>
          </a:prstGeom>
        </p:spPr>
      </p:pic>
      <p:pic>
        <p:nvPicPr>
          <p:cNvPr id="268" name="Picture 267" descr="A black object with numbers and text&#10;&#10;AI-generated content may be incorrect.">
            <a:extLst>
              <a:ext uri="{FF2B5EF4-FFF2-40B4-BE49-F238E27FC236}">
                <a16:creationId xmlns:a16="http://schemas.microsoft.com/office/drawing/2014/main" id="{AE773132-9C16-EA8D-E1E5-59780518A026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990" y="9622590"/>
            <a:ext cx="714375" cy="666750"/>
          </a:xfrm>
          <a:prstGeom prst="rect">
            <a:avLst/>
          </a:prstGeom>
        </p:spPr>
      </p:pic>
      <p:pic>
        <p:nvPicPr>
          <p:cNvPr id="269" name="Picture 268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5D60B80C-342B-5210-1D03-AFBCE11346D4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561" y="9408278"/>
            <a:ext cx="600075" cy="1095375"/>
          </a:xfrm>
          <a:prstGeom prst="rect">
            <a:avLst/>
          </a:prstGeom>
        </p:spPr>
      </p:pic>
      <p:pic>
        <p:nvPicPr>
          <p:cNvPr id="270" name="Picture 269" descr="A bug on a white background&#10;&#10;AI-generated content may be incorrect.">
            <a:extLst>
              <a:ext uri="{FF2B5EF4-FFF2-40B4-BE49-F238E27FC236}">
                <a16:creationId xmlns:a16="http://schemas.microsoft.com/office/drawing/2014/main" id="{F61A6D81-3B14-C4CB-D128-BFF6468D2032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2" y="9565440"/>
            <a:ext cx="657225" cy="781050"/>
          </a:xfrm>
          <a:prstGeom prst="rect">
            <a:avLst/>
          </a:prstGeom>
        </p:spPr>
      </p:pic>
      <p:pic>
        <p:nvPicPr>
          <p:cNvPr id="271" name="Picture 270" descr="A black and white image of a black oval&#10;&#10;AI-generated content may be incorrect.">
            <a:extLst>
              <a:ext uri="{FF2B5EF4-FFF2-40B4-BE49-F238E27FC236}">
                <a16:creationId xmlns:a16="http://schemas.microsoft.com/office/drawing/2014/main" id="{82E2302A-1E5E-01BC-C4B3-C4D8936F64C9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254" y="9579728"/>
            <a:ext cx="514350" cy="752475"/>
          </a:xfrm>
          <a:prstGeom prst="rect">
            <a:avLst/>
          </a:prstGeom>
        </p:spPr>
      </p:pic>
      <p:pic>
        <p:nvPicPr>
          <p:cNvPr id="272" name="Picture 271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28A3D3A4-E4C6-7632-6BC7-EB4AF96FB0BF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411" r="664" b="29257"/>
          <a:stretch>
            <a:fillRect/>
          </a:stretch>
        </p:blipFill>
        <p:spPr>
          <a:xfrm>
            <a:off x="6171962" y="9191107"/>
            <a:ext cx="539318" cy="1589041"/>
          </a:xfrm>
          <a:prstGeom prst="rect">
            <a:avLst/>
          </a:prstGeom>
        </p:spPr>
      </p:pic>
      <p:pic>
        <p:nvPicPr>
          <p:cNvPr id="273" name="Picture 272" descr="A close-up of a fish&#10;&#10;AI-generated content may be incorrect.">
            <a:extLst>
              <a:ext uri="{FF2B5EF4-FFF2-40B4-BE49-F238E27FC236}">
                <a16:creationId xmlns:a16="http://schemas.microsoft.com/office/drawing/2014/main" id="{96B406F8-916C-E97C-07B5-D8FE449E6FF5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t="29172" r="27843" b="28485"/>
          <a:stretch>
            <a:fillRect/>
          </a:stretch>
        </p:blipFill>
        <p:spPr>
          <a:xfrm>
            <a:off x="8186354" y="9306464"/>
            <a:ext cx="747481" cy="1236521"/>
          </a:xfrm>
          <a:prstGeom prst="rect">
            <a:avLst/>
          </a:prstGeom>
        </p:spPr>
      </p:pic>
      <p:pic>
        <p:nvPicPr>
          <p:cNvPr id="274" name="Picture 273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90F26D8A-B7ED-F493-19FD-839081D6F979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0866" r="664"/>
          <a:stretch>
            <a:fillRect/>
          </a:stretch>
        </p:blipFill>
        <p:spPr>
          <a:xfrm>
            <a:off x="6174637" y="10426898"/>
            <a:ext cx="539318" cy="334962"/>
          </a:xfrm>
          <a:prstGeom prst="rect">
            <a:avLst/>
          </a:prstGeom>
        </p:spPr>
      </p:pic>
      <p:pic>
        <p:nvPicPr>
          <p:cNvPr id="275" name="Picture 274" descr="A close-up of a fish&#10;&#10;AI-generated content may be incorrect.">
            <a:extLst>
              <a:ext uri="{FF2B5EF4-FFF2-40B4-BE49-F238E27FC236}">
                <a16:creationId xmlns:a16="http://schemas.microsoft.com/office/drawing/2014/main" id="{CAC790A5-DE38-33FC-C4E2-63F0CB7A8969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1364" r="52653" b="-2532"/>
          <a:stretch>
            <a:fillRect/>
          </a:stretch>
        </p:blipFill>
        <p:spPr>
          <a:xfrm>
            <a:off x="8126925" y="10320586"/>
            <a:ext cx="747481" cy="326127"/>
          </a:xfrm>
          <a:prstGeom prst="rect">
            <a:avLst/>
          </a:prstGeom>
        </p:spPr>
      </p:pic>
      <p:pic>
        <p:nvPicPr>
          <p:cNvPr id="276" name="Picture 275" descr="A black and white object&#10;&#10;AI-generated content may be incorrect.">
            <a:extLst>
              <a:ext uri="{FF2B5EF4-FFF2-40B4-BE49-F238E27FC236}">
                <a16:creationId xmlns:a16="http://schemas.microsoft.com/office/drawing/2014/main" id="{1E2273D3-BEAE-4046-81C2-F6F82F9292E5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6"/>
          <a:stretch>
            <a:fillRect/>
          </a:stretch>
        </p:blipFill>
        <p:spPr>
          <a:xfrm>
            <a:off x="10616952" y="9427551"/>
            <a:ext cx="914400" cy="1168051"/>
          </a:xfrm>
          <a:prstGeom prst="rect">
            <a:avLst/>
          </a:prstGeom>
        </p:spPr>
      </p:pic>
      <p:pic>
        <p:nvPicPr>
          <p:cNvPr id="277" name="Picture 276" descr="A close up of a cup&#10;&#10;AI-generated content may be incorrect.">
            <a:extLst>
              <a:ext uri="{FF2B5EF4-FFF2-40B4-BE49-F238E27FC236}">
                <a16:creationId xmlns:a16="http://schemas.microsoft.com/office/drawing/2014/main" id="{06B96F80-22FB-FD8A-919D-C8EC397B6851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9"/>
          <a:stretch>
            <a:fillRect/>
          </a:stretch>
        </p:blipFill>
        <p:spPr>
          <a:xfrm>
            <a:off x="9989406" y="9225941"/>
            <a:ext cx="590550" cy="1506747"/>
          </a:xfrm>
          <a:prstGeom prst="rect">
            <a:avLst/>
          </a:prstGeom>
        </p:spPr>
      </p:pic>
      <p:pic>
        <p:nvPicPr>
          <p:cNvPr id="278" name="Picture 277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BB416403-5094-0C1B-C066-24A48DE46478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4" r="25634"/>
          <a:stretch>
            <a:fillRect/>
          </a:stretch>
        </p:blipFill>
        <p:spPr>
          <a:xfrm>
            <a:off x="11444205" y="9211419"/>
            <a:ext cx="722507" cy="1426612"/>
          </a:xfrm>
          <a:prstGeom prst="rect">
            <a:avLst/>
          </a:prstGeom>
        </p:spPr>
      </p:pic>
      <p:pic>
        <p:nvPicPr>
          <p:cNvPr id="279" name="Picture 278" descr="A black insect on a white background&#10;&#10;AI-generated content may be incorrect.">
            <a:extLst>
              <a:ext uri="{FF2B5EF4-FFF2-40B4-BE49-F238E27FC236}">
                <a16:creationId xmlns:a16="http://schemas.microsoft.com/office/drawing/2014/main" id="{273C1B88-7F68-CF1B-9140-C1F6D0C8C326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1" r="22941"/>
          <a:stretch>
            <a:fillRect/>
          </a:stretch>
        </p:blipFill>
        <p:spPr>
          <a:xfrm>
            <a:off x="9170606" y="9211419"/>
            <a:ext cx="836746" cy="1313516"/>
          </a:xfrm>
          <a:prstGeom prst="rect">
            <a:avLst/>
          </a:prstGeom>
        </p:spPr>
      </p:pic>
      <p:pic>
        <p:nvPicPr>
          <p:cNvPr id="280" name="Picture 279" descr="A close up of a cup&#10;&#10;AI-generated content may be incorrect.">
            <a:extLst>
              <a:ext uri="{FF2B5EF4-FFF2-40B4-BE49-F238E27FC236}">
                <a16:creationId xmlns:a16="http://schemas.microsoft.com/office/drawing/2014/main" id="{01DFBD5D-6DC8-B90B-0D4B-78DC82E3BE48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8"/>
          <a:stretch>
            <a:fillRect/>
          </a:stretch>
        </p:blipFill>
        <p:spPr>
          <a:xfrm>
            <a:off x="9977787" y="10437413"/>
            <a:ext cx="590550" cy="295275"/>
          </a:xfrm>
          <a:prstGeom prst="rect">
            <a:avLst/>
          </a:prstGeom>
        </p:spPr>
      </p:pic>
      <p:pic>
        <p:nvPicPr>
          <p:cNvPr id="281" name="Picture 280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DFCCEBAF-9DE3-47A3-67C7-3BC50923F6ED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8" r="21938" b="26551"/>
          <a:stretch>
            <a:fillRect/>
          </a:stretch>
        </p:blipFill>
        <p:spPr>
          <a:xfrm>
            <a:off x="3114022" y="10938462"/>
            <a:ext cx="1048390" cy="1414054"/>
          </a:xfrm>
          <a:prstGeom prst="rect">
            <a:avLst/>
          </a:prstGeom>
        </p:spPr>
      </p:pic>
      <p:pic>
        <p:nvPicPr>
          <p:cNvPr id="282" name="Picture 281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D32DB2F9-C1AF-2C96-9297-051981BF4E7A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93" r="21938"/>
          <a:stretch>
            <a:fillRect/>
          </a:stretch>
        </p:blipFill>
        <p:spPr>
          <a:xfrm>
            <a:off x="3116299" y="12040230"/>
            <a:ext cx="1048390" cy="312286"/>
          </a:xfrm>
          <a:prstGeom prst="rect">
            <a:avLst/>
          </a:prstGeom>
        </p:spPr>
      </p:pic>
      <p:pic>
        <p:nvPicPr>
          <p:cNvPr id="283" name="Picture 282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79EE0471-3FAB-3961-4490-571EDB88A876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42" b="27561"/>
          <a:stretch>
            <a:fillRect/>
          </a:stretch>
        </p:blipFill>
        <p:spPr>
          <a:xfrm>
            <a:off x="6142057" y="11040067"/>
            <a:ext cx="685800" cy="1142129"/>
          </a:xfrm>
          <a:prstGeom prst="rect">
            <a:avLst/>
          </a:prstGeom>
        </p:spPr>
      </p:pic>
      <p:pic>
        <p:nvPicPr>
          <p:cNvPr id="284" name="Picture 283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E8DAAB25-9EE9-DB37-84B0-13A8DAE4A44D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0" r="22784"/>
          <a:stretch>
            <a:fillRect/>
          </a:stretch>
        </p:blipFill>
        <p:spPr>
          <a:xfrm>
            <a:off x="7628365" y="11076887"/>
            <a:ext cx="728124" cy="1277025"/>
          </a:xfrm>
          <a:prstGeom prst="rect">
            <a:avLst/>
          </a:prstGeom>
        </p:spPr>
      </p:pic>
      <p:pic>
        <p:nvPicPr>
          <p:cNvPr id="285" name="Picture 284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79C94561-2536-6AE4-164C-A4E2960EF133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3"/>
          <a:stretch>
            <a:fillRect/>
          </a:stretch>
        </p:blipFill>
        <p:spPr>
          <a:xfrm>
            <a:off x="8504139" y="10850612"/>
            <a:ext cx="600075" cy="1501477"/>
          </a:xfrm>
          <a:prstGeom prst="rect">
            <a:avLst/>
          </a:prstGeom>
        </p:spPr>
      </p:pic>
      <p:pic>
        <p:nvPicPr>
          <p:cNvPr id="286" name="Picture 285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10E46C74-5F1B-B5AE-840B-02D118C64520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364" y="10894827"/>
            <a:ext cx="514350" cy="1295400"/>
          </a:xfrm>
          <a:prstGeom prst="rect">
            <a:avLst/>
          </a:prstGeom>
        </p:spPr>
      </p:pic>
      <p:pic>
        <p:nvPicPr>
          <p:cNvPr id="287" name="Picture 28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5C1242FB-F85C-F7EE-FB01-5CD223EDE599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56"/>
          <a:stretch>
            <a:fillRect/>
          </a:stretch>
        </p:blipFill>
        <p:spPr>
          <a:xfrm>
            <a:off x="6162289" y="11850539"/>
            <a:ext cx="685800" cy="331657"/>
          </a:xfrm>
          <a:prstGeom prst="rect">
            <a:avLst/>
          </a:prstGeom>
        </p:spPr>
      </p:pic>
      <p:sp>
        <p:nvSpPr>
          <p:cNvPr id="288" name="TextBox 287">
            <a:extLst>
              <a:ext uri="{FF2B5EF4-FFF2-40B4-BE49-F238E27FC236}">
                <a16:creationId xmlns:a16="http://schemas.microsoft.com/office/drawing/2014/main" id="{0E9C4C78-A349-235A-80A5-1A6400EB6F1F}"/>
              </a:ext>
            </a:extLst>
          </p:cNvPr>
          <p:cNvSpPr txBox="1"/>
          <p:nvPr/>
        </p:nvSpPr>
        <p:spPr>
          <a:xfrm>
            <a:off x="6117207" y="1080495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like_Copepoda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8AD37FEE-92AC-17A0-FBBE-B61C91C45841}"/>
              </a:ext>
            </a:extLst>
          </p:cNvPr>
          <p:cNvSpPr txBox="1"/>
          <p:nvPr/>
        </p:nvSpPr>
        <p:spPr>
          <a:xfrm>
            <a:off x="3048847" y="1080653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Eucalanidae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B0F212D-0899-00E8-CF34-5B0B67E4D7CD}"/>
              </a:ext>
            </a:extLst>
          </p:cNvPr>
          <p:cNvSpPr txBox="1"/>
          <p:nvPr/>
        </p:nvSpPr>
        <p:spPr>
          <a:xfrm>
            <a:off x="9135938" y="918009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Copepoda_Maxillopoda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291" name="Picture 290" descr="A black leaf on a white background&#10;&#10;AI-generated content may be incorrect.">
            <a:extLst>
              <a:ext uri="{FF2B5EF4-FFF2-40B4-BE49-F238E27FC236}">
                <a16:creationId xmlns:a16="http://schemas.microsoft.com/office/drawing/2014/main" id="{55FC3CD5-1EDB-CB6F-019E-7C220F874D60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2"/>
          <a:stretch>
            <a:fillRect/>
          </a:stretch>
        </p:blipFill>
        <p:spPr>
          <a:xfrm>
            <a:off x="9289935" y="11167969"/>
            <a:ext cx="742950" cy="1025473"/>
          </a:xfrm>
          <a:prstGeom prst="rect">
            <a:avLst/>
          </a:prstGeom>
        </p:spPr>
      </p:pic>
      <p:pic>
        <p:nvPicPr>
          <p:cNvPr id="292" name="Picture 291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6E559AEC-C917-30C7-3137-263D98648D09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313" y="11161593"/>
            <a:ext cx="485775" cy="1038225"/>
          </a:xfrm>
          <a:prstGeom prst="rect">
            <a:avLst/>
          </a:prstGeom>
        </p:spPr>
      </p:pic>
      <p:pic>
        <p:nvPicPr>
          <p:cNvPr id="293" name="Picture 292" descr="A black object with text&#10;&#10;AI-generated content may be incorrect.">
            <a:extLst>
              <a:ext uri="{FF2B5EF4-FFF2-40B4-BE49-F238E27FC236}">
                <a16:creationId xmlns:a16="http://schemas.microsoft.com/office/drawing/2014/main" id="{CDC7B1F7-BE39-9BB2-DC8C-E545D0D3EF1F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76"/>
          <a:stretch>
            <a:fillRect/>
          </a:stretch>
        </p:blipFill>
        <p:spPr>
          <a:xfrm>
            <a:off x="11466326" y="11175880"/>
            <a:ext cx="613067" cy="1009650"/>
          </a:xfrm>
          <a:prstGeom prst="rect">
            <a:avLst/>
          </a:prstGeom>
        </p:spPr>
      </p:pic>
      <p:pic>
        <p:nvPicPr>
          <p:cNvPr id="294" name="Picture 293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96C1EC43-8344-5988-00F3-7083C4652456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0"/>
          <a:stretch>
            <a:fillRect/>
          </a:stretch>
        </p:blipFill>
        <p:spPr>
          <a:xfrm>
            <a:off x="10101124" y="11290180"/>
            <a:ext cx="742950" cy="781050"/>
          </a:xfrm>
          <a:prstGeom prst="rect">
            <a:avLst/>
          </a:prstGeom>
        </p:spPr>
      </p:pic>
      <p:sp>
        <p:nvSpPr>
          <p:cNvPr id="295" name="TextBox 294">
            <a:extLst>
              <a:ext uri="{FF2B5EF4-FFF2-40B4-BE49-F238E27FC236}">
                <a16:creationId xmlns:a16="http://schemas.microsoft.com/office/drawing/2014/main" id="{E96BC814-DFB3-D7B1-19B9-75E6AE800EE2}"/>
              </a:ext>
            </a:extLst>
          </p:cNvPr>
          <p:cNvSpPr txBox="1"/>
          <p:nvPr/>
        </p:nvSpPr>
        <p:spPr>
          <a:xfrm>
            <a:off x="9118939" y="1080940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Ostracoda</a:t>
            </a: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BA7C4D6-8FA5-944B-2EBE-B57D44932317}"/>
              </a:ext>
            </a:extLst>
          </p:cNvPr>
          <p:cNvSpPr/>
          <p:nvPr/>
        </p:nvSpPr>
        <p:spPr>
          <a:xfrm>
            <a:off x="3048000" y="7818316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44D2005-F840-7954-E4D2-FA5632FBBC6D}"/>
              </a:ext>
            </a:extLst>
          </p:cNvPr>
          <p:cNvSpPr/>
          <p:nvPr/>
        </p:nvSpPr>
        <p:spPr>
          <a:xfrm>
            <a:off x="6096000" y="7818316"/>
            <a:ext cx="3048000" cy="1358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5B3B70F1-AFCC-6193-9CCA-384662FC4C26}"/>
              </a:ext>
            </a:extLst>
          </p:cNvPr>
          <p:cNvSpPr/>
          <p:nvPr/>
        </p:nvSpPr>
        <p:spPr>
          <a:xfrm>
            <a:off x="9144000" y="7818316"/>
            <a:ext cx="3048000" cy="1358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8E9A4639-AF75-497F-97B2-31029519553F}"/>
              </a:ext>
            </a:extLst>
          </p:cNvPr>
          <p:cNvSpPr/>
          <p:nvPr/>
        </p:nvSpPr>
        <p:spPr>
          <a:xfrm>
            <a:off x="9144000" y="9175170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8F9C6A89-B45F-1FE0-227B-D3CDB3B850AE}"/>
              </a:ext>
            </a:extLst>
          </p:cNvPr>
          <p:cNvSpPr/>
          <p:nvPr/>
        </p:nvSpPr>
        <p:spPr>
          <a:xfrm>
            <a:off x="3048000" y="10794420"/>
            <a:ext cx="3048000" cy="1612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E991201D-45BA-268F-8DFE-EBA6B5054E81}"/>
              </a:ext>
            </a:extLst>
          </p:cNvPr>
          <p:cNvSpPr/>
          <p:nvPr/>
        </p:nvSpPr>
        <p:spPr>
          <a:xfrm>
            <a:off x="9144000" y="10794421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221F3FDD-C328-FC47-2403-0534B77B68DA}"/>
              </a:ext>
            </a:extLst>
          </p:cNvPr>
          <p:cNvSpPr/>
          <p:nvPr/>
        </p:nvSpPr>
        <p:spPr>
          <a:xfrm>
            <a:off x="3048000" y="9175171"/>
            <a:ext cx="3048000" cy="1612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52817426-975D-0A94-12FB-2863BE2F0690}"/>
              </a:ext>
            </a:extLst>
          </p:cNvPr>
          <p:cNvSpPr/>
          <p:nvPr/>
        </p:nvSpPr>
        <p:spPr>
          <a:xfrm>
            <a:off x="6096000" y="9175170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6D6202BB-9C1E-3EDB-AA0C-1816D39CB6C1}"/>
              </a:ext>
            </a:extLst>
          </p:cNvPr>
          <p:cNvSpPr/>
          <p:nvPr/>
        </p:nvSpPr>
        <p:spPr>
          <a:xfrm>
            <a:off x="6096000" y="10794421"/>
            <a:ext cx="3048000" cy="1614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A8BB7FFE-40F8-1417-466E-5163B6591142}"/>
              </a:ext>
            </a:extLst>
          </p:cNvPr>
          <p:cNvSpPr/>
          <p:nvPr/>
        </p:nvSpPr>
        <p:spPr>
          <a:xfrm>
            <a:off x="-4582" y="7439463"/>
            <a:ext cx="3048000" cy="1094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8774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108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1</cp:revision>
  <dcterms:created xsi:type="dcterms:W3CDTF">2025-10-19T22:29:59Z</dcterms:created>
  <dcterms:modified xsi:type="dcterms:W3CDTF">2025-10-19T22:31:33Z</dcterms:modified>
</cp:coreProperties>
</file>