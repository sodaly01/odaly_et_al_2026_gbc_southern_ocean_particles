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2A9D"/>
    <a:srgbClr val="EC7727"/>
    <a:srgbClr val="C3DFB1"/>
    <a:srgbClr val="FFB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45F95-6851-4326-931E-8092DB4147FB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849520-7121-4930-AF5F-4D5594CCB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14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49520-7121-4930-AF5F-4D5594CCB18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544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49520-7121-4930-AF5F-4D5594CCB18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78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273A7-9D7C-A69A-F12A-F96AECF08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E93E1C-6B71-DDCA-EDB1-DA80337C2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5A6B6-8769-6672-C5F5-A12013B3E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E848C-4FF2-41FA-8F5E-39F4E24ABBB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72753-9545-9327-2ACF-DCB1C2725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D77F4-E39A-02E1-7414-EC6A2CE06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2C6BD-843F-43AE-A020-F8FB5438C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975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65DD2-979E-2958-D21E-354EC62F5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34331-4CF3-4F3C-8C94-EC7BBE063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F0795-1A7F-603F-2B6A-B271C3613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E848C-4FF2-41FA-8F5E-39F4E24ABBB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099BA-5856-34A3-5AA0-D38B66271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0B775-5676-2D73-9518-6C8EB982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2C6BD-843F-43AE-A020-F8FB5438C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3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33515-A71F-9F3A-D820-803174139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551EA-DC09-A94D-EE8F-47C340D9F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794F5-7D3A-DF9E-FC5C-5FF8C5039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E848C-4FF2-41FA-8F5E-39F4E24ABBB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66723-FCFE-1B14-6A3C-A06B8D4A5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61051-C973-CD44-DA2B-25C802CBE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2C6BD-843F-43AE-A020-F8FB5438C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34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86CFD-7C3D-CCC2-8A71-4E052827A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A5763-A04C-3693-42ED-1628031A95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7A1D91-2A25-4231-AECE-0C39308BD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E3E4B1-8A57-64C4-92E8-0CC58E48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E848C-4FF2-41FA-8F5E-39F4E24ABBB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F29F5-EDD7-6D3F-FD7B-282790E53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7A812-F351-5569-00B9-DAA410754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2C6BD-843F-43AE-A020-F8FB5438C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33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05070-B13A-2BE2-9576-33309214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F96AC-5E00-5F3C-A7AD-88276E228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977CAF-8A99-B270-5B66-13733C5C7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A171C3-4C8D-AC43-FE0E-7D0B1A2D9D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B1170E-1107-0D93-41A8-6E1930036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6F363F-DF59-EA98-53C2-CFD28A0F7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E848C-4FF2-41FA-8F5E-39F4E24ABBB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F8FD72-4A93-2CD7-C6CC-F6D039961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817C56-18A5-E33B-76B5-8C417BE0A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2C6BD-843F-43AE-A020-F8FB5438C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52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9A39F-A4BA-6DF9-0548-427F841C4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E6840C-8F51-CCFC-66D2-A1F2C342A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E848C-4FF2-41FA-8F5E-39F4E24ABBB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995052-5711-8689-6D6E-B88BE8D05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CFC7BF-7E25-99AC-2DE0-FDADF3D4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2C6BD-843F-43AE-A020-F8FB5438C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12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09BCC0-C9E8-3FAD-A5C9-39982646F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E848C-4FF2-41FA-8F5E-39F4E24ABBB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8ED915-B420-AEAF-F13E-025A4E37E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6BEDB-BD9A-DF04-4787-2150EAA9C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2C6BD-843F-43AE-A020-F8FB5438C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29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6D6C6-9CAD-2A3D-12E9-A3D09175D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7B82A-940B-9303-E50B-7844BEEA2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EE0455-C812-427E-6280-5D49879CBC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3E03D-5D51-B792-B742-86932B90E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E848C-4FF2-41FA-8F5E-39F4E24ABBB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86381-C017-E983-E816-D11D20BC6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E7BF0-D76F-6469-A239-4863F12EB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2C6BD-843F-43AE-A020-F8FB5438C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670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24858-5BA6-4DFD-FAED-685D40C50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824CF3-99D5-85FC-A8F1-1E01541C34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79AC18-BCF9-606B-B02B-234D765FD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ACF0B-5DF0-A469-24F1-4972E8D0C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E848C-4FF2-41FA-8F5E-39F4E24ABBB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DD156-52E3-ACC7-805A-47095E043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4FC20-E389-01FB-AD83-9474BFAB6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2C6BD-843F-43AE-A020-F8FB5438C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518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5E7BA-C592-4E2A-FD80-F6A001BD1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595321-FD72-747D-3259-206298725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4123C-2297-1CD5-AD8C-CB22F258E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E848C-4FF2-41FA-8F5E-39F4E24ABBB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4968E-ED67-5761-C380-894683778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DE50B-5CC9-6DB5-A7BE-64188620A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2C6BD-843F-43AE-A020-F8FB5438C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072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54FCF8-273D-27B8-6625-4EBC3F31F3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F0B9BD-419F-8898-EFDB-D5571FF47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A548E-625A-1D3C-7C25-9EA7F4CD4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E848C-4FF2-41FA-8F5E-39F4E24ABBB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CF4C5-2B45-F3F2-379E-67FB27F60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930BC-50D8-D45A-BEEE-A5189A26A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2C6BD-843F-43AE-A020-F8FB5438C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33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A47EF6-691F-C150-3130-480225CBA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27F0F-DA74-EB50-B6D5-0966256FF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A839A-9380-6193-4D42-DFF74918CA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E848C-4FF2-41FA-8F5E-39F4E24ABBB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984DA-6211-5D9C-20E8-AD408E2932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4830A-3AF8-7C6A-DFAB-7D2529C80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2C6BD-843F-43AE-A020-F8FB5438C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67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6.jpg"/><Relationship Id="rId21" Type="http://schemas.openxmlformats.org/officeDocument/2006/relationships/image" Target="../media/image20.jpg"/><Relationship Id="rId42" Type="http://schemas.openxmlformats.org/officeDocument/2006/relationships/image" Target="../media/image41.jpg"/><Relationship Id="rId63" Type="http://schemas.openxmlformats.org/officeDocument/2006/relationships/image" Target="../media/image62.jpg"/><Relationship Id="rId84" Type="http://schemas.openxmlformats.org/officeDocument/2006/relationships/image" Target="../media/image83.jpg"/><Relationship Id="rId138" Type="http://schemas.openxmlformats.org/officeDocument/2006/relationships/image" Target="../media/image137.jpg"/><Relationship Id="rId107" Type="http://schemas.openxmlformats.org/officeDocument/2006/relationships/image" Target="../media/image106.jpg"/><Relationship Id="rId11" Type="http://schemas.openxmlformats.org/officeDocument/2006/relationships/image" Target="../media/image10.jpg"/><Relationship Id="rId32" Type="http://schemas.openxmlformats.org/officeDocument/2006/relationships/image" Target="../media/image31.jpg"/><Relationship Id="rId53" Type="http://schemas.openxmlformats.org/officeDocument/2006/relationships/image" Target="../media/image52.jpg"/><Relationship Id="rId74" Type="http://schemas.openxmlformats.org/officeDocument/2006/relationships/image" Target="../media/image73.jpg"/><Relationship Id="rId128" Type="http://schemas.openxmlformats.org/officeDocument/2006/relationships/image" Target="../media/image127.jpg"/><Relationship Id="rId149" Type="http://schemas.openxmlformats.org/officeDocument/2006/relationships/image" Target="../media/image148.jpg"/><Relationship Id="rId5" Type="http://schemas.openxmlformats.org/officeDocument/2006/relationships/image" Target="../media/image4.jpg"/><Relationship Id="rId95" Type="http://schemas.openxmlformats.org/officeDocument/2006/relationships/image" Target="../media/image94.jpg"/><Relationship Id="rId22" Type="http://schemas.openxmlformats.org/officeDocument/2006/relationships/image" Target="../media/image21.jpg"/><Relationship Id="rId43" Type="http://schemas.openxmlformats.org/officeDocument/2006/relationships/image" Target="../media/image42.jpg"/><Relationship Id="rId64" Type="http://schemas.openxmlformats.org/officeDocument/2006/relationships/image" Target="../media/image63.jpg"/><Relationship Id="rId118" Type="http://schemas.openxmlformats.org/officeDocument/2006/relationships/image" Target="../media/image117.jpg"/><Relationship Id="rId139" Type="http://schemas.openxmlformats.org/officeDocument/2006/relationships/image" Target="../media/image138.jpg"/><Relationship Id="rId80" Type="http://schemas.openxmlformats.org/officeDocument/2006/relationships/image" Target="../media/image79.jpg"/><Relationship Id="rId85" Type="http://schemas.openxmlformats.org/officeDocument/2006/relationships/image" Target="../media/image84.jpg"/><Relationship Id="rId150" Type="http://schemas.openxmlformats.org/officeDocument/2006/relationships/image" Target="../media/image149.jpg"/><Relationship Id="rId155" Type="http://schemas.openxmlformats.org/officeDocument/2006/relationships/image" Target="../media/image154.jpg"/><Relationship Id="rId12" Type="http://schemas.openxmlformats.org/officeDocument/2006/relationships/image" Target="../media/image11.jpg"/><Relationship Id="rId17" Type="http://schemas.openxmlformats.org/officeDocument/2006/relationships/image" Target="../media/image16.jpg"/><Relationship Id="rId33" Type="http://schemas.openxmlformats.org/officeDocument/2006/relationships/image" Target="../media/image32.jpg"/><Relationship Id="rId38" Type="http://schemas.openxmlformats.org/officeDocument/2006/relationships/image" Target="../media/image37.jpg"/><Relationship Id="rId59" Type="http://schemas.openxmlformats.org/officeDocument/2006/relationships/image" Target="../media/image58.jpg"/><Relationship Id="rId103" Type="http://schemas.openxmlformats.org/officeDocument/2006/relationships/image" Target="../media/image102.jpg"/><Relationship Id="rId108" Type="http://schemas.openxmlformats.org/officeDocument/2006/relationships/image" Target="../media/image107.jpg"/><Relationship Id="rId124" Type="http://schemas.openxmlformats.org/officeDocument/2006/relationships/image" Target="../media/image123.jpg"/><Relationship Id="rId129" Type="http://schemas.openxmlformats.org/officeDocument/2006/relationships/image" Target="../media/image128.jpg"/><Relationship Id="rId54" Type="http://schemas.openxmlformats.org/officeDocument/2006/relationships/image" Target="../media/image53.jpg"/><Relationship Id="rId70" Type="http://schemas.openxmlformats.org/officeDocument/2006/relationships/image" Target="../media/image69.jpg"/><Relationship Id="rId75" Type="http://schemas.openxmlformats.org/officeDocument/2006/relationships/image" Target="../media/image74.jpg"/><Relationship Id="rId91" Type="http://schemas.openxmlformats.org/officeDocument/2006/relationships/image" Target="../media/image90.jpg"/><Relationship Id="rId96" Type="http://schemas.openxmlformats.org/officeDocument/2006/relationships/image" Target="../media/image95.jpg"/><Relationship Id="rId140" Type="http://schemas.openxmlformats.org/officeDocument/2006/relationships/image" Target="../media/image139.jpg"/><Relationship Id="rId145" Type="http://schemas.openxmlformats.org/officeDocument/2006/relationships/image" Target="../media/image14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23" Type="http://schemas.openxmlformats.org/officeDocument/2006/relationships/image" Target="../media/image22.jpg"/><Relationship Id="rId28" Type="http://schemas.openxmlformats.org/officeDocument/2006/relationships/image" Target="../media/image27.jpg"/><Relationship Id="rId49" Type="http://schemas.openxmlformats.org/officeDocument/2006/relationships/image" Target="../media/image48.jpg"/><Relationship Id="rId114" Type="http://schemas.openxmlformats.org/officeDocument/2006/relationships/image" Target="../media/image113.jpg"/><Relationship Id="rId119" Type="http://schemas.openxmlformats.org/officeDocument/2006/relationships/image" Target="../media/image118.jpg"/><Relationship Id="rId44" Type="http://schemas.openxmlformats.org/officeDocument/2006/relationships/image" Target="../media/image43.jpg"/><Relationship Id="rId60" Type="http://schemas.openxmlformats.org/officeDocument/2006/relationships/image" Target="../media/image59.jpg"/><Relationship Id="rId65" Type="http://schemas.openxmlformats.org/officeDocument/2006/relationships/image" Target="../media/image64.jpg"/><Relationship Id="rId81" Type="http://schemas.openxmlformats.org/officeDocument/2006/relationships/image" Target="../media/image80.jpg"/><Relationship Id="rId86" Type="http://schemas.openxmlformats.org/officeDocument/2006/relationships/image" Target="../media/image85.jpg"/><Relationship Id="rId130" Type="http://schemas.openxmlformats.org/officeDocument/2006/relationships/image" Target="../media/image129.jpg"/><Relationship Id="rId135" Type="http://schemas.openxmlformats.org/officeDocument/2006/relationships/image" Target="../media/image134.jpg"/><Relationship Id="rId151" Type="http://schemas.openxmlformats.org/officeDocument/2006/relationships/image" Target="../media/image150.jpg"/><Relationship Id="rId156" Type="http://schemas.openxmlformats.org/officeDocument/2006/relationships/image" Target="../media/image155.jpg"/><Relationship Id="rId13" Type="http://schemas.openxmlformats.org/officeDocument/2006/relationships/image" Target="../media/image12.jpg"/><Relationship Id="rId18" Type="http://schemas.openxmlformats.org/officeDocument/2006/relationships/image" Target="../media/image17.jpg"/><Relationship Id="rId39" Type="http://schemas.openxmlformats.org/officeDocument/2006/relationships/image" Target="../media/image38.jpg"/><Relationship Id="rId109" Type="http://schemas.openxmlformats.org/officeDocument/2006/relationships/image" Target="../media/image108.jpg"/><Relationship Id="rId34" Type="http://schemas.openxmlformats.org/officeDocument/2006/relationships/image" Target="../media/image33.jpg"/><Relationship Id="rId50" Type="http://schemas.openxmlformats.org/officeDocument/2006/relationships/image" Target="../media/image49.jpg"/><Relationship Id="rId55" Type="http://schemas.openxmlformats.org/officeDocument/2006/relationships/image" Target="../media/image54.jpg"/><Relationship Id="rId76" Type="http://schemas.openxmlformats.org/officeDocument/2006/relationships/image" Target="../media/image75.jpg"/><Relationship Id="rId97" Type="http://schemas.openxmlformats.org/officeDocument/2006/relationships/image" Target="../media/image96.jpg"/><Relationship Id="rId104" Type="http://schemas.openxmlformats.org/officeDocument/2006/relationships/image" Target="../media/image103.jpg"/><Relationship Id="rId120" Type="http://schemas.openxmlformats.org/officeDocument/2006/relationships/image" Target="../media/image119.jpg"/><Relationship Id="rId125" Type="http://schemas.openxmlformats.org/officeDocument/2006/relationships/image" Target="../media/image124.jpg"/><Relationship Id="rId141" Type="http://schemas.openxmlformats.org/officeDocument/2006/relationships/image" Target="../media/image140.jpg"/><Relationship Id="rId146" Type="http://schemas.openxmlformats.org/officeDocument/2006/relationships/image" Target="../media/image145.jpg"/><Relationship Id="rId7" Type="http://schemas.openxmlformats.org/officeDocument/2006/relationships/image" Target="../media/image6.jpg"/><Relationship Id="rId71" Type="http://schemas.openxmlformats.org/officeDocument/2006/relationships/image" Target="../media/image70.jpg"/><Relationship Id="rId92" Type="http://schemas.openxmlformats.org/officeDocument/2006/relationships/image" Target="../media/image91.jpg"/><Relationship Id="rId2" Type="http://schemas.openxmlformats.org/officeDocument/2006/relationships/image" Target="../media/image1.jpg"/><Relationship Id="rId29" Type="http://schemas.openxmlformats.org/officeDocument/2006/relationships/image" Target="../media/image28.jpg"/><Relationship Id="rId24" Type="http://schemas.openxmlformats.org/officeDocument/2006/relationships/image" Target="../media/image23.jpg"/><Relationship Id="rId40" Type="http://schemas.openxmlformats.org/officeDocument/2006/relationships/image" Target="../media/image39.jpg"/><Relationship Id="rId45" Type="http://schemas.openxmlformats.org/officeDocument/2006/relationships/image" Target="../media/image44.jpg"/><Relationship Id="rId66" Type="http://schemas.openxmlformats.org/officeDocument/2006/relationships/image" Target="../media/image65.jpg"/><Relationship Id="rId87" Type="http://schemas.openxmlformats.org/officeDocument/2006/relationships/image" Target="../media/image86.jpg"/><Relationship Id="rId110" Type="http://schemas.openxmlformats.org/officeDocument/2006/relationships/image" Target="../media/image109.jpg"/><Relationship Id="rId115" Type="http://schemas.openxmlformats.org/officeDocument/2006/relationships/image" Target="../media/image114.jpg"/><Relationship Id="rId131" Type="http://schemas.openxmlformats.org/officeDocument/2006/relationships/image" Target="../media/image130.jpg"/><Relationship Id="rId136" Type="http://schemas.openxmlformats.org/officeDocument/2006/relationships/image" Target="../media/image135.jpg"/><Relationship Id="rId157" Type="http://schemas.openxmlformats.org/officeDocument/2006/relationships/image" Target="../media/image156.jpg"/><Relationship Id="rId61" Type="http://schemas.openxmlformats.org/officeDocument/2006/relationships/image" Target="../media/image60.jpg"/><Relationship Id="rId82" Type="http://schemas.openxmlformats.org/officeDocument/2006/relationships/image" Target="../media/image81.jpg"/><Relationship Id="rId152" Type="http://schemas.openxmlformats.org/officeDocument/2006/relationships/image" Target="../media/image151.jpg"/><Relationship Id="rId19" Type="http://schemas.openxmlformats.org/officeDocument/2006/relationships/image" Target="../media/image18.jpg"/><Relationship Id="rId14" Type="http://schemas.openxmlformats.org/officeDocument/2006/relationships/image" Target="../media/image13.jpg"/><Relationship Id="rId30" Type="http://schemas.openxmlformats.org/officeDocument/2006/relationships/image" Target="../media/image29.jpg"/><Relationship Id="rId35" Type="http://schemas.openxmlformats.org/officeDocument/2006/relationships/image" Target="../media/image34.jpg"/><Relationship Id="rId56" Type="http://schemas.openxmlformats.org/officeDocument/2006/relationships/image" Target="../media/image55.jpg"/><Relationship Id="rId77" Type="http://schemas.openxmlformats.org/officeDocument/2006/relationships/image" Target="../media/image76.jpg"/><Relationship Id="rId100" Type="http://schemas.openxmlformats.org/officeDocument/2006/relationships/image" Target="../media/image99.jpg"/><Relationship Id="rId105" Type="http://schemas.openxmlformats.org/officeDocument/2006/relationships/image" Target="../media/image104.jpg"/><Relationship Id="rId126" Type="http://schemas.openxmlformats.org/officeDocument/2006/relationships/image" Target="../media/image125.jpg"/><Relationship Id="rId147" Type="http://schemas.openxmlformats.org/officeDocument/2006/relationships/image" Target="../media/image146.jpg"/><Relationship Id="rId8" Type="http://schemas.openxmlformats.org/officeDocument/2006/relationships/image" Target="../media/image7.jpg"/><Relationship Id="rId51" Type="http://schemas.openxmlformats.org/officeDocument/2006/relationships/image" Target="../media/image50.jpg"/><Relationship Id="rId72" Type="http://schemas.openxmlformats.org/officeDocument/2006/relationships/image" Target="../media/image71.jpg"/><Relationship Id="rId93" Type="http://schemas.openxmlformats.org/officeDocument/2006/relationships/image" Target="../media/image92.jpg"/><Relationship Id="rId98" Type="http://schemas.openxmlformats.org/officeDocument/2006/relationships/image" Target="../media/image97.jpg"/><Relationship Id="rId121" Type="http://schemas.openxmlformats.org/officeDocument/2006/relationships/image" Target="../media/image120.jpg"/><Relationship Id="rId142" Type="http://schemas.openxmlformats.org/officeDocument/2006/relationships/image" Target="../media/image141.jpg"/><Relationship Id="rId3" Type="http://schemas.openxmlformats.org/officeDocument/2006/relationships/image" Target="../media/image2.jpg"/><Relationship Id="rId25" Type="http://schemas.openxmlformats.org/officeDocument/2006/relationships/image" Target="../media/image24.jpg"/><Relationship Id="rId46" Type="http://schemas.openxmlformats.org/officeDocument/2006/relationships/image" Target="../media/image45.jpg"/><Relationship Id="rId67" Type="http://schemas.openxmlformats.org/officeDocument/2006/relationships/image" Target="../media/image66.jpg"/><Relationship Id="rId116" Type="http://schemas.openxmlformats.org/officeDocument/2006/relationships/image" Target="../media/image115.jpg"/><Relationship Id="rId137" Type="http://schemas.openxmlformats.org/officeDocument/2006/relationships/image" Target="../media/image136.jpg"/><Relationship Id="rId158" Type="http://schemas.openxmlformats.org/officeDocument/2006/relationships/image" Target="../media/image157.jpg"/><Relationship Id="rId20" Type="http://schemas.openxmlformats.org/officeDocument/2006/relationships/image" Target="../media/image19.jpg"/><Relationship Id="rId41" Type="http://schemas.openxmlformats.org/officeDocument/2006/relationships/image" Target="../media/image40.jpg"/><Relationship Id="rId62" Type="http://schemas.openxmlformats.org/officeDocument/2006/relationships/image" Target="../media/image61.jpg"/><Relationship Id="rId83" Type="http://schemas.openxmlformats.org/officeDocument/2006/relationships/image" Target="../media/image82.jpg"/><Relationship Id="rId88" Type="http://schemas.openxmlformats.org/officeDocument/2006/relationships/image" Target="../media/image87.jpg"/><Relationship Id="rId111" Type="http://schemas.openxmlformats.org/officeDocument/2006/relationships/image" Target="../media/image110.jpg"/><Relationship Id="rId132" Type="http://schemas.openxmlformats.org/officeDocument/2006/relationships/image" Target="../media/image131.jpg"/><Relationship Id="rId153" Type="http://schemas.openxmlformats.org/officeDocument/2006/relationships/image" Target="../media/image152.jpg"/><Relationship Id="rId15" Type="http://schemas.openxmlformats.org/officeDocument/2006/relationships/image" Target="../media/image14.jpg"/><Relationship Id="rId36" Type="http://schemas.openxmlformats.org/officeDocument/2006/relationships/image" Target="../media/image35.jpg"/><Relationship Id="rId57" Type="http://schemas.openxmlformats.org/officeDocument/2006/relationships/image" Target="../media/image56.jpg"/><Relationship Id="rId106" Type="http://schemas.openxmlformats.org/officeDocument/2006/relationships/image" Target="../media/image105.jpg"/><Relationship Id="rId127" Type="http://schemas.openxmlformats.org/officeDocument/2006/relationships/image" Target="../media/image126.jpg"/><Relationship Id="rId10" Type="http://schemas.openxmlformats.org/officeDocument/2006/relationships/image" Target="../media/image9.jpg"/><Relationship Id="rId31" Type="http://schemas.openxmlformats.org/officeDocument/2006/relationships/image" Target="../media/image30.jpg"/><Relationship Id="rId52" Type="http://schemas.openxmlformats.org/officeDocument/2006/relationships/image" Target="../media/image51.jpg"/><Relationship Id="rId73" Type="http://schemas.openxmlformats.org/officeDocument/2006/relationships/image" Target="../media/image72.jpg"/><Relationship Id="rId78" Type="http://schemas.openxmlformats.org/officeDocument/2006/relationships/image" Target="../media/image77.jpg"/><Relationship Id="rId94" Type="http://schemas.openxmlformats.org/officeDocument/2006/relationships/image" Target="../media/image93.jpg"/><Relationship Id="rId99" Type="http://schemas.openxmlformats.org/officeDocument/2006/relationships/image" Target="../media/image98.jpg"/><Relationship Id="rId101" Type="http://schemas.openxmlformats.org/officeDocument/2006/relationships/image" Target="../media/image100.jpg"/><Relationship Id="rId122" Type="http://schemas.openxmlformats.org/officeDocument/2006/relationships/image" Target="../media/image121.jpg"/><Relationship Id="rId143" Type="http://schemas.openxmlformats.org/officeDocument/2006/relationships/image" Target="../media/image142.jpg"/><Relationship Id="rId148" Type="http://schemas.openxmlformats.org/officeDocument/2006/relationships/image" Target="../media/image147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26" Type="http://schemas.openxmlformats.org/officeDocument/2006/relationships/image" Target="../media/image25.jpg"/><Relationship Id="rId47" Type="http://schemas.openxmlformats.org/officeDocument/2006/relationships/image" Target="../media/image46.jpg"/><Relationship Id="rId68" Type="http://schemas.openxmlformats.org/officeDocument/2006/relationships/image" Target="../media/image67.jpg"/><Relationship Id="rId89" Type="http://schemas.openxmlformats.org/officeDocument/2006/relationships/image" Target="../media/image88.jpg"/><Relationship Id="rId112" Type="http://schemas.openxmlformats.org/officeDocument/2006/relationships/image" Target="../media/image111.jpg"/><Relationship Id="rId133" Type="http://schemas.openxmlformats.org/officeDocument/2006/relationships/image" Target="../media/image132.jpg"/><Relationship Id="rId154" Type="http://schemas.openxmlformats.org/officeDocument/2006/relationships/image" Target="../media/image153.jpg"/><Relationship Id="rId16" Type="http://schemas.openxmlformats.org/officeDocument/2006/relationships/image" Target="../media/image15.jpg"/><Relationship Id="rId37" Type="http://schemas.openxmlformats.org/officeDocument/2006/relationships/image" Target="../media/image36.jpg"/><Relationship Id="rId58" Type="http://schemas.openxmlformats.org/officeDocument/2006/relationships/image" Target="../media/image57.jpg"/><Relationship Id="rId79" Type="http://schemas.openxmlformats.org/officeDocument/2006/relationships/image" Target="../media/image78.jpg"/><Relationship Id="rId102" Type="http://schemas.openxmlformats.org/officeDocument/2006/relationships/image" Target="../media/image101.jpg"/><Relationship Id="rId123" Type="http://schemas.openxmlformats.org/officeDocument/2006/relationships/image" Target="../media/image122.jpg"/><Relationship Id="rId144" Type="http://schemas.openxmlformats.org/officeDocument/2006/relationships/image" Target="../media/image143.jpg"/><Relationship Id="rId90" Type="http://schemas.openxmlformats.org/officeDocument/2006/relationships/image" Target="../media/image89.jpg"/><Relationship Id="rId27" Type="http://schemas.openxmlformats.org/officeDocument/2006/relationships/image" Target="../media/image26.jpg"/><Relationship Id="rId48" Type="http://schemas.openxmlformats.org/officeDocument/2006/relationships/image" Target="../media/image47.jpg"/><Relationship Id="rId69" Type="http://schemas.openxmlformats.org/officeDocument/2006/relationships/image" Target="../media/image68.jpg"/><Relationship Id="rId113" Type="http://schemas.openxmlformats.org/officeDocument/2006/relationships/image" Target="../media/image112.jpg"/><Relationship Id="rId134" Type="http://schemas.openxmlformats.org/officeDocument/2006/relationships/image" Target="../media/image133.jp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6.jpg"/><Relationship Id="rId21" Type="http://schemas.openxmlformats.org/officeDocument/2006/relationships/image" Target="../media/image31.jpg"/><Relationship Id="rId42" Type="http://schemas.openxmlformats.org/officeDocument/2006/relationships/image" Target="../media/image52.jpg"/><Relationship Id="rId47" Type="http://schemas.openxmlformats.org/officeDocument/2006/relationships/image" Target="../media/image57.jpg"/><Relationship Id="rId63" Type="http://schemas.openxmlformats.org/officeDocument/2006/relationships/image" Target="../media/image73.jpg"/><Relationship Id="rId68" Type="http://schemas.openxmlformats.org/officeDocument/2006/relationships/image" Target="../media/image78.jpg"/><Relationship Id="rId84" Type="http://schemas.openxmlformats.org/officeDocument/2006/relationships/image" Target="../media/image94.jpg"/><Relationship Id="rId89" Type="http://schemas.openxmlformats.org/officeDocument/2006/relationships/image" Target="../media/image99.jpg"/><Relationship Id="rId16" Type="http://schemas.openxmlformats.org/officeDocument/2006/relationships/image" Target="../media/image26.jpg"/><Relationship Id="rId11" Type="http://schemas.openxmlformats.org/officeDocument/2006/relationships/image" Target="../media/image21.jpg"/><Relationship Id="rId32" Type="http://schemas.openxmlformats.org/officeDocument/2006/relationships/image" Target="../media/image42.jpg"/><Relationship Id="rId37" Type="http://schemas.openxmlformats.org/officeDocument/2006/relationships/image" Target="../media/image47.jpg"/><Relationship Id="rId53" Type="http://schemas.openxmlformats.org/officeDocument/2006/relationships/image" Target="../media/image63.jpg"/><Relationship Id="rId58" Type="http://schemas.openxmlformats.org/officeDocument/2006/relationships/image" Target="../media/image68.jpg"/><Relationship Id="rId74" Type="http://schemas.openxmlformats.org/officeDocument/2006/relationships/image" Target="../media/image84.jpg"/><Relationship Id="rId79" Type="http://schemas.openxmlformats.org/officeDocument/2006/relationships/image" Target="../media/image89.jpg"/><Relationship Id="rId5" Type="http://schemas.openxmlformats.org/officeDocument/2006/relationships/image" Target="../media/image15.jpg"/><Relationship Id="rId90" Type="http://schemas.openxmlformats.org/officeDocument/2006/relationships/image" Target="../media/image100.jpg"/><Relationship Id="rId14" Type="http://schemas.openxmlformats.org/officeDocument/2006/relationships/image" Target="../media/image24.jpg"/><Relationship Id="rId22" Type="http://schemas.openxmlformats.org/officeDocument/2006/relationships/image" Target="../media/image32.jpg"/><Relationship Id="rId27" Type="http://schemas.openxmlformats.org/officeDocument/2006/relationships/image" Target="../media/image37.jpg"/><Relationship Id="rId30" Type="http://schemas.openxmlformats.org/officeDocument/2006/relationships/image" Target="../media/image40.jpg"/><Relationship Id="rId35" Type="http://schemas.openxmlformats.org/officeDocument/2006/relationships/image" Target="../media/image45.jpg"/><Relationship Id="rId43" Type="http://schemas.openxmlformats.org/officeDocument/2006/relationships/image" Target="../media/image53.jpg"/><Relationship Id="rId48" Type="http://schemas.openxmlformats.org/officeDocument/2006/relationships/image" Target="../media/image58.jpg"/><Relationship Id="rId56" Type="http://schemas.openxmlformats.org/officeDocument/2006/relationships/image" Target="../media/image66.jpg"/><Relationship Id="rId64" Type="http://schemas.openxmlformats.org/officeDocument/2006/relationships/image" Target="../media/image74.jpg"/><Relationship Id="rId69" Type="http://schemas.openxmlformats.org/officeDocument/2006/relationships/image" Target="../media/image79.jpg"/><Relationship Id="rId77" Type="http://schemas.openxmlformats.org/officeDocument/2006/relationships/image" Target="../media/image87.jpg"/><Relationship Id="rId8" Type="http://schemas.openxmlformats.org/officeDocument/2006/relationships/image" Target="../media/image18.jpg"/><Relationship Id="rId51" Type="http://schemas.openxmlformats.org/officeDocument/2006/relationships/image" Target="../media/image61.jpg"/><Relationship Id="rId72" Type="http://schemas.openxmlformats.org/officeDocument/2006/relationships/image" Target="../media/image82.jpg"/><Relationship Id="rId80" Type="http://schemas.openxmlformats.org/officeDocument/2006/relationships/image" Target="../media/image90.jpg"/><Relationship Id="rId85" Type="http://schemas.openxmlformats.org/officeDocument/2006/relationships/image" Target="../media/image95.jpg"/><Relationship Id="rId3" Type="http://schemas.openxmlformats.org/officeDocument/2006/relationships/image" Target="../media/image13.jpg"/><Relationship Id="rId12" Type="http://schemas.openxmlformats.org/officeDocument/2006/relationships/image" Target="../media/image22.jpg"/><Relationship Id="rId17" Type="http://schemas.openxmlformats.org/officeDocument/2006/relationships/image" Target="../media/image27.jpg"/><Relationship Id="rId25" Type="http://schemas.openxmlformats.org/officeDocument/2006/relationships/image" Target="../media/image35.jpg"/><Relationship Id="rId33" Type="http://schemas.openxmlformats.org/officeDocument/2006/relationships/image" Target="../media/image43.jpg"/><Relationship Id="rId38" Type="http://schemas.openxmlformats.org/officeDocument/2006/relationships/image" Target="../media/image48.jpg"/><Relationship Id="rId46" Type="http://schemas.openxmlformats.org/officeDocument/2006/relationships/image" Target="../media/image56.jpg"/><Relationship Id="rId59" Type="http://schemas.openxmlformats.org/officeDocument/2006/relationships/image" Target="../media/image69.jpg"/><Relationship Id="rId67" Type="http://schemas.openxmlformats.org/officeDocument/2006/relationships/image" Target="../media/image77.jpg"/><Relationship Id="rId20" Type="http://schemas.openxmlformats.org/officeDocument/2006/relationships/image" Target="../media/image30.jpg"/><Relationship Id="rId41" Type="http://schemas.openxmlformats.org/officeDocument/2006/relationships/image" Target="../media/image51.jpg"/><Relationship Id="rId54" Type="http://schemas.openxmlformats.org/officeDocument/2006/relationships/image" Target="../media/image64.jpg"/><Relationship Id="rId62" Type="http://schemas.openxmlformats.org/officeDocument/2006/relationships/image" Target="../media/image72.jpg"/><Relationship Id="rId70" Type="http://schemas.openxmlformats.org/officeDocument/2006/relationships/image" Target="../media/image80.jpg"/><Relationship Id="rId75" Type="http://schemas.openxmlformats.org/officeDocument/2006/relationships/image" Target="../media/image85.jpg"/><Relationship Id="rId83" Type="http://schemas.openxmlformats.org/officeDocument/2006/relationships/image" Target="../media/image93.jpg"/><Relationship Id="rId88" Type="http://schemas.openxmlformats.org/officeDocument/2006/relationships/image" Target="../media/image98.jpg"/><Relationship Id="rId91" Type="http://schemas.openxmlformats.org/officeDocument/2006/relationships/image" Target="../media/image10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15" Type="http://schemas.openxmlformats.org/officeDocument/2006/relationships/image" Target="../media/image25.jpg"/><Relationship Id="rId23" Type="http://schemas.openxmlformats.org/officeDocument/2006/relationships/image" Target="../media/image33.jpg"/><Relationship Id="rId28" Type="http://schemas.openxmlformats.org/officeDocument/2006/relationships/image" Target="../media/image38.jpg"/><Relationship Id="rId36" Type="http://schemas.openxmlformats.org/officeDocument/2006/relationships/image" Target="../media/image46.jpg"/><Relationship Id="rId49" Type="http://schemas.openxmlformats.org/officeDocument/2006/relationships/image" Target="../media/image59.jpg"/><Relationship Id="rId57" Type="http://schemas.openxmlformats.org/officeDocument/2006/relationships/image" Target="../media/image67.jpg"/><Relationship Id="rId10" Type="http://schemas.openxmlformats.org/officeDocument/2006/relationships/image" Target="../media/image20.jpg"/><Relationship Id="rId31" Type="http://schemas.openxmlformats.org/officeDocument/2006/relationships/image" Target="../media/image41.jpg"/><Relationship Id="rId44" Type="http://schemas.openxmlformats.org/officeDocument/2006/relationships/image" Target="../media/image54.jpg"/><Relationship Id="rId52" Type="http://schemas.openxmlformats.org/officeDocument/2006/relationships/image" Target="../media/image62.jpg"/><Relationship Id="rId60" Type="http://schemas.openxmlformats.org/officeDocument/2006/relationships/image" Target="../media/image70.jpg"/><Relationship Id="rId65" Type="http://schemas.openxmlformats.org/officeDocument/2006/relationships/image" Target="../media/image75.jpg"/><Relationship Id="rId73" Type="http://schemas.openxmlformats.org/officeDocument/2006/relationships/image" Target="../media/image83.jpg"/><Relationship Id="rId78" Type="http://schemas.openxmlformats.org/officeDocument/2006/relationships/image" Target="../media/image88.jpg"/><Relationship Id="rId81" Type="http://schemas.openxmlformats.org/officeDocument/2006/relationships/image" Target="../media/image91.jpg"/><Relationship Id="rId86" Type="http://schemas.openxmlformats.org/officeDocument/2006/relationships/image" Target="../media/image96.jpg"/><Relationship Id="rId4" Type="http://schemas.openxmlformats.org/officeDocument/2006/relationships/image" Target="../media/image14.jpg"/><Relationship Id="rId9" Type="http://schemas.openxmlformats.org/officeDocument/2006/relationships/image" Target="../media/image19.jpg"/><Relationship Id="rId13" Type="http://schemas.openxmlformats.org/officeDocument/2006/relationships/image" Target="../media/image23.jpg"/><Relationship Id="rId18" Type="http://schemas.openxmlformats.org/officeDocument/2006/relationships/image" Target="../media/image28.jpg"/><Relationship Id="rId39" Type="http://schemas.openxmlformats.org/officeDocument/2006/relationships/image" Target="../media/image49.jpg"/><Relationship Id="rId34" Type="http://schemas.openxmlformats.org/officeDocument/2006/relationships/image" Target="../media/image44.jpg"/><Relationship Id="rId50" Type="http://schemas.openxmlformats.org/officeDocument/2006/relationships/image" Target="../media/image60.jpg"/><Relationship Id="rId55" Type="http://schemas.openxmlformats.org/officeDocument/2006/relationships/image" Target="../media/image65.jpg"/><Relationship Id="rId76" Type="http://schemas.openxmlformats.org/officeDocument/2006/relationships/image" Target="../media/image86.jpg"/><Relationship Id="rId7" Type="http://schemas.openxmlformats.org/officeDocument/2006/relationships/image" Target="../media/image17.jpg"/><Relationship Id="rId71" Type="http://schemas.openxmlformats.org/officeDocument/2006/relationships/image" Target="../media/image81.jpg"/><Relationship Id="rId92" Type="http://schemas.openxmlformats.org/officeDocument/2006/relationships/image" Target="../media/image102.jp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39.jpg"/><Relationship Id="rId24" Type="http://schemas.openxmlformats.org/officeDocument/2006/relationships/image" Target="../media/image34.jpg"/><Relationship Id="rId40" Type="http://schemas.openxmlformats.org/officeDocument/2006/relationships/image" Target="../media/image50.jpg"/><Relationship Id="rId45" Type="http://schemas.openxmlformats.org/officeDocument/2006/relationships/image" Target="../media/image55.jpg"/><Relationship Id="rId66" Type="http://schemas.openxmlformats.org/officeDocument/2006/relationships/image" Target="../media/image76.jpg"/><Relationship Id="rId87" Type="http://schemas.openxmlformats.org/officeDocument/2006/relationships/image" Target="../media/image97.jpg"/><Relationship Id="rId61" Type="http://schemas.openxmlformats.org/officeDocument/2006/relationships/image" Target="../media/image71.jpg"/><Relationship Id="rId82" Type="http://schemas.openxmlformats.org/officeDocument/2006/relationships/image" Target="../media/image92.jpg"/><Relationship Id="rId19" Type="http://schemas.openxmlformats.org/officeDocument/2006/relationships/image" Target="../media/image29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jpg"/><Relationship Id="rId13" Type="http://schemas.openxmlformats.org/officeDocument/2006/relationships/image" Target="../media/image114.jpg"/><Relationship Id="rId18" Type="http://schemas.openxmlformats.org/officeDocument/2006/relationships/image" Target="../media/image119.jpg"/><Relationship Id="rId26" Type="http://schemas.openxmlformats.org/officeDocument/2006/relationships/image" Target="../media/image127.jpg"/><Relationship Id="rId3" Type="http://schemas.openxmlformats.org/officeDocument/2006/relationships/image" Target="../media/image104.jpg"/><Relationship Id="rId21" Type="http://schemas.openxmlformats.org/officeDocument/2006/relationships/image" Target="../media/image122.jpg"/><Relationship Id="rId7" Type="http://schemas.openxmlformats.org/officeDocument/2006/relationships/image" Target="../media/image108.jpg"/><Relationship Id="rId12" Type="http://schemas.openxmlformats.org/officeDocument/2006/relationships/image" Target="../media/image113.jpg"/><Relationship Id="rId17" Type="http://schemas.openxmlformats.org/officeDocument/2006/relationships/image" Target="../media/image118.jpg"/><Relationship Id="rId25" Type="http://schemas.openxmlformats.org/officeDocument/2006/relationships/image" Target="../media/image126.jpg"/><Relationship Id="rId2" Type="http://schemas.openxmlformats.org/officeDocument/2006/relationships/image" Target="../media/image103.jpg"/><Relationship Id="rId16" Type="http://schemas.openxmlformats.org/officeDocument/2006/relationships/image" Target="../media/image117.jpg"/><Relationship Id="rId20" Type="http://schemas.openxmlformats.org/officeDocument/2006/relationships/image" Target="../media/image12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jpg"/><Relationship Id="rId11" Type="http://schemas.openxmlformats.org/officeDocument/2006/relationships/image" Target="../media/image112.jpg"/><Relationship Id="rId24" Type="http://schemas.openxmlformats.org/officeDocument/2006/relationships/image" Target="../media/image125.jpg"/><Relationship Id="rId5" Type="http://schemas.openxmlformats.org/officeDocument/2006/relationships/image" Target="../media/image106.jpg"/><Relationship Id="rId15" Type="http://schemas.openxmlformats.org/officeDocument/2006/relationships/image" Target="../media/image116.jpg"/><Relationship Id="rId23" Type="http://schemas.openxmlformats.org/officeDocument/2006/relationships/image" Target="../media/image124.jpg"/><Relationship Id="rId28" Type="http://schemas.openxmlformats.org/officeDocument/2006/relationships/image" Target="../media/image129.jpg"/><Relationship Id="rId10" Type="http://schemas.openxmlformats.org/officeDocument/2006/relationships/image" Target="../media/image111.jpg"/><Relationship Id="rId19" Type="http://schemas.openxmlformats.org/officeDocument/2006/relationships/image" Target="../media/image120.jpg"/><Relationship Id="rId4" Type="http://schemas.openxmlformats.org/officeDocument/2006/relationships/image" Target="../media/image105.jpg"/><Relationship Id="rId9" Type="http://schemas.openxmlformats.org/officeDocument/2006/relationships/image" Target="../media/image110.jpg"/><Relationship Id="rId14" Type="http://schemas.openxmlformats.org/officeDocument/2006/relationships/image" Target="../media/image115.jpg"/><Relationship Id="rId22" Type="http://schemas.openxmlformats.org/officeDocument/2006/relationships/image" Target="../media/image123.jpg"/><Relationship Id="rId27" Type="http://schemas.openxmlformats.org/officeDocument/2006/relationships/image" Target="../media/image128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jpg"/><Relationship Id="rId13" Type="http://schemas.openxmlformats.org/officeDocument/2006/relationships/image" Target="../media/image140.jpg"/><Relationship Id="rId18" Type="http://schemas.openxmlformats.org/officeDocument/2006/relationships/image" Target="../media/image145.jpg"/><Relationship Id="rId26" Type="http://schemas.openxmlformats.org/officeDocument/2006/relationships/image" Target="../media/image153.jpg"/><Relationship Id="rId3" Type="http://schemas.openxmlformats.org/officeDocument/2006/relationships/image" Target="../media/image130.jpg"/><Relationship Id="rId21" Type="http://schemas.openxmlformats.org/officeDocument/2006/relationships/image" Target="../media/image148.jpg"/><Relationship Id="rId7" Type="http://schemas.openxmlformats.org/officeDocument/2006/relationships/image" Target="../media/image134.jpg"/><Relationship Id="rId12" Type="http://schemas.openxmlformats.org/officeDocument/2006/relationships/image" Target="../media/image139.jpg"/><Relationship Id="rId17" Type="http://schemas.openxmlformats.org/officeDocument/2006/relationships/image" Target="../media/image144.jpg"/><Relationship Id="rId25" Type="http://schemas.openxmlformats.org/officeDocument/2006/relationships/image" Target="../media/image152.jp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3.jpg"/><Relationship Id="rId20" Type="http://schemas.openxmlformats.org/officeDocument/2006/relationships/image" Target="../media/image147.jpg"/><Relationship Id="rId29" Type="http://schemas.openxmlformats.org/officeDocument/2006/relationships/image" Target="../media/image15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jpg"/><Relationship Id="rId11" Type="http://schemas.openxmlformats.org/officeDocument/2006/relationships/image" Target="../media/image138.jpg"/><Relationship Id="rId24" Type="http://schemas.openxmlformats.org/officeDocument/2006/relationships/image" Target="../media/image151.jpg"/><Relationship Id="rId5" Type="http://schemas.openxmlformats.org/officeDocument/2006/relationships/image" Target="../media/image132.jpg"/><Relationship Id="rId15" Type="http://schemas.openxmlformats.org/officeDocument/2006/relationships/image" Target="../media/image142.jpg"/><Relationship Id="rId23" Type="http://schemas.openxmlformats.org/officeDocument/2006/relationships/image" Target="../media/image150.jpg"/><Relationship Id="rId28" Type="http://schemas.openxmlformats.org/officeDocument/2006/relationships/image" Target="../media/image155.jpg"/><Relationship Id="rId10" Type="http://schemas.openxmlformats.org/officeDocument/2006/relationships/image" Target="../media/image137.jpg"/><Relationship Id="rId19" Type="http://schemas.openxmlformats.org/officeDocument/2006/relationships/image" Target="../media/image146.jpg"/><Relationship Id="rId4" Type="http://schemas.openxmlformats.org/officeDocument/2006/relationships/image" Target="../media/image131.jpg"/><Relationship Id="rId9" Type="http://schemas.openxmlformats.org/officeDocument/2006/relationships/image" Target="../media/image136.jpg"/><Relationship Id="rId14" Type="http://schemas.openxmlformats.org/officeDocument/2006/relationships/image" Target="../media/image141.jpg"/><Relationship Id="rId22" Type="http://schemas.openxmlformats.org/officeDocument/2006/relationships/image" Target="../media/image149.jpg"/><Relationship Id="rId27" Type="http://schemas.openxmlformats.org/officeDocument/2006/relationships/image" Target="../media/image154.jpg"/><Relationship Id="rId30" Type="http://schemas.openxmlformats.org/officeDocument/2006/relationships/image" Target="../media/image15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9A66B3E-A9AA-6F59-38E1-3BFA4C8BD6E4}"/>
              </a:ext>
            </a:extLst>
          </p:cNvPr>
          <p:cNvSpPr/>
          <p:nvPr/>
        </p:nvSpPr>
        <p:spPr>
          <a:xfrm>
            <a:off x="0" y="407629"/>
            <a:ext cx="3048000" cy="9776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6421D4-29AE-5548-E3AD-25DEA8E9627F}"/>
              </a:ext>
            </a:extLst>
          </p:cNvPr>
          <p:cNvSpPr/>
          <p:nvPr/>
        </p:nvSpPr>
        <p:spPr>
          <a:xfrm>
            <a:off x="3048000" y="407629"/>
            <a:ext cx="3048000" cy="9776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FF8777-07AA-B061-3BA4-EE8D7A7102FE}"/>
              </a:ext>
            </a:extLst>
          </p:cNvPr>
          <p:cNvSpPr/>
          <p:nvPr/>
        </p:nvSpPr>
        <p:spPr>
          <a:xfrm>
            <a:off x="6100247" y="408014"/>
            <a:ext cx="3048000" cy="977343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42" name="Picture 41" descr="A black and white image of a black dot&#10;&#10;AI-generated content may be incorrect.">
            <a:extLst>
              <a:ext uri="{FF2B5EF4-FFF2-40B4-BE49-F238E27FC236}">
                <a16:creationId xmlns:a16="http://schemas.microsoft.com/office/drawing/2014/main" id="{DE994EE3-1A72-0135-6789-1D3FE54D7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859" y="610497"/>
            <a:ext cx="485775" cy="638175"/>
          </a:xfrm>
          <a:prstGeom prst="rect">
            <a:avLst/>
          </a:prstGeom>
        </p:spPr>
      </p:pic>
      <p:pic>
        <p:nvPicPr>
          <p:cNvPr id="44" name="Picture 43" descr="A black and white image of a black dot&#10;&#10;AI-generated content may be incorrect.">
            <a:extLst>
              <a:ext uri="{FF2B5EF4-FFF2-40B4-BE49-F238E27FC236}">
                <a16:creationId xmlns:a16="http://schemas.microsoft.com/office/drawing/2014/main" id="{7180FF2E-EB70-6DD2-9422-A7F8CB0AE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011" y="610497"/>
            <a:ext cx="485775" cy="638175"/>
          </a:xfrm>
          <a:prstGeom prst="rect">
            <a:avLst/>
          </a:prstGeom>
        </p:spPr>
      </p:pic>
      <p:pic>
        <p:nvPicPr>
          <p:cNvPr id="46" name="Picture 45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1AF54702-4DF4-A8E7-7AFB-A83D40ED62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63" y="596209"/>
            <a:ext cx="485775" cy="666750"/>
          </a:xfrm>
          <a:prstGeom prst="rect">
            <a:avLst/>
          </a:prstGeom>
        </p:spPr>
      </p:pic>
      <p:pic>
        <p:nvPicPr>
          <p:cNvPr id="48" name="Picture 47" descr="A black circle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046AF19A-D311-6D9E-5FA1-5FB4424228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15" y="624784"/>
            <a:ext cx="485775" cy="609600"/>
          </a:xfrm>
          <a:prstGeom prst="rect">
            <a:avLst/>
          </a:prstGeom>
        </p:spPr>
      </p:pic>
      <p:pic>
        <p:nvPicPr>
          <p:cNvPr id="50" name="Picture 49" descr="A black and white image of a number&#10;&#10;AI-generated content may be incorrect.">
            <a:extLst>
              <a:ext uri="{FF2B5EF4-FFF2-40B4-BE49-F238E27FC236}">
                <a16:creationId xmlns:a16="http://schemas.microsoft.com/office/drawing/2014/main" id="{0895C2BD-6A85-8D27-0881-18B5EA872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783" y="518582"/>
            <a:ext cx="485775" cy="781050"/>
          </a:xfrm>
          <a:prstGeom prst="rect">
            <a:avLst/>
          </a:prstGeom>
        </p:spPr>
      </p:pic>
      <p:pic>
        <p:nvPicPr>
          <p:cNvPr id="52" name="Picture 51" descr="A black blot on a white background&#10;&#10;AI-generated content may be incorrect.">
            <a:extLst>
              <a:ext uri="{FF2B5EF4-FFF2-40B4-BE49-F238E27FC236}">
                <a16:creationId xmlns:a16="http://schemas.microsoft.com/office/drawing/2014/main" id="{3EEBA560-E4A5-FCF1-74CF-D08AEAA86A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31"/>
          <a:stretch>
            <a:fillRect/>
          </a:stretch>
        </p:blipFill>
        <p:spPr>
          <a:xfrm>
            <a:off x="5138612" y="430169"/>
            <a:ext cx="914400" cy="938212"/>
          </a:xfrm>
          <a:prstGeom prst="rect">
            <a:avLst/>
          </a:prstGeom>
        </p:spPr>
      </p:pic>
      <p:pic>
        <p:nvPicPr>
          <p:cNvPr id="54" name="Picture 53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A291DC56-B848-F51E-5112-3C96BD6A7C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955" y="547157"/>
            <a:ext cx="485775" cy="723900"/>
          </a:xfrm>
          <a:prstGeom prst="rect">
            <a:avLst/>
          </a:prstGeom>
        </p:spPr>
      </p:pic>
      <p:pic>
        <p:nvPicPr>
          <p:cNvPr id="56" name="Picture 55" descr="A black spiky object on a white background&#10;&#10;AI-generated content may be incorrect.">
            <a:extLst>
              <a:ext uri="{FF2B5EF4-FFF2-40B4-BE49-F238E27FC236}">
                <a16:creationId xmlns:a16="http://schemas.microsoft.com/office/drawing/2014/main" id="{0C922113-FEB6-960A-AD4F-CD878E8811C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49" b="23016"/>
          <a:stretch>
            <a:fillRect/>
          </a:stretch>
        </p:blipFill>
        <p:spPr>
          <a:xfrm>
            <a:off x="3140023" y="476599"/>
            <a:ext cx="714375" cy="828959"/>
          </a:xfrm>
          <a:prstGeom prst="rect">
            <a:avLst/>
          </a:prstGeom>
        </p:spPr>
      </p:pic>
      <p:pic>
        <p:nvPicPr>
          <p:cNvPr id="58" name="Picture 57" descr="A black bird in the sky&#10;&#10;AI-generated content may be incorrect.">
            <a:extLst>
              <a:ext uri="{FF2B5EF4-FFF2-40B4-BE49-F238E27FC236}">
                <a16:creationId xmlns:a16="http://schemas.microsoft.com/office/drawing/2014/main" id="{4DCFB7C5-2E18-9972-95F6-92D80D06C8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571" y="547157"/>
            <a:ext cx="485775" cy="752475"/>
          </a:xfrm>
          <a:prstGeom prst="rect">
            <a:avLst/>
          </a:prstGeom>
        </p:spPr>
      </p:pic>
      <p:pic>
        <p:nvPicPr>
          <p:cNvPr id="60" name="Picture 59" descr="A blurry image of a black object&#10;&#10;AI-generated content may be incorrect.">
            <a:extLst>
              <a:ext uri="{FF2B5EF4-FFF2-40B4-BE49-F238E27FC236}">
                <a16:creationId xmlns:a16="http://schemas.microsoft.com/office/drawing/2014/main" id="{63294E51-0FBC-FCAD-3B6C-25D18341801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710" y="532869"/>
            <a:ext cx="485775" cy="781050"/>
          </a:xfrm>
          <a:prstGeom prst="rect">
            <a:avLst/>
          </a:prstGeom>
        </p:spPr>
      </p:pic>
      <p:pic>
        <p:nvPicPr>
          <p:cNvPr id="62" name="Picture 61" descr="A blurry image of a bird&#10;&#10;AI-generated content may be incorrect.">
            <a:extLst>
              <a:ext uri="{FF2B5EF4-FFF2-40B4-BE49-F238E27FC236}">
                <a16:creationId xmlns:a16="http://schemas.microsoft.com/office/drawing/2014/main" id="{B1D84C82-7931-C932-F812-3B66860FE4F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848" y="561444"/>
            <a:ext cx="485775" cy="723900"/>
          </a:xfrm>
          <a:prstGeom prst="rect">
            <a:avLst/>
          </a:prstGeom>
        </p:spPr>
      </p:pic>
      <p:pic>
        <p:nvPicPr>
          <p:cNvPr id="64" name="Picture 63" descr="A black text and a black number&#10;&#10;AI-generated content may be incorrect.">
            <a:extLst>
              <a:ext uri="{FF2B5EF4-FFF2-40B4-BE49-F238E27FC236}">
                <a16:creationId xmlns:a16="http://schemas.microsoft.com/office/drawing/2014/main" id="{8B5BF771-7F1F-8A83-8179-A434B2A3084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986" y="441768"/>
            <a:ext cx="485775" cy="923925"/>
          </a:xfrm>
          <a:prstGeom prst="rect">
            <a:avLst/>
          </a:prstGeom>
        </p:spPr>
      </p:pic>
      <p:pic>
        <p:nvPicPr>
          <p:cNvPr id="65" name="Picture 64" descr="A black spiky object on a white background&#10;&#10;AI-generated content may be incorrect.">
            <a:extLst>
              <a:ext uri="{FF2B5EF4-FFF2-40B4-BE49-F238E27FC236}">
                <a16:creationId xmlns:a16="http://schemas.microsoft.com/office/drawing/2014/main" id="{0A10950A-9DD7-7DB5-9961-BAA2B7AD8EC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230"/>
          <a:stretch>
            <a:fillRect/>
          </a:stretch>
        </p:blipFill>
        <p:spPr>
          <a:xfrm>
            <a:off x="3149236" y="963689"/>
            <a:ext cx="714375" cy="3418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68CADA5-1C32-1AFF-3ACE-B09A103B53E3}"/>
              </a:ext>
            </a:extLst>
          </p:cNvPr>
          <p:cNvSpPr txBox="1"/>
          <p:nvPr/>
        </p:nvSpPr>
        <p:spPr>
          <a:xfrm>
            <a:off x="6085834" y="407628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C3DFB1"/>
                </a:solidFill>
              </a:rPr>
              <a:t>tuff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7EED78-6DD0-FE9E-0F29-DEC07C2731B2}"/>
              </a:ext>
            </a:extLst>
          </p:cNvPr>
          <p:cNvSpPr txBox="1"/>
          <p:nvPr/>
        </p:nvSpPr>
        <p:spPr>
          <a:xfrm>
            <a:off x="3038502" y="407628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C3DFB1"/>
                </a:solidFill>
              </a:rPr>
              <a:t>puff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02A6EC-62B9-DCEF-7A0C-6DC0D3A56074}"/>
              </a:ext>
            </a:extLst>
          </p:cNvPr>
          <p:cNvSpPr txBox="1"/>
          <p:nvPr/>
        </p:nvSpPr>
        <p:spPr>
          <a:xfrm>
            <a:off x="-9499" y="402322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C3DFB1"/>
                </a:solidFill>
              </a:rPr>
              <a:t>like_Trichodesmium</a:t>
            </a:r>
            <a:endParaRPr lang="en-US" sz="1200" b="1" dirty="0">
              <a:solidFill>
                <a:srgbClr val="C3DFB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6EA10F-9058-36FA-6F9A-B576EB90E251}"/>
              </a:ext>
            </a:extLst>
          </p:cNvPr>
          <p:cNvSpPr txBox="1"/>
          <p:nvPr/>
        </p:nvSpPr>
        <p:spPr>
          <a:xfrm>
            <a:off x="-9499" y="11016"/>
            <a:ext cx="1220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DFB1"/>
                </a:solidFill>
              </a:rPr>
              <a:t>e: Photosynthetic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152F50-D6DD-C5F6-E7D2-B6857F3ED064}"/>
              </a:ext>
            </a:extLst>
          </p:cNvPr>
          <p:cNvSpPr txBox="1"/>
          <p:nvPr/>
        </p:nvSpPr>
        <p:spPr>
          <a:xfrm>
            <a:off x="10697" y="1386291"/>
            <a:ext cx="1220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f: Rhizarians</a:t>
            </a:r>
          </a:p>
        </p:txBody>
      </p:sp>
      <p:pic>
        <p:nvPicPr>
          <p:cNvPr id="10" name="Picture 9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B4EDBF3F-55AB-ABF1-12BB-4BA16CCE9E2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0"/>
          <a:stretch>
            <a:fillRect/>
          </a:stretch>
        </p:blipFill>
        <p:spPr>
          <a:xfrm>
            <a:off x="2199218" y="5532695"/>
            <a:ext cx="800100" cy="1021565"/>
          </a:xfrm>
          <a:prstGeom prst="rect">
            <a:avLst/>
          </a:prstGeom>
        </p:spPr>
      </p:pic>
      <p:pic>
        <p:nvPicPr>
          <p:cNvPr id="11" name="Picture 10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ECD84300-F297-7733-310F-7F124362F24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25"/>
          <a:stretch>
            <a:fillRect/>
          </a:stretch>
        </p:blipFill>
        <p:spPr>
          <a:xfrm>
            <a:off x="1492521" y="5631931"/>
            <a:ext cx="628650" cy="931475"/>
          </a:xfrm>
          <a:prstGeom prst="rect">
            <a:avLst/>
          </a:prstGeom>
        </p:spPr>
      </p:pic>
      <p:pic>
        <p:nvPicPr>
          <p:cNvPr id="12" name="Picture 11" descr="A black and white image of a round object&#10;&#10;AI-generated content may be incorrect.">
            <a:extLst>
              <a:ext uri="{FF2B5EF4-FFF2-40B4-BE49-F238E27FC236}">
                <a16:creationId xmlns:a16="http://schemas.microsoft.com/office/drawing/2014/main" id="{479CE39D-B9B1-62A9-910A-AFB0F4308DB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31"/>
          <a:stretch>
            <a:fillRect/>
          </a:stretch>
        </p:blipFill>
        <p:spPr>
          <a:xfrm>
            <a:off x="702482" y="5554082"/>
            <a:ext cx="914400" cy="1041151"/>
          </a:xfrm>
          <a:prstGeom prst="rect">
            <a:avLst/>
          </a:prstGeom>
        </p:spPr>
      </p:pic>
      <p:pic>
        <p:nvPicPr>
          <p:cNvPr id="13" name="Picture 12" descr="A black hole in a white surface&#10;&#10;AI-generated content may be incorrect.">
            <a:extLst>
              <a:ext uri="{FF2B5EF4-FFF2-40B4-BE49-F238E27FC236}">
                <a16:creationId xmlns:a16="http://schemas.microsoft.com/office/drawing/2014/main" id="{8FE8894D-2CFC-8FC1-0401-63B63E0EFEA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27"/>
          <a:stretch>
            <a:fillRect/>
          </a:stretch>
        </p:blipFill>
        <p:spPr>
          <a:xfrm>
            <a:off x="47676" y="5546748"/>
            <a:ext cx="714375" cy="1041151"/>
          </a:xfrm>
          <a:prstGeom prst="rect">
            <a:avLst/>
          </a:prstGeom>
        </p:spPr>
      </p:pic>
      <p:pic>
        <p:nvPicPr>
          <p:cNvPr id="15" name="Picture 14" descr="A close-up of a spider&#10;&#10;AI-generated content may be incorrect.">
            <a:extLst>
              <a:ext uri="{FF2B5EF4-FFF2-40B4-BE49-F238E27FC236}">
                <a16:creationId xmlns:a16="http://schemas.microsoft.com/office/drawing/2014/main" id="{F81927EF-C466-74AE-A864-4805F2799BC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88" t="30091" r="26798" b="30106"/>
          <a:stretch>
            <a:fillRect/>
          </a:stretch>
        </p:blipFill>
        <p:spPr>
          <a:xfrm>
            <a:off x="1260999" y="4445289"/>
            <a:ext cx="649777" cy="1032907"/>
          </a:xfrm>
          <a:prstGeom prst="rect">
            <a:avLst/>
          </a:prstGeom>
        </p:spPr>
      </p:pic>
      <p:pic>
        <p:nvPicPr>
          <p:cNvPr id="16" name="Picture 15" descr="A close-up of a spider&#10;&#10;AI-generated content may be incorrect.">
            <a:extLst>
              <a:ext uri="{FF2B5EF4-FFF2-40B4-BE49-F238E27FC236}">
                <a16:creationId xmlns:a16="http://schemas.microsoft.com/office/drawing/2014/main" id="{9E00BB58-D22F-C3B8-1BC9-6A6CDFE552A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655" r="54841"/>
          <a:stretch>
            <a:fillRect/>
          </a:stretch>
        </p:blipFill>
        <p:spPr>
          <a:xfrm>
            <a:off x="1252460" y="5335716"/>
            <a:ext cx="659191" cy="138726"/>
          </a:xfrm>
          <a:prstGeom prst="rect">
            <a:avLst/>
          </a:prstGeom>
        </p:spPr>
      </p:pic>
      <p:pic>
        <p:nvPicPr>
          <p:cNvPr id="17" name="Picture 16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72E0DB67-CA4E-DAF9-15A1-E3D349289BB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47" b="37325"/>
          <a:stretch>
            <a:fillRect/>
          </a:stretch>
        </p:blipFill>
        <p:spPr>
          <a:xfrm>
            <a:off x="6841023" y="3281939"/>
            <a:ext cx="828675" cy="868779"/>
          </a:xfrm>
          <a:prstGeom prst="rect">
            <a:avLst/>
          </a:prstGeom>
        </p:spPr>
      </p:pic>
      <p:pic>
        <p:nvPicPr>
          <p:cNvPr id="18" name="Picture 17" descr="A close-up of a black circle&#10;&#10;AI-generated content may be incorrect.">
            <a:extLst>
              <a:ext uri="{FF2B5EF4-FFF2-40B4-BE49-F238E27FC236}">
                <a16:creationId xmlns:a16="http://schemas.microsoft.com/office/drawing/2014/main" id="{FFD119D8-5A28-0ED2-3C4C-2FF38E9F3BB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00" t="22687" r="31145" b="18792"/>
          <a:stretch>
            <a:fillRect/>
          </a:stretch>
        </p:blipFill>
        <p:spPr>
          <a:xfrm>
            <a:off x="7679594" y="3307144"/>
            <a:ext cx="710882" cy="908585"/>
          </a:xfrm>
          <a:prstGeom prst="rect">
            <a:avLst/>
          </a:prstGeom>
        </p:spPr>
      </p:pic>
      <p:pic>
        <p:nvPicPr>
          <p:cNvPr id="19" name="Picture 18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5664024D-DE74-050A-FB4F-825B26F2226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014" y="1805233"/>
            <a:ext cx="914400" cy="1266825"/>
          </a:xfrm>
          <a:prstGeom prst="rect">
            <a:avLst/>
          </a:prstGeom>
        </p:spPr>
      </p:pic>
      <p:pic>
        <p:nvPicPr>
          <p:cNvPr id="20" name="Picture 19" descr="A black hole in a white surface&#10;&#10;AI-generated content may be incorrect.">
            <a:extLst>
              <a:ext uri="{FF2B5EF4-FFF2-40B4-BE49-F238E27FC236}">
                <a16:creationId xmlns:a16="http://schemas.microsoft.com/office/drawing/2014/main" id="{BE4C04C5-888C-09C8-227A-8F688EA2F56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413" y="1764189"/>
            <a:ext cx="771525" cy="1266825"/>
          </a:xfrm>
          <a:prstGeom prst="rect">
            <a:avLst/>
          </a:prstGeom>
        </p:spPr>
      </p:pic>
      <p:pic>
        <p:nvPicPr>
          <p:cNvPr id="21" name="Picture 20" descr="A bullet hole in a white background&#10;&#10;AI-generated content may be incorrect.">
            <a:extLst>
              <a:ext uri="{FF2B5EF4-FFF2-40B4-BE49-F238E27FC236}">
                <a16:creationId xmlns:a16="http://schemas.microsoft.com/office/drawing/2014/main" id="{4C7A7A28-51DD-D776-0FBE-A6F2F1B3EE8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5782" y="1792764"/>
            <a:ext cx="714375" cy="1209675"/>
          </a:xfrm>
          <a:prstGeom prst="rect">
            <a:avLst/>
          </a:prstGeom>
        </p:spPr>
      </p:pic>
      <p:pic>
        <p:nvPicPr>
          <p:cNvPr id="22" name="Picture 21" descr="A black circle in a white background&#10;&#10;AI-generated content may be incorrect.">
            <a:extLst>
              <a:ext uri="{FF2B5EF4-FFF2-40B4-BE49-F238E27FC236}">
                <a16:creationId xmlns:a16="http://schemas.microsoft.com/office/drawing/2014/main" id="{98EDDE44-8348-C69F-8E0B-0AD07A08F2C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8837" y="1749901"/>
            <a:ext cx="742950" cy="1295400"/>
          </a:xfrm>
          <a:prstGeom prst="rect">
            <a:avLst/>
          </a:prstGeom>
        </p:spPr>
      </p:pic>
      <p:pic>
        <p:nvPicPr>
          <p:cNvPr id="23" name="Picture 22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57F8C971-87A5-0061-3CE4-E022ABD3613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1132" y="1914282"/>
            <a:ext cx="800100" cy="112395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28033C8-1A06-83CC-0757-756274D28E4F}"/>
              </a:ext>
            </a:extLst>
          </p:cNvPr>
          <p:cNvSpPr/>
          <p:nvPr/>
        </p:nvSpPr>
        <p:spPr>
          <a:xfrm>
            <a:off x="3048000" y="3097527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F2F291-1B4C-4EA2-8849-75E18CF6A079}"/>
              </a:ext>
            </a:extLst>
          </p:cNvPr>
          <p:cNvSpPr/>
          <p:nvPr/>
        </p:nvSpPr>
        <p:spPr>
          <a:xfrm>
            <a:off x="0" y="1740672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A93DAA-AA65-BE6D-93A6-320C15C877FD}"/>
              </a:ext>
            </a:extLst>
          </p:cNvPr>
          <p:cNvSpPr/>
          <p:nvPr/>
        </p:nvSpPr>
        <p:spPr>
          <a:xfrm>
            <a:off x="3048000" y="1740672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1621B69-A8BA-DE2C-1343-CDBA3516843F}"/>
              </a:ext>
            </a:extLst>
          </p:cNvPr>
          <p:cNvSpPr/>
          <p:nvPr/>
        </p:nvSpPr>
        <p:spPr>
          <a:xfrm>
            <a:off x="0" y="3097527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934183-0CFC-AE6B-F308-189BD9436BAA}"/>
              </a:ext>
            </a:extLst>
          </p:cNvPr>
          <p:cNvSpPr/>
          <p:nvPr/>
        </p:nvSpPr>
        <p:spPr>
          <a:xfrm>
            <a:off x="6096000" y="1740672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7B8F17-1C85-BB21-AEF7-B79E34634643}"/>
              </a:ext>
            </a:extLst>
          </p:cNvPr>
          <p:cNvSpPr/>
          <p:nvPr/>
        </p:nvSpPr>
        <p:spPr>
          <a:xfrm>
            <a:off x="9144000" y="1740672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068F78-937C-E332-C3BC-97C6E484CC00}"/>
              </a:ext>
            </a:extLst>
          </p:cNvPr>
          <p:cNvSpPr/>
          <p:nvPr/>
        </p:nvSpPr>
        <p:spPr>
          <a:xfrm>
            <a:off x="6096000" y="3097527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D662E76-C6E8-DE33-FF6B-047B13195D96}"/>
              </a:ext>
            </a:extLst>
          </p:cNvPr>
          <p:cNvSpPr/>
          <p:nvPr/>
        </p:nvSpPr>
        <p:spPr>
          <a:xfrm>
            <a:off x="9144000" y="3097527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F6F4C39-7CAB-6920-0D5B-FAECB94EB108}"/>
              </a:ext>
            </a:extLst>
          </p:cNvPr>
          <p:cNvSpPr/>
          <p:nvPr/>
        </p:nvSpPr>
        <p:spPr>
          <a:xfrm>
            <a:off x="3048333" y="5501526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7EB746D-9455-36C6-7C49-DC72EC05E068}"/>
              </a:ext>
            </a:extLst>
          </p:cNvPr>
          <p:cNvSpPr/>
          <p:nvPr/>
        </p:nvSpPr>
        <p:spPr>
          <a:xfrm>
            <a:off x="333" y="4341314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3DC4CAA-1DF6-EF12-3F78-CDDC432D8395}"/>
              </a:ext>
            </a:extLst>
          </p:cNvPr>
          <p:cNvSpPr/>
          <p:nvPr/>
        </p:nvSpPr>
        <p:spPr>
          <a:xfrm>
            <a:off x="3048333" y="4341314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A1FBDBB-2195-34EF-2AAF-A4001FF7BA49}"/>
              </a:ext>
            </a:extLst>
          </p:cNvPr>
          <p:cNvSpPr/>
          <p:nvPr/>
        </p:nvSpPr>
        <p:spPr>
          <a:xfrm>
            <a:off x="333" y="5501526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CCE4F3C-A4B1-4398-3DBE-CCE49619835F}"/>
              </a:ext>
            </a:extLst>
          </p:cNvPr>
          <p:cNvSpPr/>
          <p:nvPr/>
        </p:nvSpPr>
        <p:spPr>
          <a:xfrm>
            <a:off x="6096333" y="4341314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255792B-6D2B-6D6F-9356-08C50A8B9D95}"/>
              </a:ext>
            </a:extLst>
          </p:cNvPr>
          <p:cNvSpPr/>
          <p:nvPr/>
        </p:nvSpPr>
        <p:spPr>
          <a:xfrm>
            <a:off x="9144333" y="4341314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D78D740-0D7C-706A-50D5-47CB048422CD}"/>
              </a:ext>
            </a:extLst>
          </p:cNvPr>
          <p:cNvSpPr/>
          <p:nvPr/>
        </p:nvSpPr>
        <p:spPr>
          <a:xfrm>
            <a:off x="6096333" y="5501526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65E9459-FDFD-E670-5E65-6819C0D28850}"/>
              </a:ext>
            </a:extLst>
          </p:cNvPr>
          <p:cNvSpPr/>
          <p:nvPr/>
        </p:nvSpPr>
        <p:spPr>
          <a:xfrm>
            <a:off x="9144333" y="5501526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ECAD3E-A956-BF3E-6F9D-B06DA9E50424}"/>
              </a:ext>
            </a:extLst>
          </p:cNvPr>
          <p:cNvSpPr txBox="1"/>
          <p:nvPr/>
        </p:nvSpPr>
        <p:spPr>
          <a:xfrm>
            <a:off x="3038502" y="1740671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Phaeodaria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D85033-C5C7-1C98-96F1-362560D2A5BA}"/>
              </a:ext>
            </a:extLst>
          </p:cNvPr>
          <p:cNvSpPr txBox="1"/>
          <p:nvPr/>
        </p:nvSpPr>
        <p:spPr>
          <a:xfrm>
            <a:off x="9151071" y="174628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Circoporidae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EEA7E38-9C5C-6156-77D1-C32B9758FDC7}"/>
              </a:ext>
            </a:extLst>
          </p:cNvPr>
          <p:cNvSpPr txBox="1"/>
          <p:nvPr/>
        </p:nvSpPr>
        <p:spPr>
          <a:xfrm>
            <a:off x="6098156" y="3102756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Aulographis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181581F-5733-C058-6047-BF0060717330}"/>
              </a:ext>
            </a:extLst>
          </p:cNvPr>
          <p:cNvSpPr txBox="1"/>
          <p:nvPr/>
        </p:nvSpPr>
        <p:spPr>
          <a:xfrm>
            <a:off x="339" y="4350764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Coelodendrum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9398B27-B24F-7BE4-489D-6E59C336CCC9}"/>
              </a:ext>
            </a:extLst>
          </p:cNvPr>
          <p:cNvSpPr txBox="1"/>
          <p:nvPr/>
        </p:nvSpPr>
        <p:spPr>
          <a:xfrm>
            <a:off x="-5172" y="551426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Aulosphaeridae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158556F-2F17-76D4-BC4F-72FCBF8872DE}"/>
              </a:ext>
            </a:extLst>
          </p:cNvPr>
          <p:cNvSpPr txBox="1"/>
          <p:nvPr/>
        </p:nvSpPr>
        <p:spPr>
          <a:xfrm>
            <a:off x="3049669" y="5508369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Aulatractus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769AA4B-3D16-DEF7-429D-F5095FFDD0C7}"/>
              </a:ext>
            </a:extLst>
          </p:cNvPr>
          <p:cNvSpPr/>
          <p:nvPr/>
        </p:nvSpPr>
        <p:spPr>
          <a:xfrm>
            <a:off x="3043417" y="6597822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263249C-A6C4-CCA1-5526-F71F19B3F794}"/>
              </a:ext>
            </a:extLst>
          </p:cNvPr>
          <p:cNvSpPr/>
          <p:nvPr/>
        </p:nvSpPr>
        <p:spPr>
          <a:xfrm>
            <a:off x="-4583" y="6597822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891B9AC-2A82-E4FF-F2B2-BC079BF2A881}"/>
              </a:ext>
            </a:extLst>
          </p:cNvPr>
          <p:cNvSpPr/>
          <p:nvPr/>
        </p:nvSpPr>
        <p:spPr>
          <a:xfrm>
            <a:off x="6091417" y="6597822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53CBD7D-AE4D-C4E9-FF96-372349D1DCC8}"/>
              </a:ext>
            </a:extLst>
          </p:cNvPr>
          <p:cNvSpPr/>
          <p:nvPr/>
        </p:nvSpPr>
        <p:spPr>
          <a:xfrm>
            <a:off x="9139417" y="6597822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EB42352-3487-1334-9AF1-159AA5F2DF1C}"/>
              </a:ext>
            </a:extLst>
          </p:cNvPr>
          <p:cNvSpPr txBox="1"/>
          <p:nvPr/>
        </p:nvSpPr>
        <p:spPr>
          <a:xfrm>
            <a:off x="6109321" y="6604974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unknown_Phaeodaria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02A3B4A-2D03-8046-341F-C967B032D4DC}"/>
              </a:ext>
            </a:extLst>
          </p:cNvPr>
          <p:cNvSpPr/>
          <p:nvPr/>
        </p:nvSpPr>
        <p:spPr>
          <a:xfrm>
            <a:off x="3048335" y="7684287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F6DA064-FEE7-D3A6-4ED8-2AC97BFAFD7B}"/>
              </a:ext>
            </a:extLst>
          </p:cNvPr>
          <p:cNvSpPr/>
          <p:nvPr/>
        </p:nvSpPr>
        <p:spPr>
          <a:xfrm>
            <a:off x="335" y="7684287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C63624F-9A53-658B-DB27-5E0A37BE1902}"/>
              </a:ext>
            </a:extLst>
          </p:cNvPr>
          <p:cNvSpPr/>
          <p:nvPr/>
        </p:nvSpPr>
        <p:spPr>
          <a:xfrm>
            <a:off x="6096335" y="7684287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4E6020E-5B7F-689E-CBE5-06476C39D5C5}"/>
              </a:ext>
            </a:extLst>
          </p:cNvPr>
          <p:cNvSpPr/>
          <p:nvPr/>
        </p:nvSpPr>
        <p:spPr>
          <a:xfrm>
            <a:off x="9144335" y="7684287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C3C7EED-F648-E598-047B-C9AFF32E07CC}"/>
              </a:ext>
            </a:extLst>
          </p:cNvPr>
          <p:cNvSpPr/>
          <p:nvPr/>
        </p:nvSpPr>
        <p:spPr>
          <a:xfrm>
            <a:off x="-4582" y="8780583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71" name="Picture 70" descr="A blurry image of a black dot&#10;&#10;AI-generated content may be incorrect.">
            <a:extLst>
              <a:ext uri="{FF2B5EF4-FFF2-40B4-BE49-F238E27FC236}">
                <a16:creationId xmlns:a16="http://schemas.microsoft.com/office/drawing/2014/main" id="{7EB65C7D-A621-B7C0-1C03-487922E5A69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82" y="1892776"/>
            <a:ext cx="685800" cy="1009650"/>
          </a:xfrm>
          <a:prstGeom prst="rect">
            <a:avLst/>
          </a:prstGeom>
        </p:spPr>
      </p:pic>
      <p:pic>
        <p:nvPicPr>
          <p:cNvPr id="72" name="Picture 71" descr="A black circle in a white background&#10;&#10;AI-generated content may be incorrect.">
            <a:extLst>
              <a:ext uri="{FF2B5EF4-FFF2-40B4-BE49-F238E27FC236}">
                <a16:creationId xmlns:a16="http://schemas.microsoft.com/office/drawing/2014/main" id="{42D51A65-88B5-3971-9801-F7B87D1A4D02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888" y="1921351"/>
            <a:ext cx="714375" cy="952500"/>
          </a:xfrm>
          <a:prstGeom prst="rect">
            <a:avLst/>
          </a:prstGeom>
        </p:spPr>
      </p:pic>
      <p:pic>
        <p:nvPicPr>
          <p:cNvPr id="73" name="Picture 72" descr="A black spot on a white surface&#10;&#10;AI-generated content may be incorrect.">
            <a:extLst>
              <a:ext uri="{FF2B5EF4-FFF2-40B4-BE49-F238E27FC236}">
                <a16:creationId xmlns:a16="http://schemas.microsoft.com/office/drawing/2014/main" id="{DFFE1690-0553-950B-0DB0-F032F4302A3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569" y="1764189"/>
            <a:ext cx="657225" cy="1266825"/>
          </a:xfrm>
          <a:prstGeom prst="rect">
            <a:avLst/>
          </a:prstGeom>
        </p:spPr>
      </p:pic>
      <p:pic>
        <p:nvPicPr>
          <p:cNvPr id="74" name="Picture 73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EAD45A04-9519-5C77-FD2F-0E2B011E09B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6" y="1921351"/>
            <a:ext cx="685800" cy="952500"/>
          </a:xfrm>
          <a:prstGeom prst="rect">
            <a:avLst/>
          </a:prstGeom>
        </p:spPr>
      </p:pic>
      <p:pic>
        <p:nvPicPr>
          <p:cNvPr id="75" name="Picture 74" descr="A black dot with numbers&#10;&#10;AI-generated content may be incorrect.">
            <a:extLst>
              <a:ext uri="{FF2B5EF4-FFF2-40B4-BE49-F238E27FC236}">
                <a16:creationId xmlns:a16="http://schemas.microsoft.com/office/drawing/2014/main" id="{A46F6B25-D46E-1C63-8542-8F7EF257E1A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6114" y="2007076"/>
            <a:ext cx="542925" cy="866775"/>
          </a:xfrm>
          <a:prstGeom prst="rect">
            <a:avLst/>
          </a:prstGeom>
        </p:spPr>
      </p:pic>
      <p:pic>
        <p:nvPicPr>
          <p:cNvPr id="76" name="Picture 75" descr="A black circle with a number and a black text&#10;&#10;AI-generated content may be incorrect.">
            <a:extLst>
              <a:ext uri="{FF2B5EF4-FFF2-40B4-BE49-F238E27FC236}">
                <a16:creationId xmlns:a16="http://schemas.microsoft.com/office/drawing/2014/main" id="{81A237E9-6B75-1B77-7330-72CBE9F5A761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732" y="1852444"/>
            <a:ext cx="914400" cy="1038225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E9EBC236-ACB0-7244-2375-D47A38709F99}"/>
              </a:ext>
            </a:extLst>
          </p:cNvPr>
          <p:cNvSpPr txBox="1"/>
          <p:nvPr/>
        </p:nvSpPr>
        <p:spPr>
          <a:xfrm>
            <a:off x="-9499" y="1735365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BD00"/>
                </a:solidFill>
              </a:rPr>
              <a:t>Rhizaria</a:t>
            </a:r>
          </a:p>
        </p:txBody>
      </p:sp>
      <p:pic>
        <p:nvPicPr>
          <p:cNvPr id="78" name="Picture 77" descr="A black dots on a white background&#10;&#10;AI-generated content may be incorrect.">
            <a:extLst>
              <a:ext uri="{FF2B5EF4-FFF2-40B4-BE49-F238E27FC236}">
                <a16:creationId xmlns:a16="http://schemas.microsoft.com/office/drawing/2014/main" id="{8418CFB9-4797-3B6E-88DF-9E77FE6199CA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4" t="28869" r="29934" b="29361"/>
          <a:stretch>
            <a:fillRect/>
          </a:stretch>
        </p:blipFill>
        <p:spPr>
          <a:xfrm>
            <a:off x="24424" y="3117466"/>
            <a:ext cx="789831" cy="1196068"/>
          </a:xfrm>
          <a:prstGeom prst="rect">
            <a:avLst/>
          </a:prstGeom>
        </p:spPr>
      </p:pic>
      <p:pic>
        <p:nvPicPr>
          <p:cNvPr id="79" name="Picture 78" descr="A black blotch on a white background&#10;&#10;AI-generated content may be incorrect.">
            <a:extLst>
              <a:ext uri="{FF2B5EF4-FFF2-40B4-BE49-F238E27FC236}">
                <a16:creationId xmlns:a16="http://schemas.microsoft.com/office/drawing/2014/main" id="{BB3AD776-9364-981F-F3A1-61F14F0A73C9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0" t="24674" r="12299" b="28212"/>
          <a:stretch>
            <a:fillRect/>
          </a:stretch>
        </p:blipFill>
        <p:spPr>
          <a:xfrm>
            <a:off x="816782" y="3188474"/>
            <a:ext cx="1453021" cy="1065092"/>
          </a:xfrm>
          <a:prstGeom prst="rect">
            <a:avLst/>
          </a:prstGeom>
        </p:spPr>
      </p:pic>
      <p:pic>
        <p:nvPicPr>
          <p:cNvPr id="80" name="Picture 79" descr="A black dots on a white background&#10;&#10;AI-generated content may be incorrect.">
            <a:extLst>
              <a:ext uri="{FF2B5EF4-FFF2-40B4-BE49-F238E27FC236}">
                <a16:creationId xmlns:a16="http://schemas.microsoft.com/office/drawing/2014/main" id="{55901E49-B695-83E6-2622-D0A63A2AC817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20" r="60196" b="7"/>
          <a:stretch>
            <a:fillRect/>
          </a:stretch>
        </p:blipFill>
        <p:spPr>
          <a:xfrm>
            <a:off x="17841" y="4069594"/>
            <a:ext cx="793659" cy="199677"/>
          </a:xfrm>
          <a:prstGeom prst="rect">
            <a:avLst/>
          </a:prstGeom>
        </p:spPr>
      </p:pic>
      <p:pic>
        <p:nvPicPr>
          <p:cNvPr id="81" name="Picture 80" descr="A black blotch on a white background&#10;&#10;AI-generated content may be incorrect.">
            <a:extLst>
              <a:ext uri="{FF2B5EF4-FFF2-40B4-BE49-F238E27FC236}">
                <a16:creationId xmlns:a16="http://schemas.microsoft.com/office/drawing/2014/main" id="{53ED90B8-FD04-50AE-DCDD-6D7F0A850A7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056" r="37945" b="29"/>
          <a:stretch>
            <a:fillRect/>
          </a:stretch>
        </p:blipFill>
        <p:spPr>
          <a:xfrm>
            <a:off x="827437" y="4060972"/>
            <a:ext cx="1447300" cy="178948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4D0FDCF9-67F3-D4A5-91B2-D789DCEB986B}"/>
              </a:ext>
            </a:extLst>
          </p:cNvPr>
          <p:cNvSpPr txBox="1"/>
          <p:nvPr/>
        </p:nvSpPr>
        <p:spPr>
          <a:xfrm>
            <a:off x="-14413" y="3097141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Tuscaroridae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83" name="Picture 82" descr="A black blotches of smoke&#10;&#10;AI-generated content may be incorrect.">
            <a:extLst>
              <a:ext uri="{FF2B5EF4-FFF2-40B4-BE49-F238E27FC236}">
                <a16:creationId xmlns:a16="http://schemas.microsoft.com/office/drawing/2014/main" id="{9B6424B8-E37B-0A2F-5E71-1D7A72285F60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30" t="27514" r="26854" b="28931"/>
          <a:stretch>
            <a:fillRect/>
          </a:stretch>
        </p:blipFill>
        <p:spPr>
          <a:xfrm>
            <a:off x="2182425" y="3127413"/>
            <a:ext cx="836703" cy="1109167"/>
          </a:xfrm>
          <a:prstGeom prst="rect">
            <a:avLst/>
          </a:prstGeom>
        </p:spPr>
      </p:pic>
      <p:pic>
        <p:nvPicPr>
          <p:cNvPr id="84" name="Picture 83" descr="A black blotches of smoke&#10;&#10;AI-generated content may be incorrect.">
            <a:extLst>
              <a:ext uri="{FF2B5EF4-FFF2-40B4-BE49-F238E27FC236}">
                <a16:creationId xmlns:a16="http://schemas.microsoft.com/office/drawing/2014/main" id="{134ECBBB-E1EF-DA50-6ACB-24EE444F183B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17" r="58084" b="799"/>
          <a:stretch>
            <a:fillRect/>
          </a:stretch>
        </p:blipFill>
        <p:spPr>
          <a:xfrm>
            <a:off x="2182426" y="4028151"/>
            <a:ext cx="836704" cy="190597"/>
          </a:xfrm>
          <a:prstGeom prst="rect">
            <a:avLst/>
          </a:prstGeom>
        </p:spPr>
      </p:pic>
      <p:pic>
        <p:nvPicPr>
          <p:cNvPr id="85" name="Picture 84" descr="A bullet hole in a white background&#10;&#10;AI-generated content may be incorrect.">
            <a:extLst>
              <a:ext uri="{FF2B5EF4-FFF2-40B4-BE49-F238E27FC236}">
                <a16:creationId xmlns:a16="http://schemas.microsoft.com/office/drawing/2014/main" id="{A042E7FC-200A-D8E8-AFA3-C0169D861E20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568" y="3122197"/>
            <a:ext cx="571500" cy="1123950"/>
          </a:xfrm>
          <a:prstGeom prst="rect">
            <a:avLst/>
          </a:prstGeom>
        </p:spPr>
      </p:pic>
      <p:pic>
        <p:nvPicPr>
          <p:cNvPr id="86" name="Picture 85" descr="A close-up of a bullet hole&#10;&#10;AI-generated content may be incorrect.">
            <a:extLst>
              <a:ext uri="{FF2B5EF4-FFF2-40B4-BE49-F238E27FC236}">
                <a16:creationId xmlns:a16="http://schemas.microsoft.com/office/drawing/2014/main" id="{989D5A6F-64D4-3EF9-B341-17DE4C57471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82" r="19021"/>
          <a:stretch>
            <a:fillRect/>
          </a:stretch>
        </p:blipFill>
        <p:spPr>
          <a:xfrm>
            <a:off x="5220973" y="3114787"/>
            <a:ext cx="809890" cy="1126610"/>
          </a:xfrm>
          <a:prstGeom prst="rect">
            <a:avLst/>
          </a:prstGeom>
        </p:spPr>
      </p:pic>
      <p:pic>
        <p:nvPicPr>
          <p:cNvPr id="87" name="Picture 86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8C3D3F71-E340-1227-BC8B-E898AB2F6BA0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375" y="3130504"/>
            <a:ext cx="600075" cy="1123950"/>
          </a:xfrm>
          <a:prstGeom prst="rect">
            <a:avLst/>
          </a:prstGeom>
        </p:spPr>
      </p:pic>
      <p:pic>
        <p:nvPicPr>
          <p:cNvPr id="88" name="Picture 87" descr="A bullet hole in a white background&#10;&#10;AI-generated content may be incorrect.">
            <a:extLst>
              <a:ext uri="{FF2B5EF4-FFF2-40B4-BE49-F238E27FC236}">
                <a16:creationId xmlns:a16="http://schemas.microsoft.com/office/drawing/2014/main" id="{77F522A0-56B7-A092-1301-27B4C7715B3B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410" y="3130405"/>
            <a:ext cx="714375" cy="1095375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A14C6B95-E76F-EDC5-8EF7-B7E00A73F1BA}"/>
              </a:ext>
            </a:extLst>
          </p:cNvPr>
          <p:cNvSpPr txBox="1"/>
          <p:nvPr/>
        </p:nvSpPr>
        <p:spPr>
          <a:xfrm>
            <a:off x="3033588" y="3102447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Aulacantha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90" name="Picture 89" descr="A close-up of a eyeball&#10;&#10;AI-generated content may be incorrect.">
            <a:extLst>
              <a:ext uri="{FF2B5EF4-FFF2-40B4-BE49-F238E27FC236}">
                <a16:creationId xmlns:a16="http://schemas.microsoft.com/office/drawing/2014/main" id="{1CFB40A1-B983-018A-40C4-9AFB17D375DE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830"/>
          <a:stretch>
            <a:fillRect/>
          </a:stretch>
        </p:blipFill>
        <p:spPr>
          <a:xfrm>
            <a:off x="8400383" y="3128146"/>
            <a:ext cx="710882" cy="1114425"/>
          </a:xfrm>
          <a:prstGeom prst="rect">
            <a:avLst/>
          </a:prstGeom>
        </p:spPr>
      </p:pic>
      <p:pic>
        <p:nvPicPr>
          <p:cNvPr id="91" name="Picture 90" descr="A black dot in a white circle&#10;&#10;AI-generated content may be incorrect.">
            <a:extLst>
              <a:ext uri="{FF2B5EF4-FFF2-40B4-BE49-F238E27FC236}">
                <a16:creationId xmlns:a16="http://schemas.microsoft.com/office/drawing/2014/main" id="{CC98927D-20DC-6386-E04B-D3653276B58B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37" b="22370"/>
          <a:stretch>
            <a:fillRect/>
          </a:stretch>
        </p:blipFill>
        <p:spPr>
          <a:xfrm>
            <a:off x="6138914" y="3273125"/>
            <a:ext cx="800100" cy="859431"/>
          </a:xfrm>
          <a:prstGeom prst="rect">
            <a:avLst/>
          </a:prstGeom>
        </p:spPr>
      </p:pic>
      <p:pic>
        <p:nvPicPr>
          <p:cNvPr id="92" name="Picture 91" descr="A close-up of a black circle&#10;&#10;AI-generated content may be incorrect.">
            <a:extLst>
              <a:ext uri="{FF2B5EF4-FFF2-40B4-BE49-F238E27FC236}">
                <a16:creationId xmlns:a16="http://schemas.microsoft.com/office/drawing/2014/main" id="{3E86C424-36E6-E854-C85A-11812AA2150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7137" r="49107" b="253"/>
          <a:stretch>
            <a:fillRect/>
          </a:stretch>
        </p:blipFill>
        <p:spPr>
          <a:xfrm>
            <a:off x="7692167" y="3854867"/>
            <a:ext cx="727129" cy="351030"/>
          </a:xfrm>
          <a:prstGeom prst="rect">
            <a:avLst/>
          </a:prstGeom>
        </p:spPr>
      </p:pic>
      <p:pic>
        <p:nvPicPr>
          <p:cNvPr id="93" name="Picture 92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0FB4374F-0AB0-DAD6-AD72-D36C809C797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04"/>
          <a:stretch>
            <a:fillRect/>
          </a:stretch>
        </p:blipFill>
        <p:spPr>
          <a:xfrm>
            <a:off x="6846468" y="3840193"/>
            <a:ext cx="828675" cy="307428"/>
          </a:xfrm>
          <a:prstGeom prst="rect">
            <a:avLst/>
          </a:prstGeom>
        </p:spPr>
      </p:pic>
      <p:pic>
        <p:nvPicPr>
          <p:cNvPr id="94" name="Picture 93" descr="A black dot in a white circle&#10;&#10;AI-generated content may be incorrect.">
            <a:extLst>
              <a:ext uri="{FF2B5EF4-FFF2-40B4-BE49-F238E27FC236}">
                <a16:creationId xmlns:a16="http://schemas.microsoft.com/office/drawing/2014/main" id="{A96627CB-F31D-68B0-3E74-3274917E9B85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15" b="-1"/>
          <a:stretch>
            <a:fillRect/>
          </a:stretch>
        </p:blipFill>
        <p:spPr>
          <a:xfrm>
            <a:off x="6133766" y="3844688"/>
            <a:ext cx="800100" cy="300015"/>
          </a:xfrm>
          <a:prstGeom prst="rect">
            <a:avLst/>
          </a:prstGeom>
        </p:spPr>
      </p:pic>
      <p:pic>
        <p:nvPicPr>
          <p:cNvPr id="95" name="Picture 94" descr="A black circle with a white background&#10;&#10;AI-generated content may be incorrect.">
            <a:extLst>
              <a:ext uri="{FF2B5EF4-FFF2-40B4-BE49-F238E27FC236}">
                <a16:creationId xmlns:a16="http://schemas.microsoft.com/office/drawing/2014/main" id="{ADE8C560-DAB3-1817-514B-2FBF54AFDDB5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38" r="20480"/>
          <a:stretch>
            <a:fillRect/>
          </a:stretch>
        </p:blipFill>
        <p:spPr>
          <a:xfrm>
            <a:off x="9171393" y="3250009"/>
            <a:ext cx="727129" cy="1039582"/>
          </a:xfrm>
          <a:prstGeom prst="rect">
            <a:avLst/>
          </a:prstGeom>
        </p:spPr>
      </p:pic>
      <p:pic>
        <p:nvPicPr>
          <p:cNvPr id="96" name="Picture 95" descr="A black circle with a hole in it&#10;&#10;AI-generated content may be incorrect.">
            <a:extLst>
              <a:ext uri="{FF2B5EF4-FFF2-40B4-BE49-F238E27FC236}">
                <a16:creationId xmlns:a16="http://schemas.microsoft.com/office/drawing/2014/main" id="{CCE23A13-62AC-BB1C-A326-F6A7C5DEB724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07" b="16808"/>
          <a:stretch>
            <a:fillRect/>
          </a:stretch>
        </p:blipFill>
        <p:spPr>
          <a:xfrm>
            <a:off x="9863871" y="3271775"/>
            <a:ext cx="971550" cy="899172"/>
          </a:xfrm>
          <a:prstGeom prst="rect">
            <a:avLst/>
          </a:prstGeom>
        </p:spPr>
      </p:pic>
      <p:pic>
        <p:nvPicPr>
          <p:cNvPr id="97" name="Picture 96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C109096B-A0EC-2A9C-B074-2BE87942DC7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51" r="25327" b="19635"/>
          <a:stretch>
            <a:fillRect/>
          </a:stretch>
        </p:blipFill>
        <p:spPr>
          <a:xfrm>
            <a:off x="11292094" y="3357880"/>
            <a:ext cx="874847" cy="937854"/>
          </a:xfrm>
          <a:prstGeom prst="rect">
            <a:avLst/>
          </a:prstGeom>
        </p:spPr>
      </p:pic>
      <p:pic>
        <p:nvPicPr>
          <p:cNvPr id="98" name="Picture 97" descr="A black circle with a hole in it&#10;&#10;AI-generated content may be incorrect.">
            <a:extLst>
              <a:ext uri="{FF2B5EF4-FFF2-40B4-BE49-F238E27FC236}">
                <a16:creationId xmlns:a16="http://schemas.microsoft.com/office/drawing/2014/main" id="{B058A5E1-FF58-0892-B4BC-E09C24108303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48"/>
          <a:stretch>
            <a:fillRect/>
          </a:stretch>
        </p:blipFill>
        <p:spPr>
          <a:xfrm>
            <a:off x="9851845" y="3878796"/>
            <a:ext cx="971550" cy="364430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6358A575-275A-6842-7EFA-232D26D974BA}"/>
              </a:ext>
            </a:extLst>
          </p:cNvPr>
          <p:cNvSpPr txBox="1"/>
          <p:nvPr/>
        </p:nvSpPr>
        <p:spPr>
          <a:xfrm>
            <a:off x="9146157" y="3108062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mc_aulacantha_to_foraminifera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00" name="Picture 99" descr="A black circle with a white background&#10;&#10;AI-generated content may be incorrect.">
            <a:extLst>
              <a:ext uri="{FF2B5EF4-FFF2-40B4-BE49-F238E27FC236}">
                <a16:creationId xmlns:a16="http://schemas.microsoft.com/office/drawing/2014/main" id="{5BF0C040-2D5D-3DB3-A8E7-892CAE064376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9" r="16679" b="17406"/>
          <a:stretch>
            <a:fillRect/>
          </a:stretch>
        </p:blipFill>
        <p:spPr>
          <a:xfrm>
            <a:off x="10572634" y="3442947"/>
            <a:ext cx="714265" cy="849920"/>
          </a:xfrm>
          <a:prstGeom prst="rect">
            <a:avLst/>
          </a:prstGeom>
        </p:spPr>
      </p:pic>
      <p:pic>
        <p:nvPicPr>
          <p:cNvPr id="101" name="Picture 100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0506D2D1-54D9-E49C-34CB-B045FE05A2F1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47" r="25327"/>
          <a:stretch>
            <a:fillRect/>
          </a:stretch>
        </p:blipFill>
        <p:spPr>
          <a:xfrm>
            <a:off x="11292729" y="3967105"/>
            <a:ext cx="874847" cy="326553"/>
          </a:xfrm>
          <a:prstGeom prst="rect">
            <a:avLst/>
          </a:prstGeom>
        </p:spPr>
      </p:pic>
      <p:pic>
        <p:nvPicPr>
          <p:cNvPr id="102" name="Picture 101" descr="A black circle with a white background&#10;&#10;AI-generated content may be incorrect.">
            <a:extLst>
              <a:ext uri="{FF2B5EF4-FFF2-40B4-BE49-F238E27FC236}">
                <a16:creationId xmlns:a16="http://schemas.microsoft.com/office/drawing/2014/main" id="{D79D2537-FFB2-222C-6295-D5EDD6E2B662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43" r="16679"/>
          <a:stretch>
            <a:fillRect/>
          </a:stretch>
        </p:blipFill>
        <p:spPr>
          <a:xfrm>
            <a:off x="10576556" y="3949790"/>
            <a:ext cx="714265" cy="342341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215B1D23-E5ED-4F86-EBA1-473355A3B335}"/>
              </a:ext>
            </a:extLst>
          </p:cNvPr>
          <p:cNvSpPr txBox="1"/>
          <p:nvPr/>
        </p:nvSpPr>
        <p:spPr>
          <a:xfrm>
            <a:off x="6103070" y="1740980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Castanellidae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04" name="Picture 103" descr="A bullet hole in a glass&#10;&#10;AI-generated content may be incorrect.">
            <a:extLst>
              <a:ext uri="{FF2B5EF4-FFF2-40B4-BE49-F238E27FC236}">
                <a16:creationId xmlns:a16="http://schemas.microsoft.com/office/drawing/2014/main" id="{A952A0CF-EC2B-C1E6-3F14-1B4C6D46F697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37" b="20314"/>
          <a:stretch>
            <a:fillRect/>
          </a:stretch>
        </p:blipFill>
        <p:spPr>
          <a:xfrm>
            <a:off x="2188061" y="4389764"/>
            <a:ext cx="812848" cy="1094023"/>
          </a:xfrm>
          <a:prstGeom prst="rect">
            <a:avLst/>
          </a:prstGeom>
        </p:spPr>
      </p:pic>
      <p:pic>
        <p:nvPicPr>
          <p:cNvPr id="105" name="Picture 104" descr="A close-up of a black circle&#10;&#10;AI-generated content may be incorrect.">
            <a:extLst>
              <a:ext uri="{FF2B5EF4-FFF2-40B4-BE49-F238E27FC236}">
                <a16:creationId xmlns:a16="http://schemas.microsoft.com/office/drawing/2014/main" id="{6F964E90-A586-8D66-65FF-0FA793052E54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45" t="27662" r="30374" b="24715"/>
          <a:stretch>
            <a:fillRect/>
          </a:stretch>
        </p:blipFill>
        <p:spPr>
          <a:xfrm>
            <a:off x="26996" y="4373336"/>
            <a:ext cx="820105" cy="1086497"/>
          </a:xfrm>
          <a:prstGeom prst="rect">
            <a:avLst/>
          </a:prstGeom>
        </p:spPr>
      </p:pic>
      <p:pic>
        <p:nvPicPr>
          <p:cNvPr id="106" name="Picture 105" descr="A close-up of a black circle&#10;&#10;AI-generated content may be incorrect.">
            <a:extLst>
              <a:ext uri="{FF2B5EF4-FFF2-40B4-BE49-F238E27FC236}">
                <a16:creationId xmlns:a16="http://schemas.microsoft.com/office/drawing/2014/main" id="{747F526C-ABA0-542A-6630-C4DF657076BC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07" r="50605" b="-1997"/>
          <a:stretch>
            <a:fillRect/>
          </a:stretch>
        </p:blipFill>
        <p:spPr>
          <a:xfrm>
            <a:off x="26997" y="5251877"/>
            <a:ext cx="877174" cy="284986"/>
          </a:xfrm>
          <a:prstGeom prst="rect">
            <a:avLst/>
          </a:prstGeom>
        </p:spPr>
      </p:pic>
      <p:pic>
        <p:nvPicPr>
          <p:cNvPr id="107" name="Picture 106" descr="A bullet hole in a glass&#10;&#10;AI-generated content may be incorrect.">
            <a:extLst>
              <a:ext uri="{FF2B5EF4-FFF2-40B4-BE49-F238E27FC236}">
                <a16:creationId xmlns:a16="http://schemas.microsoft.com/office/drawing/2014/main" id="{2EA96BDA-9CB4-47DB-AC0B-7625008B872F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572"/>
          <a:stretch>
            <a:fillRect/>
          </a:stretch>
        </p:blipFill>
        <p:spPr>
          <a:xfrm>
            <a:off x="2200885" y="5153650"/>
            <a:ext cx="812849" cy="319264"/>
          </a:xfrm>
          <a:prstGeom prst="rect">
            <a:avLst/>
          </a:prstGeom>
        </p:spPr>
      </p:pic>
      <p:pic>
        <p:nvPicPr>
          <p:cNvPr id="108" name="Picture 107" descr="A black and white drop of water&#10;&#10;AI-generated content may be incorrect.">
            <a:extLst>
              <a:ext uri="{FF2B5EF4-FFF2-40B4-BE49-F238E27FC236}">
                <a16:creationId xmlns:a16="http://schemas.microsoft.com/office/drawing/2014/main" id="{AA73001A-FEBC-6073-FB6B-07DFF9C7D3B7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568" y="4398139"/>
            <a:ext cx="542925" cy="1066800"/>
          </a:xfrm>
          <a:prstGeom prst="rect">
            <a:avLst/>
          </a:prstGeom>
        </p:spPr>
      </p:pic>
      <p:pic>
        <p:nvPicPr>
          <p:cNvPr id="109" name="Picture 108" descr="A close up of an eye&#10;&#10;AI-generated content may be incorrect.">
            <a:extLst>
              <a:ext uri="{FF2B5EF4-FFF2-40B4-BE49-F238E27FC236}">
                <a16:creationId xmlns:a16="http://schemas.microsoft.com/office/drawing/2014/main" id="{12B9C721-0113-ABB7-B9D0-FBC6523A50E0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6785" y="4465911"/>
            <a:ext cx="942975" cy="952500"/>
          </a:xfrm>
          <a:prstGeom prst="rect">
            <a:avLst/>
          </a:prstGeom>
        </p:spPr>
      </p:pic>
      <p:pic>
        <p:nvPicPr>
          <p:cNvPr id="110" name="Picture 109" descr="A hole in a white surface&#10;&#10;AI-generated content may be incorrect.">
            <a:extLst>
              <a:ext uri="{FF2B5EF4-FFF2-40B4-BE49-F238E27FC236}">
                <a16:creationId xmlns:a16="http://schemas.microsoft.com/office/drawing/2014/main" id="{A70742F5-5FEC-B561-4C94-7765655A2F3C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88"/>
          <a:stretch>
            <a:fillRect/>
          </a:stretch>
        </p:blipFill>
        <p:spPr>
          <a:xfrm>
            <a:off x="5285269" y="4365902"/>
            <a:ext cx="800100" cy="1059792"/>
          </a:xfrm>
          <a:prstGeom prst="rect">
            <a:avLst/>
          </a:prstGeom>
        </p:spPr>
      </p:pic>
      <p:pic>
        <p:nvPicPr>
          <p:cNvPr id="111" name="Picture 110" descr="A close-up of a black and white photo&#10;&#10;AI-generated content may be incorrect.">
            <a:extLst>
              <a:ext uri="{FF2B5EF4-FFF2-40B4-BE49-F238E27FC236}">
                <a16:creationId xmlns:a16="http://schemas.microsoft.com/office/drawing/2014/main" id="{64F5520F-DA03-6874-72CC-B92A393D1E51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406" y="4412350"/>
            <a:ext cx="771525" cy="981075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624C13DE-9333-F05C-14E1-CB62BAA49817}"/>
              </a:ext>
            </a:extLst>
          </p:cNvPr>
          <p:cNvSpPr txBox="1"/>
          <p:nvPr/>
        </p:nvSpPr>
        <p:spPr>
          <a:xfrm>
            <a:off x="3048340" y="4365902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Coelographis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13" name="Picture 112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CB6A3AB2-5A4E-43B4-5D03-1004927D7E71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192" y="4457680"/>
            <a:ext cx="942975" cy="1009650"/>
          </a:xfrm>
          <a:prstGeom prst="rect">
            <a:avLst/>
          </a:prstGeom>
        </p:spPr>
      </p:pic>
      <p:pic>
        <p:nvPicPr>
          <p:cNvPr id="114" name="Picture 113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E0E04E9D-F618-9CAC-F2CC-90B13B0FD2BC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4" t="23333" r="22546" b="25002"/>
          <a:stretch>
            <a:fillRect/>
          </a:stretch>
        </p:blipFill>
        <p:spPr>
          <a:xfrm>
            <a:off x="6113635" y="4403002"/>
            <a:ext cx="632467" cy="1008830"/>
          </a:xfrm>
          <a:prstGeom prst="rect">
            <a:avLst/>
          </a:prstGeom>
        </p:spPr>
      </p:pic>
      <p:pic>
        <p:nvPicPr>
          <p:cNvPr id="115" name="Picture 114" descr="A bullet hole in a glass&#10;&#10;AI-generated content may be incorrect.">
            <a:extLst>
              <a:ext uri="{FF2B5EF4-FFF2-40B4-BE49-F238E27FC236}">
                <a16:creationId xmlns:a16="http://schemas.microsoft.com/office/drawing/2014/main" id="{EE7F1DAF-A693-2286-66E1-8D267D47AEE8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41" b="25583"/>
          <a:stretch>
            <a:fillRect/>
          </a:stretch>
        </p:blipFill>
        <p:spPr>
          <a:xfrm>
            <a:off x="7669698" y="4406325"/>
            <a:ext cx="828675" cy="1060742"/>
          </a:xfrm>
          <a:prstGeom prst="rect">
            <a:avLst/>
          </a:prstGeom>
        </p:spPr>
      </p:pic>
      <p:pic>
        <p:nvPicPr>
          <p:cNvPr id="116" name="Picture 115" descr="A black hole in a white background&#10;&#10;AI-generated content may be incorrect.">
            <a:extLst>
              <a:ext uri="{FF2B5EF4-FFF2-40B4-BE49-F238E27FC236}">
                <a16:creationId xmlns:a16="http://schemas.microsoft.com/office/drawing/2014/main" id="{B17968A8-EA60-CCC9-94E5-28E84F34A697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54" t="21185" r="19517" b="23003"/>
          <a:stretch>
            <a:fillRect/>
          </a:stretch>
        </p:blipFill>
        <p:spPr>
          <a:xfrm>
            <a:off x="8458200" y="4459987"/>
            <a:ext cx="648564" cy="914374"/>
          </a:xfrm>
          <a:prstGeom prst="rect">
            <a:avLst/>
          </a:prstGeom>
        </p:spPr>
      </p:pic>
      <p:pic>
        <p:nvPicPr>
          <p:cNvPr id="117" name="Picture 116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7FD26CBE-1009-9907-8049-F4537A0304F0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64" r="40541"/>
          <a:stretch>
            <a:fillRect/>
          </a:stretch>
        </p:blipFill>
        <p:spPr>
          <a:xfrm>
            <a:off x="6109321" y="5109274"/>
            <a:ext cx="594663" cy="297511"/>
          </a:xfrm>
          <a:prstGeom prst="rect">
            <a:avLst/>
          </a:prstGeom>
        </p:spPr>
      </p:pic>
      <p:pic>
        <p:nvPicPr>
          <p:cNvPr id="118" name="Picture 117" descr="A bullet hole in a glass&#10;&#10;AI-generated content may be incorrect.">
            <a:extLst>
              <a:ext uri="{FF2B5EF4-FFF2-40B4-BE49-F238E27FC236}">
                <a16:creationId xmlns:a16="http://schemas.microsoft.com/office/drawing/2014/main" id="{3BC8E6F5-BBAB-B225-03C6-0EFFAEAF7052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728"/>
          <a:stretch>
            <a:fillRect/>
          </a:stretch>
        </p:blipFill>
        <p:spPr>
          <a:xfrm>
            <a:off x="7672781" y="5161005"/>
            <a:ext cx="828675" cy="307241"/>
          </a:xfrm>
          <a:prstGeom prst="rect">
            <a:avLst/>
          </a:prstGeom>
        </p:spPr>
      </p:pic>
      <p:pic>
        <p:nvPicPr>
          <p:cNvPr id="119" name="Picture 118" descr="A black hole in a white background&#10;&#10;AI-generated content may be incorrect.">
            <a:extLst>
              <a:ext uri="{FF2B5EF4-FFF2-40B4-BE49-F238E27FC236}">
                <a16:creationId xmlns:a16="http://schemas.microsoft.com/office/drawing/2014/main" id="{6B2C332E-5067-048B-DFCD-C305E10118E2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701" r="39730"/>
          <a:stretch>
            <a:fillRect/>
          </a:stretch>
        </p:blipFill>
        <p:spPr>
          <a:xfrm>
            <a:off x="8456828" y="5070281"/>
            <a:ext cx="654437" cy="299794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BCCDFFB9-F20A-14D5-AE6C-B34D7FE20D35}"/>
              </a:ext>
            </a:extLst>
          </p:cNvPr>
          <p:cNvSpPr txBox="1"/>
          <p:nvPr/>
        </p:nvSpPr>
        <p:spPr>
          <a:xfrm>
            <a:off x="6112908" y="4366211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leg_Coelodendridae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21" name="Picture 120" descr="A close-up of a spider&#10;&#10;AI-generated content may be incorrect.">
            <a:extLst>
              <a:ext uri="{FF2B5EF4-FFF2-40B4-BE49-F238E27FC236}">
                <a16:creationId xmlns:a16="http://schemas.microsoft.com/office/drawing/2014/main" id="{DAA9B39F-AE3C-734B-73B6-B4CA21B33A20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76" t="22694" r="21992" b="18834"/>
          <a:stretch>
            <a:fillRect/>
          </a:stretch>
        </p:blipFill>
        <p:spPr>
          <a:xfrm>
            <a:off x="9178413" y="4428252"/>
            <a:ext cx="753905" cy="1008087"/>
          </a:xfrm>
          <a:prstGeom prst="rect">
            <a:avLst/>
          </a:prstGeom>
        </p:spPr>
      </p:pic>
      <p:pic>
        <p:nvPicPr>
          <p:cNvPr id="122" name="Picture 121" descr="A black blot on a white background&#10;&#10;AI-generated content may be incorrect.">
            <a:extLst>
              <a:ext uri="{FF2B5EF4-FFF2-40B4-BE49-F238E27FC236}">
                <a16:creationId xmlns:a16="http://schemas.microsoft.com/office/drawing/2014/main" id="{26AF8E6E-F250-C845-35A3-825805E26744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72" t="23970" r="22457" b="24374"/>
          <a:stretch>
            <a:fillRect/>
          </a:stretch>
        </p:blipFill>
        <p:spPr>
          <a:xfrm>
            <a:off x="9863871" y="4429364"/>
            <a:ext cx="842839" cy="1067685"/>
          </a:xfrm>
          <a:prstGeom prst="rect">
            <a:avLst/>
          </a:prstGeom>
        </p:spPr>
      </p:pic>
      <p:pic>
        <p:nvPicPr>
          <p:cNvPr id="123" name="Picture 122" descr="A spider on a white background&#10;&#10;AI-generated content may be incorrect.">
            <a:extLst>
              <a:ext uri="{FF2B5EF4-FFF2-40B4-BE49-F238E27FC236}">
                <a16:creationId xmlns:a16="http://schemas.microsoft.com/office/drawing/2014/main" id="{B2A21617-7785-60A8-BC32-6BF7FEF500DF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07" t="18788" r="24425" b="17793"/>
          <a:stretch>
            <a:fillRect/>
          </a:stretch>
        </p:blipFill>
        <p:spPr>
          <a:xfrm>
            <a:off x="10670157" y="4539667"/>
            <a:ext cx="867544" cy="912135"/>
          </a:xfrm>
          <a:prstGeom prst="rect">
            <a:avLst/>
          </a:prstGeom>
        </p:spPr>
      </p:pic>
      <p:pic>
        <p:nvPicPr>
          <p:cNvPr id="124" name="Picture 123" descr="A spider on a white background&#10;&#10;AI-generated content may be incorrect.">
            <a:extLst>
              <a:ext uri="{FF2B5EF4-FFF2-40B4-BE49-F238E27FC236}">
                <a16:creationId xmlns:a16="http://schemas.microsoft.com/office/drawing/2014/main" id="{1112EFCA-4858-6BFE-95B8-6161569D44E5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2" t="21379" r="21228" b="21041"/>
          <a:stretch>
            <a:fillRect/>
          </a:stretch>
        </p:blipFill>
        <p:spPr>
          <a:xfrm>
            <a:off x="11551946" y="4526515"/>
            <a:ext cx="597778" cy="926872"/>
          </a:xfrm>
          <a:prstGeom prst="rect">
            <a:avLst/>
          </a:prstGeom>
        </p:spPr>
      </p:pic>
      <p:pic>
        <p:nvPicPr>
          <p:cNvPr id="125" name="Picture 124" descr="A spider on a white background&#10;&#10;AI-generated content may be incorrect.">
            <a:extLst>
              <a:ext uri="{FF2B5EF4-FFF2-40B4-BE49-F238E27FC236}">
                <a16:creationId xmlns:a16="http://schemas.microsoft.com/office/drawing/2014/main" id="{5BAABEEE-B273-D7E2-1690-27CD57BB58E5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7832" r="56445" b="1124"/>
          <a:stretch>
            <a:fillRect/>
          </a:stretch>
        </p:blipFill>
        <p:spPr>
          <a:xfrm>
            <a:off x="10670157" y="5149123"/>
            <a:ext cx="771635" cy="302679"/>
          </a:xfrm>
          <a:prstGeom prst="rect">
            <a:avLst/>
          </a:prstGeom>
        </p:spPr>
      </p:pic>
      <p:pic>
        <p:nvPicPr>
          <p:cNvPr id="126" name="Picture 125" descr="A black blot on a white background&#10;&#10;AI-generated content may be incorrect.">
            <a:extLst>
              <a:ext uri="{FF2B5EF4-FFF2-40B4-BE49-F238E27FC236}">
                <a16:creationId xmlns:a16="http://schemas.microsoft.com/office/drawing/2014/main" id="{75F83CE7-4688-89A7-B938-69C0C822E6F3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604" r="48425" b="-3507"/>
          <a:stretch>
            <a:fillRect/>
          </a:stretch>
        </p:blipFill>
        <p:spPr>
          <a:xfrm>
            <a:off x="9873453" y="5169292"/>
            <a:ext cx="825305" cy="370032"/>
          </a:xfrm>
          <a:prstGeom prst="rect">
            <a:avLst/>
          </a:prstGeom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ED9315C3-2CE6-8A09-1C0E-DEC21456F3F5}"/>
              </a:ext>
            </a:extLst>
          </p:cNvPr>
          <p:cNvSpPr txBox="1"/>
          <p:nvPr/>
        </p:nvSpPr>
        <p:spPr>
          <a:xfrm>
            <a:off x="9160909" y="4371517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Medusettidae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28" name="Picture 127" descr="A close-up of a spider&#10;&#10;AI-generated content may be incorrect.">
            <a:extLst>
              <a:ext uri="{FF2B5EF4-FFF2-40B4-BE49-F238E27FC236}">
                <a16:creationId xmlns:a16="http://schemas.microsoft.com/office/drawing/2014/main" id="{9DBA8F97-8D80-FBDE-E1EF-091D80A624F6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419" r="50648"/>
          <a:stretch>
            <a:fillRect/>
          </a:stretch>
        </p:blipFill>
        <p:spPr>
          <a:xfrm>
            <a:off x="9182760" y="5054453"/>
            <a:ext cx="719222" cy="389297"/>
          </a:xfrm>
          <a:prstGeom prst="rect">
            <a:avLst/>
          </a:prstGeom>
        </p:spPr>
      </p:pic>
      <p:pic>
        <p:nvPicPr>
          <p:cNvPr id="129" name="Picture 128" descr="A spider on a white background&#10;&#10;AI-generated content may be incorrect.">
            <a:extLst>
              <a:ext uri="{FF2B5EF4-FFF2-40B4-BE49-F238E27FC236}">
                <a16:creationId xmlns:a16="http://schemas.microsoft.com/office/drawing/2014/main" id="{4A8A524C-6C32-A1CF-05C0-B62AD519C55A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8560" r="39188" b="-2872"/>
          <a:stretch>
            <a:fillRect/>
          </a:stretch>
        </p:blipFill>
        <p:spPr>
          <a:xfrm>
            <a:off x="11535661" y="5079098"/>
            <a:ext cx="625571" cy="391350"/>
          </a:xfrm>
          <a:prstGeom prst="rect">
            <a:avLst/>
          </a:prstGeom>
        </p:spPr>
      </p:pic>
      <p:pic>
        <p:nvPicPr>
          <p:cNvPr id="130" name="Picture 129" descr="A close-up of a fish eye&#10;&#10;AI-generated content may be incorrect.">
            <a:extLst>
              <a:ext uri="{FF2B5EF4-FFF2-40B4-BE49-F238E27FC236}">
                <a16:creationId xmlns:a16="http://schemas.microsoft.com/office/drawing/2014/main" id="{952A68E4-75C2-701C-47A8-F4480EA46BE4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81" r="21951"/>
          <a:stretch>
            <a:fillRect/>
          </a:stretch>
        </p:blipFill>
        <p:spPr>
          <a:xfrm>
            <a:off x="5043255" y="5560456"/>
            <a:ext cx="914401" cy="966041"/>
          </a:xfrm>
          <a:prstGeom prst="rect">
            <a:avLst/>
          </a:prstGeom>
        </p:spPr>
      </p:pic>
      <p:pic>
        <p:nvPicPr>
          <p:cNvPr id="131" name="Picture 130" descr="A close up of a white eye&#10;&#10;AI-generated content may be incorrect.">
            <a:extLst>
              <a:ext uri="{FF2B5EF4-FFF2-40B4-BE49-F238E27FC236}">
                <a16:creationId xmlns:a16="http://schemas.microsoft.com/office/drawing/2014/main" id="{4BFA1CC8-DEF1-CFFD-A0D4-1DC9C364C05F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48" r="24882"/>
          <a:stretch>
            <a:fillRect/>
          </a:stretch>
        </p:blipFill>
        <p:spPr>
          <a:xfrm>
            <a:off x="3059396" y="5588322"/>
            <a:ext cx="987381" cy="998960"/>
          </a:xfrm>
          <a:prstGeom prst="rect">
            <a:avLst/>
          </a:prstGeom>
        </p:spPr>
      </p:pic>
      <p:pic>
        <p:nvPicPr>
          <p:cNvPr id="132" name="Picture 131" descr="A close-up of a white object&#10;&#10;AI-generated content may be incorrect.">
            <a:extLst>
              <a:ext uri="{FF2B5EF4-FFF2-40B4-BE49-F238E27FC236}">
                <a16:creationId xmlns:a16="http://schemas.microsoft.com/office/drawing/2014/main" id="{B4CD4F08-82E2-76EC-A719-4426C72CC442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95" t="23710" r="25955" b="27921"/>
          <a:stretch>
            <a:fillRect/>
          </a:stretch>
        </p:blipFill>
        <p:spPr>
          <a:xfrm>
            <a:off x="7592361" y="5657146"/>
            <a:ext cx="826935" cy="889161"/>
          </a:xfrm>
          <a:prstGeom prst="rect">
            <a:avLst/>
          </a:prstGeom>
        </p:spPr>
      </p:pic>
      <p:pic>
        <p:nvPicPr>
          <p:cNvPr id="133" name="Picture 132" descr="A group of white gears&#10;&#10;AI-generated content may be incorrect.">
            <a:extLst>
              <a:ext uri="{FF2B5EF4-FFF2-40B4-BE49-F238E27FC236}">
                <a16:creationId xmlns:a16="http://schemas.microsoft.com/office/drawing/2014/main" id="{072E6592-2EBB-344A-2A31-60E7FD906FBF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08" t="26738" r="28985" b="28094"/>
          <a:stretch>
            <a:fillRect/>
          </a:stretch>
        </p:blipFill>
        <p:spPr>
          <a:xfrm>
            <a:off x="8519785" y="5516321"/>
            <a:ext cx="606644" cy="1055036"/>
          </a:xfrm>
          <a:prstGeom prst="rect">
            <a:avLst/>
          </a:prstGeom>
        </p:spPr>
      </p:pic>
      <p:pic>
        <p:nvPicPr>
          <p:cNvPr id="134" name="Picture 133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AF3F03C0-21DA-506B-2658-0CCDDEE39CE1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45" r="20033" b="32635"/>
          <a:stretch>
            <a:fillRect/>
          </a:stretch>
        </p:blipFill>
        <p:spPr>
          <a:xfrm>
            <a:off x="6123737" y="5516931"/>
            <a:ext cx="571262" cy="953993"/>
          </a:xfrm>
          <a:prstGeom prst="rect">
            <a:avLst/>
          </a:prstGeom>
        </p:spPr>
      </p:pic>
      <p:pic>
        <p:nvPicPr>
          <p:cNvPr id="135" name="Picture 134" descr="A close-up of a white object&#10;&#10;AI-generated content may be incorrect.">
            <a:extLst>
              <a:ext uri="{FF2B5EF4-FFF2-40B4-BE49-F238E27FC236}">
                <a16:creationId xmlns:a16="http://schemas.microsoft.com/office/drawing/2014/main" id="{1265D624-90E0-E304-93C1-F9038F1F08B6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112"/>
          <a:stretch>
            <a:fillRect/>
          </a:stretch>
        </p:blipFill>
        <p:spPr>
          <a:xfrm>
            <a:off x="6833334" y="5668056"/>
            <a:ext cx="645435" cy="895350"/>
          </a:xfrm>
          <a:prstGeom prst="rect">
            <a:avLst/>
          </a:prstGeom>
        </p:spPr>
      </p:pic>
      <p:pic>
        <p:nvPicPr>
          <p:cNvPr id="136" name="Picture 135" descr="A close-up of a white object&#10;&#10;AI-generated content may be incorrect.">
            <a:extLst>
              <a:ext uri="{FF2B5EF4-FFF2-40B4-BE49-F238E27FC236}">
                <a16:creationId xmlns:a16="http://schemas.microsoft.com/office/drawing/2014/main" id="{1488D796-471A-B0AA-09ED-8452CA9B1422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062" r="52601" b="94"/>
          <a:stretch>
            <a:fillRect/>
          </a:stretch>
        </p:blipFill>
        <p:spPr>
          <a:xfrm>
            <a:off x="7604281" y="6270298"/>
            <a:ext cx="799113" cy="309648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A484D194-27A3-AFB0-C177-157DFB7D5AF5}"/>
              </a:ext>
            </a:extLst>
          </p:cNvPr>
          <p:cNvSpPr txBox="1"/>
          <p:nvPr/>
        </p:nvSpPr>
        <p:spPr>
          <a:xfrm>
            <a:off x="6114237" y="5508678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colonial_Aulosphaeridae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38" name="Picture 137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475C1ED2-E86A-3036-4F04-79CB9304FFD7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14" r="20441" b="-195"/>
          <a:stretch>
            <a:fillRect/>
          </a:stretch>
        </p:blipFill>
        <p:spPr>
          <a:xfrm>
            <a:off x="6126649" y="6227942"/>
            <a:ext cx="568350" cy="359957"/>
          </a:xfrm>
          <a:prstGeom prst="rect">
            <a:avLst/>
          </a:prstGeom>
        </p:spPr>
      </p:pic>
      <p:pic>
        <p:nvPicPr>
          <p:cNvPr id="139" name="Picture 138" descr="A group of white gears&#10;&#10;AI-generated content may be incorrect.">
            <a:extLst>
              <a:ext uri="{FF2B5EF4-FFF2-40B4-BE49-F238E27FC236}">
                <a16:creationId xmlns:a16="http://schemas.microsoft.com/office/drawing/2014/main" id="{F542288B-75BE-1A8E-D002-306F657B491C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2" r="60568" b="652"/>
          <a:stretch>
            <a:fillRect/>
          </a:stretch>
        </p:blipFill>
        <p:spPr>
          <a:xfrm>
            <a:off x="8519689" y="6308042"/>
            <a:ext cx="574935" cy="273401"/>
          </a:xfrm>
          <a:prstGeom prst="rect">
            <a:avLst/>
          </a:prstGeom>
        </p:spPr>
      </p:pic>
      <p:pic>
        <p:nvPicPr>
          <p:cNvPr id="140" name="Picture 139" descr="A close up of a black circle&#10;&#10;AI-generated content may be incorrect.">
            <a:extLst>
              <a:ext uri="{FF2B5EF4-FFF2-40B4-BE49-F238E27FC236}">
                <a16:creationId xmlns:a16="http://schemas.microsoft.com/office/drawing/2014/main" id="{7A89DFD9-F2E7-05C5-0C5D-40385B48A04C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000" y="5687927"/>
            <a:ext cx="514350" cy="866775"/>
          </a:xfrm>
          <a:prstGeom prst="rect">
            <a:avLst/>
          </a:prstGeom>
        </p:spPr>
      </p:pic>
      <p:pic>
        <p:nvPicPr>
          <p:cNvPr id="141" name="Picture 140" descr="A black dot in a circle&#10;&#10;AI-generated content may be incorrect.">
            <a:extLst>
              <a:ext uri="{FF2B5EF4-FFF2-40B4-BE49-F238E27FC236}">
                <a16:creationId xmlns:a16="http://schemas.microsoft.com/office/drawing/2014/main" id="{553812BA-F939-3D49-BA65-E7DCF8CD358F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3556" y="5744816"/>
            <a:ext cx="485775" cy="838200"/>
          </a:xfrm>
          <a:prstGeom prst="rect">
            <a:avLst/>
          </a:prstGeom>
        </p:spPr>
      </p:pic>
      <p:pic>
        <p:nvPicPr>
          <p:cNvPr id="142" name="Picture 141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7160F768-4DCF-DB08-F27B-52EF5596A874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537" y="5810931"/>
            <a:ext cx="485775" cy="752475"/>
          </a:xfrm>
          <a:prstGeom prst="rect">
            <a:avLst/>
          </a:prstGeom>
        </p:spPr>
      </p:pic>
      <p:pic>
        <p:nvPicPr>
          <p:cNvPr id="143" name="Picture 142" descr="A black dot in a circle&#10;&#10;AI-generated content may be incorrect.">
            <a:extLst>
              <a:ext uri="{FF2B5EF4-FFF2-40B4-BE49-F238E27FC236}">
                <a16:creationId xmlns:a16="http://schemas.microsoft.com/office/drawing/2014/main" id="{3123CCB6-B17F-214B-2BFD-6F28702E490A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9518" y="5621418"/>
            <a:ext cx="571500" cy="952500"/>
          </a:xfrm>
          <a:prstGeom prst="rect">
            <a:avLst/>
          </a:prstGeom>
        </p:spPr>
      </p:pic>
      <p:sp>
        <p:nvSpPr>
          <p:cNvPr id="144" name="TextBox 143">
            <a:extLst>
              <a:ext uri="{FF2B5EF4-FFF2-40B4-BE49-F238E27FC236}">
                <a16:creationId xmlns:a16="http://schemas.microsoft.com/office/drawing/2014/main" id="{33523F03-923D-3BFE-29F1-7037B3CD324C}"/>
              </a:ext>
            </a:extLst>
          </p:cNvPr>
          <p:cNvSpPr txBox="1"/>
          <p:nvPr/>
        </p:nvSpPr>
        <p:spPr>
          <a:xfrm>
            <a:off x="9162238" y="5513984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Mc_aulosphaeridae_to_cannosphaeridae</a:t>
            </a:r>
            <a:endParaRPr lang="en-US" sz="1200" b="1" dirty="0">
              <a:solidFill>
                <a:srgbClr val="FFBD00"/>
              </a:solidFill>
            </a:endParaRPr>
          </a:p>
          <a:p>
            <a:pPr algn="ctr"/>
            <a:r>
              <a:rPr lang="it-IT" sz="1200" b="1" dirty="0">
                <a:solidFill>
                  <a:srgbClr val="FFBD00"/>
                </a:solidFill>
              </a:rPr>
              <a:t>Aulo./Canno. Unknown in Figure 7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45" name="Picture 144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E8E31ADF-F760-5797-1B77-2AE597FA87B9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09" t="21819" r="15946" b="18369"/>
          <a:stretch>
            <a:fillRect/>
          </a:stretch>
        </p:blipFill>
        <p:spPr>
          <a:xfrm>
            <a:off x="945395" y="6806174"/>
            <a:ext cx="622524" cy="860269"/>
          </a:xfrm>
          <a:prstGeom prst="rect">
            <a:avLst/>
          </a:prstGeom>
        </p:spPr>
      </p:pic>
      <p:pic>
        <p:nvPicPr>
          <p:cNvPr id="146" name="Picture 145" descr="A black circle with a black center&#10;&#10;AI-generated content may be incorrect.">
            <a:extLst>
              <a:ext uri="{FF2B5EF4-FFF2-40B4-BE49-F238E27FC236}">
                <a16:creationId xmlns:a16="http://schemas.microsoft.com/office/drawing/2014/main" id="{F6ED5B4E-2F5B-B86F-233D-9A586EDEE0E5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607" y="6627270"/>
            <a:ext cx="771525" cy="1038225"/>
          </a:xfrm>
          <a:prstGeom prst="rect">
            <a:avLst/>
          </a:prstGeom>
        </p:spPr>
      </p:pic>
      <p:pic>
        <p:nvPicPr>
          <p:cNvPr id="147" name="Picture 146" descr="A black dot in a web&#10;&#10;AI-generated content may be incorrect.">
            <a:extLst>
              <a:ext uri="{FF2B5EF4-FFF2-40B4-BE49-F238E27FC236}">
                <a16:creationId xmlns:a16="http://schemas.microsoft.com/office/drawing/2014/main" id="{E8785C71-3CC7-8C97-A92B-3C4DF0390167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56" b="19559"/>
          <a:stretch>
            <a:fillRect/>
          </a:stretch>
        </p:blipFill>
        <p:spPr>
          <a:xfrm>
            <a:off x="50477" y="6703490"/>
            <a:ext cx="828675" cy="923950"/>
          </a:xfrm>
          <a:prstGeom prst="rect">
            <a:avLst/>
          </a:prstGeom>
        </p:spPr>
      </p:pic>
      <p:pic>
        <p:nvPicPr>
          <p:cNvPr id="148" name="Picture 147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E0BB30BD-9CE4-0B8E-5588-7A0D9ED81A92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983" y="6758468"/>
            <a:ext cx="542925" cy="895350"/>
          </a:xfrm>
          <a:prstGeom prst="rect">
            <a:avLst/>
          </a:prstGeom>
        </p:spPr>
      </p:pic>
      <p:pic>
        <p:nvPicPr>
          <p:cNvPr id="149" name="Picture 148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8C8ED4FB-8BBE-068B-3A6C-10A2D62C6059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1" r="32485" b="-1"/>
          <a:stretch>
            <a:fillRect/>
          </a:stretch>
        </p:blipFill>
        <p:spPr>
          <a:xfrm>
            <a:off x="941645" y="7351890"/>
            <a:ext cx="675237" cy="314553"/>
          </a:xfrm>
          <a:prstGeom prst="rect">
            <a:avLst/>
          </a:prstGeom>
        </p:spPr>
      </p:pic>
      <p:sp>
        <p:nvSpPr>
          <p:cNvPr id="150" name="TextBox 149">
            <a:extLst>
              <a:ext uri="{FF2B5EF4-FFF2-40B4-BE49-F238E27FC236}">
                <a16:creationId xmlns:a16="http://schemas.microsoft.com/office/drawing/2014/main" id="{81903D95-1654-DEFF-8860-ECED674DBF81}"/>
              </a:ext>
            </a:extLst>
          </p:cNvPr>
          <p:cNvSpPr txBox="1"/>
          <p:nvPr/>
        </p:nvSpPr>
        <p:spPr>
          <a:xfrm>
            <a:off x="-10088" y="661055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Cannosphaeridae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51" name="Picture 150" descr="A black dot in a web&#10;&#10;AI-generated content may be incorrect.">
            <a:extLst>
              <a:ext uri="{FF2B5EF4-FFF2-40B4-BE49-F238E27FC236}">
                <a16:creationId xmlns:a16="http://schemas.microsoft.com/office/drawing/2014/main" id="{D85E2276-8813-4083-4C80-FDC4C6A5C175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843"/>
          <a:stretch>
            <a:fillRect/>
          </a:stretch>
        </p:blipFill>
        <p:spPr>
          <a:xfrm>
            <a:off x="47676" y="7319021"/>
            <a:ext cx="828675" cy="319840"/>
          </a:xfrm>
          <a:prstGeom prst="rect">
            <a:avLst/>
          </a:prstGeom>
        </p:spPr>
      </p:pic>
      <p:pic>
        <p:nvPicPr>
          <p:cNvPr id="152" name="Picture 151" descr="A close-up of black dots&#10;&#10;AI-generated content may be incorrect.">
            <a:extLst>
              <a:ext uri="{FF2B5EF4-FFF2-40B4-BE49-F238E27FC236}">
                <a16:creationId xmlns:a16="http://schemas.microsoft.com/office/drawing/2014/main" id="{9D293DCC-EA8F-97CB-DE69-5A6BCCE86321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154" y="6622443"/>
            <a:ext cx="545426" cy="1032674"/>
          </a:xfrm>
          <a:prstGeom prst="rect">
            <a:avLst/>
          </a:prstGeom>
        </p:spPr>
      </p:pic>
      <p:pic>
        <p:nvPicPr>
          <p:cNvPr id="153" name="Picture 152" descr="A close-up of several black spots&#10;&#10;AI-generated content may be incorrect.">
            <a:extLst>
              <a:ext uri="{FF2B5EF4-FFF2-40B4-BE49-F238E27FC236}">
                <a16:creationId xmlns:a16="http://schemas.microsoft.com/office/drawing/2014/main" id="{60712B5D-5EFB-D3C4-8809-1F355FD37F5C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97" t="24631" r="24229" b="16687"/>
          <a:stretch>
            <a:fillRect/>
          </a:stretch>
        </p:blipFill>
        <p:spPr>
          <a:xfrm>
            <a:off x="3077608" y="6626462"/>
            <a:ext cx="910890" cy="1042818"/>
          </a:xfrm>
          <a:prstGeom prst="rect">
            <a:avLst/>
          </a:prstGeom>
        </p:spPr>
      </p:pic>
      <p:pic>
        <p:nvPicPr>
          <p:cNvPr id="154" name="Picture 153" descr="A close-up of a bullet hole&#10;&#10;AI-generated content may be incorrect.">
            <a:extLst>
              <a:ext uri="{FF2B5EF4-FFF2-40B4-BE49-F238E27FC236}">
                <a16:creationId xmlns:a16="http://schemas.microsoft.com/office/drawing/2014/main" id="{3418FA1F-B53D-8A99-76E1-FBB4C3C356B9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83" r="17316"/>
          <a:stretch>
            <a:fillRect/>
          </a:stretch>
        </p:blipFill>
        <p:spPr>
          <a:xfrm>
            <a:off x="4133654" y="6683340"/>
            <a:ext cx="618344" cy="995147"/>
          </a:xfrm>
          <a:prstGeom prst="rect">
            <a:avLst/>
          </a:prstGeom>
        </p:spPr>
      </p:pic>
      <p:pic>
        <p:nvPicPr>
          <p:cNvPr id="155" name="Picture 154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AB61A8DD-96C8-3CDD-ED6B-1B238FCBF33D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737" y="6631054"/>
            <a:ext cx="485775" cy="1038225"/>
          </a:xfrm>
          <a:prstGeom prst="rect">
            <a:avLst/>
          </a:prstGeom>
        </p:spPr>
      </p:pic>
      <p:sp>
        <p:nvSpPr>
          <p:cNvPr id="156" name="TextBox 155">
            <a:extLst>
              <a:ext uri="{FF2B5EF4-FFF2-40B4-BE49-F238E27FC236}">
                <a16:creationId xmlns:a16="http://schemas.microsoft.com/office/drawing/2014/main" id="{CF5FBF96-08D0-38A0-EB93-A9B95DE5CAFC}"/>
              </a:ext>
            </a:extLst>
          </p:cNvPr>
          <p:cNvSpPr txBox="1"/>
          <p:nvPr/>
        </p:nvSpPr>
        <p:spPr>
          <a:xfrm>
            <a:off x="3044753" y="660466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colonial_Cannosphaeridae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57" name="Picture 156" descr="A close-up of several black spots&#10;&#10;AI-generated content may be incorrect.">
            <a:extLst>
              <a:ext uri="{FF2B5EF4-FFF2-40B4-BE49-F238E27FC236}">
                <a16:creationId xmlns:a16="http://schemas.microsoft.com/office/drawing/2014/main" id="{D1635173-5506-B834-6706-9CC61F19F311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916" r="38636" b="1"/>
          <a:stretch>
            <a:fillRect/>
          </a:stretch>
        </p:blipFill>
        <p:spPr>
          <a:xfrm>
            <a:off x="3076119" y="7387596"/>
            <a:ext cx="927015" cy="290455"/>
          </a:xfrm>
          <a:prstGeom prst="rect">
            <a:avLst/>
          </a:prstGeom>
        </p:spPr>
      </p:pic>
      <p:pic>
        <p:nvPicPr>
          <p:cNvPr id="158" name="Picture 157" descr="A white object with black dots&#10;&#10;AI-generated content may be incorrect.">
            <a:extLst>
              <a:ext uri="{FF2B5EF4-FFF2-40B4-BE49-F238E27FC236}">
                <a16:creationId xmlns:a16="http://schemas.microsoft.com/office/drawing/2014/main" id="{847C3DB9-2FF1-01CA-A54A-3B6E206ECB50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600" y="6746963"/>
            <a:ext cx="533400" cy="923925"/>
          </a:xfrm>
          <a:prstGeom prst="rect">
            <a:avLst/>
          </a:prstGeom>
        </p:spPr>
      </p:pic>
      <p:pic>
        <p:nvPicPr>
          <p:cNvPr id="159" name="Picture 158" descr="A close up of a ball&#10;&#10;AI-generated content may be incorrect.">
            <a:extLst>
              <a:ext uri="{FF2B5EF4-FFF2-40B4-BE49-F238E27FC236}">
                <a16:creationId xmlns:a16="http://schemas.microsoft.com/office/drawing/2014/main" id="{EC335890-ED9B-3D43-E3C2-2C895778436D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0416" y="6796608"/>
            <a:ext cx="514350" cy="866775"/>
          </a:xfrm>
          <a:prstGeom prst="rect">
            <a:avLst/>
          </a:prstGeom>
        </p:spPr>
      </p:pic>
      <p:pic>
        <p:nvPicPr>
          <p:cNvPr id="160" name="Picture 159" descr="A close up of a black and white photo&#10;&#10;AI-generated content may be incorrect.">
            <a:extLst>
              <a:ext uri="{FF2B5EF4-FFF2-40B4-BE49-F238E27FC236}">
                <a16:creationId xmlns:a16="http://schemas.microsoft.com/office/drawing/2014/main" id="{D40B5637-0C0C-4483-BD59-94F7A8722CCE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056" y="6825183"/>
            <a:ext cx="771525" cy="809625"/>
          </a:xfrm>
          <a:prstGeom prst="rect">
            <a:avLst/>
          </a:prstGeom>
        </p:spPr>
      </p:pic>
      <p:pic>
        <p:nvPicPr>
          <p:cNvPr id="161" name="Picture 160" descr="A black and white image of a bullet&#10;&#10;AI-generated content may be incorrect.">
            <a:extLst>
              <a:ext uri="{FF2B5EF4-FFF2-40B4-BE49-F238E27FC236}">
                <a16:creationId xmlns:a16="http://schemas.microsoft.com/office/drawing/2014/main" id="{2199CC8F-36C6-7820-0613-CF83EB52CEA0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446" y="6825183"/>
            <a:ext cx="485775" cy="809625"/>
          </a:xfrm>
          <a:prstGeom prst="rect">
            <a:avLst/>
          </a:prstGeom>
        </p:spPr>
      </p:pic>
      <p:pic>
        <p:nvPicPr>
          <p:cNvPr id="162" name="Picture 161" descr="A clock on a white background&#10;&#10;AI-generated content may be incorrect.">
            <a:extLst>
              <a:ext uri="{FF2B5EF4-FFF2-40B4-BE49-F238E27FC236}">
                <a16:creationId xmlns:a16="http://schemas.microsoft.com/office/drawing/2014/main" id="{0288AD0A-FEDE-7975-CD5E-41D91436AA57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88" r="16851" b="20670"/>
          <a:stretch>
            <a:fillRect/>
          </a:stretch>
        </p:blipFill>
        <p:spPr>
          <a:xfrm>
            <a:off x="11620138" y="6744381"/>
            <a:ext cx="498956" cy="901916"/>
          </a:xfrm>
          <a:prstGeom prst="rect">
            <a:avLst/>
          </a:prstGeom>
        </p:spPr>
      </p:pic>
      <p:pic>
        <p:nvPicPr>
          <p:cNvPr id="163" name="Picture 162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E9935C39-076C-D574-5683-A51012D4E483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34" r="14891"/>
          <a:stretch>
            <a:fillRect/>
          </a:stretch>
        </p:blipFill>
        <p:spPr>
          <a:xfrm>
            <a:off x="10893234" y="6668515"/>
            <a:ext cx="617755" cy="976079"/>
          </a:xfrm>
          <a:prstGeom prst="rect">
            <a:avLst/>
          </a:prstGeom>
        </p:spPr>
      </p:pic>
      <p:pic>
        <p:nvPicPr>
          <p:cNvPr id="164" name="Picture 163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E9BC76AA-1A86-9426-5119-2E62DD300E59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41" r="15428" b="20502"/>
          <a:stretch>
            <a:fillRect/>
          </a:stretch>
        </p:blipFill>
        <p:spPr>
          <a:xfrm>
            <a:off x="10059087" y="6798007"/>
            <a:ext cx="724998" cy="834289"/>
          </a:xfrm>
          <a:prstGeom prst="rect">
            <a:avLst/>
          </a:prstGeom>
        </p:spPr>
      </p:pic>
      <p:pic>
        <p:nvPicPr>
          <p:cNvPr id="165" name="Picture 164" descr="A black object with a pointy center&#10;&#10;AI-generated content may be incorrect.">
            <a:extLst>
              <a:ext uri="{FF2B5EF4-FFF2-40B4-BE49-F238E27FC236}">
                <a16:creationId xmlns:a16="http://schemas.microsoft.com/office/drawing/2014/main" id="{779413F6-302A-A183-1230-C88D9278DAF8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17" r="14857" b="21795"/>
          <a:stretch>
            <a:fillRect/>
          </a:stretch>
        </p:blipFill>
        <p:spPr>
          <a:xfrm>
            <a:off x="9171393" y="6719844"/>
            <a:ext cx="778545" cy="869619"/>
          </a:xfrm>
          <a:prstGeom prst="rect">
            <a:avLst/>
          </a:prstGeom>
        </p:spPr>
      </p:pic>
      <p:pic>
        <p:nvPicPr>
          <p:cNvPr id="166" name="Picture 165" descr="A black object with a pointy center&#10;&#10;AI-generated content may be incorrect.">
            <a:extLst>
              <a:ext uri="{FF2B5EF4-FFF2-40B4-BE49-F238E27FC236}">
                <a16:creationId xmlns:a16="http://schemas.microsoft.com/office/drawing/2014/main" id="{2F02F136-C479-ACDD-3297-9AA5F1B95FC0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191" r="14857"/>
          <a:stretch>
            <a:fillRect/>
          </a:stretch>
        </p:blipFill>
        <p:spPr>
          <a:xfrm>
            <a:off x="9178413" y="7305323"/>
            <a:ext cx="778545" cy="321532"/>
          </a:xfrm>
          <a:prstGeom prst="rect">
            <a:avLst/>
          </a:prstGeom>
        </p:spPr>
      </p:pic>
      <p:pic>
        <p:nvPicPr>
          <p:cNvPr id="167" name="Picture 166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130F0262-6D0D-DD24-3014-6DB526FDBEB5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586" r="15428"/>
          <a:stretch>
            <a:fillRect/>
          </a:stretch>
        </p:blipFill>
        <p:spPr>
          <a:xfrm>
            <a:off x="9996648" y="7342625"/>
            <a:ext cx="724998" cy="309283"/>
          </a:xfrm>
          <a:prstGeom prst="rect">
            <a:avLst/>
          </a:prstGeom>
        </p:spPr>
      </p:pic>
      <p:pic>
        <p:nvPicPr>
          <p:cNvPr id="168" name="Picture 167" descr="A clock on a white background&#10;&#10;AI-generated content may be incorrect.">
            <a:extLst>
              <a:ext uri="{FF2B5EF4-FFF2-40B4-BE49-F238E27FC236}">
                <a16:creationId xmlns:a16="http://schemas.microsoft.com/office/drawing/2014/main" id="{93732EA7-57DD-7706-F058-0EC1962521BE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853" r="16851"/>
          <a:stretch>
            <a:fillRect/>
          </a:stretch>
        </p:blipFill>
        <p:spPr>
          <a:xfrm>
            <a:off x="11620138" y="7294982"/>
            <a:ext cx="498956" cy="318558"/>
          </a:xfrm>
          <a:prstGeom prst="rect">
            <a:avLst/>
          </a:prstGeom>
        </p:spPr>
      </p:pic>
      <p:sp>
        <p:nvSpPr>
          <p:cNvPr id="169" name="TextBox 168">
            <a:extLst>
              <a:ext uri="{FF2B5EF4-FFF2-40B4-BE49-F238E27FC236}">
                <a16:creationId xmlns:a16="http://schemas.microsoft.com/office/drawing/2014/main" id="{1DD9F906-9442-C22E-E2AB-F120CF042D38}"/>
              </a:ext>
            </a:extLst>
          </p:cNvPr>
          <p:cNvSpPr txBox="1"/>
          <p:nvPr/>
        </p:nvSpPr>
        <p:spPr>
          <a:xfrm>
            <a:off x="9157322" y="661028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Acantharea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70" name="Picture 169" descr="A bullet hole with text&#10;&#10;AI-generated content may be incorrect.">
            <a:extLst>
              <a:ext uri="{FF2B5EF4-FFF2-40B4-BE49-F238E27FC236}">
                <a16:creationId xmlns:a16="http://schemas.microsoft.com/office/drawing/2014/main" id="{AF46A82E-08F0-ED6A-5739-CCCB77F2B5E6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48" r="16456"/>
          <a:stretch>
            <a:fillRect/>
          </a:stretch>
        </p:blipFill>
        <p:spPr>
          <a:xfrm>
            <a:off x="1621283" y="7902346"/>
            <a:ext cx="763724" cy="833322"/>
          </a:xfrm>
          <a:prstGeom prst="rect">
            <a:avLst/>
          </a:prstGeom>
        </p:spPr>
      </p:pic>
      <p:pic>
        <p:nvPicPr>
          <p:cNvPr id="171" name="Picture 170" descr="A bullet hole in a glass&#10;&#10;AI-generated content may be incorrect.">
            <a:extLst>
              <a:ext uri="{FF2B5EF4-FFF2-40B4-BE49-F238E27FC236}">
                <a16:creationId xmlns:a16="http://schemas.microsoft.com/office/drawing/2014/main" id="{C67D867E-7291-0AF3-B226-C2DD5750CA66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4" t="8048" r="5469" b="17879"/>
          <a:stretch>
            <a:fillRect/>
          </a:stretch>
        </p:blipFill>
        <p:spPr>
          <a:xfrm>
            <a:off x="638202" y="7814935"/>
            <a:ext cx="977610" cy="923580"/>
          </a:xfrm>
          <a:prstGeom prst="rect">
            <a:avLst/>
          </a:prstGeom>
        </p:spPr>
      </p:pic>
      <p:pic>
        <p:nvPicPr>
          <p:cNvPr id="172" name="Picture 171" descr="A close up of a spider&#10;&#10;AI-generated content may be incorrect.">
            <a:extLst>
              <a:ext uri="{FF2B5EF4-FFF2-40B4-BE49-F238E27FC236}">
                <a16:creationId xmlns:a16="http://schemas.microsoft.com/office/drawing/2014/main" id="{DF4484C8-0A9D-7D47-87F6-35CE53E781A0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30"/>
          <a:stretch>
            <a:fillRect/>
          </a:stretch>
        </p:blipFill>
        <p:spPr>
          <a:xfrm>
            <a:off x="2390478" y="7723811"/>
            <a:ext cx="628650" cy="1037540"/>
          </a:xfrm>
          <a:prstGeom prst="rect">
            <a:avLst/>
          </a:prstGeom>
        </p:spPr>
      </p:pic>
      <p:pic>
        <p:nvPicPr>
          <p:cNvPr id="173" name="Picture 172" descr="A bullet hole in a white background&#10;&#10;AI-generated content may be incorrect.">
            <a:extLst>
              <a:ext uri="{FF2B5EF4-FFF2-40B4-BE49-F238E27FC236}">
                <a16:creationId xmlns:a16="http://schemas.microsoft.com/office/drawing/2014/main" id="{4837943C-5F1D-F736-05A9-B611BAAFDD16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6" y="7841260"/>
            <a:ext cx="600075" cy="895350"/>
          </a:xfrm>
          <a:prstGeom prst="rect">
            <a:avLst/>
          </a:prstGeom>
        </p:spPr>
      </p:pic>
      <p:pic>
        <p:nvPicPr>
          <p:cNvPr id="174" name="Picture 173" descr="A bullet hole in a glass&#10;&#10;AI-generated content may be incorrect.">
            <a:extLst>
              <a:ext uri="{FF2B5EF4-FFF2-40B4-BE49-F238E27FC236}">
                <a16:creationId xmlns:a16="http://schemas.microsoft.com/office/drawing/2014/main" id="{B25236DF-D814-0DCB-78AE-D17B2F61276A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443" r="13512" b="1444"/>
          <a:stretch>
            <a:fillRect/>
          </a:stretch>
        </p:blipFill>
        <p:spPr>
          <a:xfrm>
            <a:off x="633568" y="8526919"/>
            <a:ext cx="979783" cy="213383"/>
          </a:xfrm>
          <a:prstGeom prst="rect">
            <a:avLst/>
          </a:prstGeom>
        </p:spPr>
      </p:pic>
      <p:sp>
        <p:nvSpPr>
          <p:cNvPr id="175" name="TextBox 174">
            <a:extLst>
              <a:ext uri="{FF2B5EF4-FFF2-40B4-BE49-F238E27FC236}">
                <a16:creationId xmlns:a16="http://schemas.microsoft.com/office/drawing/2014/main" id="{777A4842-5F05-91CD-6E70-5F1FB6D75D26}"/>
              </a:ext>
            </a:extLst>
          </p:cNvPr>
          <p:cNvSpPr txBox="1"/>
          <p:nvPr/>
        </p:nvSpPr>
        <p:spPr>
          <a:xfrm>
            <a:off x="-5170" y="7697021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BD00"/>
                </a:solidFill>
              </a:rPr>
              <a:t>Foraminifera</a:t>
            </a:r>
          </a:p>
        </p:txBody>
      </p:sp>
      <p:pic>
        <p:nvPicPr>
          <p:cNvPr id="176" name="Picture 175" descr="A close-up of a white circle&#10;&#10;AI-generated content may be incorrect.">
            <a:extLst>
              <a:ext uri="{FF2B5EF4-FFF2-40B4-BE49-F238E27FC236}">
                <a16:creationId xmlns:a16="http://schemas.microsoft.com/office/drawing/2014/main" id="{90903F3E-584D-7EB9-7F99-BD6B8C953D45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68" t="22255" r="18756" b="21466"/>
          <a:stretch>
            <a:fillRect/>
          </a:stretch>
        </p:blipFill>
        <p:spPr>
          <a:xfrm>
            <a:off x="3863294" y="7945480"/>
            <a:ext cx="661018" cy="712963"/>
          </a:xfrm>
          <a:prstGeom prst="rect">
            <a:avLst/>
          </a:prstGeom>
        </p:spPr>
      </p:pic>
      <p:pic>
        <p:nvPicPr>
          <p:cNvPr id="177" name="Picture 176" descr="A blurry image of a circle&#10;&#10;AI-generated content may be incorrect.">
            <a:extLst>
              <a:ext uri="{FF2B5EF4-FFF2-40B4-BE49-F238E27FC236}">
                <a16:creationId xmlns:a16="http://schemas.microsoft.com/office/drawing/2014/main" id="{85D0DDC1-6DB2-A574-E7DD-7950330ACAC2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32" r="18179"/>
          <a:stretch>
            <a:fillRect/>
          </a:stretch>
        </p:blipFill>
        <p:spPr>
          <a:xfrm>
            <a:off x="4648023" y="7831787"/>
            <a:ext cx="607894" cy="881668"/>
          </a:xfrm>
          <a:prstGeom prst="rect">
            <a:avLst/>
          </a:prstGeom>
        </p:spPr>
      </p:pic>
      <p:pic>
        <p:nvPicPr>
          <p:cNvPr id="178" name="Picture 177" descr="A white circle with black text&#10;&#10;AI-generated content may be incorrect.">
            <a:extLst>
              <a:ext uri="{FF2B5EF4-FFF2-40B4-BE49-F238E27FC236}">
                <a16:creationId xmlns:a16="http://schemas.microsoft.com/office/drawing/2014/main" id="{188408B5-1419-00DC-957F-37F786B31546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55" r="18328"/>
          <a:stretch>
            <a:fillRect/>
          </a:stretch>
        </p:blipFill>
        <p:spPr>
          <a:xfrm>
            <a:off x="5379629" y="7826559"/>
            <a:ext cx="700134" cy="892124"/>
          </a:xfrm>
          <a:prstGeom prst="rect">
            <a:avLst/>
          </a:prstGeom>
        </p:spPr>
      </p:pic>
      <p:pic>
        <p:nvPicPr>
          <p:cNvPr id="179" name="Picture 178" descr="A close-up of a eye&#10;&#10;AI-generated content may be incorrect.">
            <a:extLst>
              <a:ext uri="{FF2B5EF4-FFF2-40B4-BE49-F238E27FC236}">
                <a16:creationId xmlns:a16="http://schemas.microsoft.com/office/drawing/2014/main" id="{3CB1236F-B2DF-1EBA-DE65-63EA6890F5BB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53" t="26163" r="27169" b="23737"/>
          <a:stretch>
            <a:fillRect/>
          </a:stretch>
        </p:blipFill>
        <p:spPr>
          <a:xfrm>
            <a:off x="3082897" y="7833604"/>
            <a:ext cx="656686" cy="878035"/>
          </a:xfrm>
          <a:prstGeom prst="rect">
            <a:avLst/>
          </a:prstGeom>
        </p:spPr>
      </p:pic>
      <p:pic>
        <p:nvPicPr>
          <p:cNvPr id="180" name="Picture 179" descr="A close-up of a eye&#10;&#10;AI-generated content may be incorrect.">
            <a:extLst>
              <a:ext uri="{FF2B5EF4-FFF2-40B4-BE49-F238E27FC236}">
                <a16:creationId xmlns:a16="http://schemas.microsoft.com/office/drawing/2014/main" id="{AF2A3656-66BC-B10D-FCC7-96528BFCDC6F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359" r="53446" b="-2065"/>
          <a:stretch>
            <a:fillRect/>
          </a:stretch>
        </p:blipFill>
        <p:spPr>
          <a:xfrm>
            <a:off x="3089827" y="8351412"/>
            <a:ext cx="638530" cy="362882"/>
          </a:xfrm>
          <a:prstGeom prst="rect">
            <a:avLst/>
          </a:prstGeom>
        </p:spPr>
      </p:pic>
      <p:pic>
        <p:nvPicPr>
          <p:cNvPr id="181" name="Picture 180" descr="A close-up of a white circle&#10;&#10;AI-generated content may be incorrect.">
            <a:extLst>
              <a:ext uri="{FF2B5EF4-FFF2-40B4-BE49-F238E27FC236}">
                <a16:creationId xmlns:a16="http://schemas.microsoft.com/office/drawing/2014/main" id="{E3BC52B5-757D-F485-8A2B-9F9C60A966C9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77119" r="39508" b="-2009"/>
          <a:stretch>
            <a:fillRect/>
          </a:stretch>
        </p:blipFill>
        <p:spPr>
          <a:xfrm>
            <a:off x="3859624" y="8399727"/>
            <a:ext cx="656860" cy="315311"/>
          </a:xfrm>
          <a:prstGeom prst="rect">
            <a:avLst/>
          </a:prstGeom>
        </p:spPr>
      </p:pic>
      <p:sp>
        <p:nvSpPr>
          <p:cNvPr id="182" name="TextBox 181">
            <a:extLst>
              <a:ext uri="{FF2B5EF4-FFF2-40B4-BE49-F238E27FC236}">
                <a16:creationId xmlns:a16="http://schemas.microsoft.com/office/drawing/2014/main" id="{7269F38C-4158-1F18-5FBB-9807D5871FDB}"/>
              </a:ext>
            </a:extLst>
          </p:cNvPr>
          <p:cNvSpPr txBox="1"/>
          <p:nvPr/>
        </p:nvSpPr>
        <p:spPr>
          <a:xfrm>
            <a:off x="3049671" y="769113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Collodaria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83" name="Picture 182" descr="A black and white image of a foot print&#10;&#10;AI-generated content may be incorrect.">
            <a:extLst>
              <a:ext uri="{FF2B5EF4-FFF2-40B4-BE49-F238E27FC236}">
                <a16:creationId xmlns:a16="http://schemas.microsoft.com/office/drawing/2014/main" id="{65121CD4-9CA1-D068-9E67-FE5EB561105B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66" t="19114" r="22308" b="25302"/>
          <a:stretch>
            <a:fillRect/>
          </a:stretch>
        </p:blipFill>
        <p:spPr>
          <a:xfrm>
            <a:off x="7359552" y="7918319"/>
            <a:ext cx="687974" cy="751808"/>
          </a:xfrm>
          <a:prstGeom prst="rect">
            <a:avLst/>
          </a:prstGeom>
        </p:spPr>
      </p:pic>
      <p:pic>
        <p:nvPicPr>
          <p:cNvPr id="184" name="Picture 183" descr="A white line on a white background&#10;&#10;AI-generated content may be incorrect.">
            <a:extLst>
              <a:ext uri="{FF2B5EF4-FFF2-40B4-BE49-F238E27FC236}">
                <a16:creationId xmlns:a16="http://schemas.microsoft.com/office/drawing/2014/main" id="{30B279D5-E951-1814-743A-51DFD6CA6BCC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34" t="27517" r="28131" b="27062"/>
          <a:stretch>
            <a:fillRect/>
          </a:stretch>
        </p:blipFill>
        <p:spPr>
          <a:xfrm>
            <a:off x="6180439" y="7728348"/>
            <a:ext cx="836163" cy="978648"/>
          </a:xfrm>
          <a:prstGeom prst="rect">
            <a:avLst/>
          </a:prstGeom>
        </p:spPr>
      </p:pic>
      <p:pic>
        <p:nvPicPr>
          <p:cNvPr id="185" name="Picture 184" descr="A black and white image of a round object&#10;&#10;AI-generated content may be incorrect.">
            <a:extLst>
              <a:ext uri="{FF2B5EF4-FFF2-40B4-BE49-F238E27FC236}">
                <a16:creationId xmlns:a16="http://schemas.microsoft.com/office/drawing/2014/main" id="{BB206687-73A2-F9E6-1BA4-0BF2DCDD3D82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59" t="24292" r="26992" b="21626"/>
          <a:stretch>
            <a:fillRect/>
          </a:stretch>
        </p:blipFill>
        <p:spPr>
          <a:xfrm>
            <a:off x="8390476" y="7743006"/>
            <a:ext cx="694358" cy="963298"/>
          </a:xfrm>
          <a:prstGeom prst="rect">
            <a:avLst/>
          </a:prstGeom>
        </p:spPr>
      </p:pic>
      <p:pic>
        <p:nvPicPr>
          <p:cNvPr id="186" name="Picture 185" descr="A black and white image of a foot print&#10;&#10;AI-generated content may be incorrect.">
            <a:extLst>
              <a:ext uri="{FF2B5EF4-FFF2-40B4-BE49-F238E27FC236}">
                <a16:creationId xmlns:a16="http://schemas.microsoft.com/office/drawing/2014/main" id="{B65C04AE-AE0E-06AF-957E-4F1F907D37F7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62" r="50405" b="20"/>
          <a:stretch>
            <a:fillRect/>
          </a:stretch>
        </p:blipFill>
        <p:spPr>
          <a:xfrm>
            <a:off x="7369384" y="8342034"/>
            <a:ext cx="666076" cy="332984"/>
          </a:xfrm>
          <a:prstGeom prst="rect">
            <a:avLst/>
          </a:prstGeom>
        </p:spPr>
      </p:pic>
      <p:pic>
        <p:nvPicPr>
          <p:cNvPr id="187" name="Picture 186" descr="A white line on a white background&#10;&#10;AI-generated content may be incorrect.">
            <a:extLst>
              <a:ext uri="{FF2B5EF4-FFF2-40B4-BE49-F238E27FC236}">
                <a16:creationId xmlns:a16="http://schemas.microsoft.com/office/drawing/2014/main" id="{C2CDCDD2-8137-5964-F5B2-E12D32F91DBA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918" r="57757"/>
          <a:stretch>
            <a:fillRect/>
          </a:stretch>
        </p:blipFill>
        <p:spPr>
          <a:xfrm>
            <a:off x="6172417" y="8468621"/>
            <a:ext cx="842315" cy="260318"/>
          </a:xfrm>
          <a:prstGeom prst="rect">
            <a:avLst/>
          </a:prstGeom>
        </p:spPr>
      </p:pic>
      <p:sp>
        <p:nvSpPr>
          <p:cNvPr id="188" name="TextBox 187">
            <a:extLst>
              <a:ext uri="{FF2B5EF4-FFF2-40B4-BE49-F238E27FC236}">
                <a16:creationId xmlns:a16="http://schemas.microsoft.com/office/drawing/2014/main" id="{B854C49D-4307-54E8-E692-73346F1C9466}"/>
              </a:ext>
            </a:extLst>
          </p:cNvPr>
          <p:cNvSpPr txBox="1"/>
          <p:nvPr/>
        </p:nvSpPr>
        <p:spPr>
          <a:xfrm>
            <a:off x="6114239" y="769143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colonial_Collodaria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89" name="Picture 188" descr="A black and white image of a round object&#10;&#10;AI-generated content may be incorrect.">
            <a:extLst>
              <a:ext uri="{FF2B5EF4-FFF2-40B4-BE49-F238E27FC236}">
                <a16:creationId xmlns:a16="http://schemas.microsoft.com/office/drawing/2014/main" id="{998F631A-3113-A780-D951-9533C07A2D82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951" r="53499"/>
          <a:stretch>
            <a:fillRect/>
          </a:stretch>
        </p:blipFill>
        <p:spPr>
          <a:xfrm>
            <a:off x="8390371" y="8371523"/>
            <a:ext cx="704242" cy="339290"/>
          </a:xfrm>
          <a:prstGeom prst="rect">
            <a:avLst/>
          </a:prstGeom>
        </p:spPr>
      </p:pic>
      <p:pic>
        <p:nvPicPr>
          <p:cNvPr id="190" name="Picture 189" descr="A black do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6F834B20-FFEA-9D23-408D-1ED6E4C29FE8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127" y="7938021"/>
            <a:ext cx="485775" cy="609600"/>
          </a:xfrm>
          <a:prstGeom prst="rect">
            <a:avLst/>
          </a:prstGeom>
        </p:spPr>
      </p:pic>
      <p:pic>
        <p:nvPicPr>
          <p:cNvPr id="191" name="Picture 190" descr="A close up of a black circle&#10;&#10;AI-generated content may be incorrect.">
            <a:extLst>
              <a:ext uri="{FF2B5EF4-FFF2-40B4-BE49-F238E27FC236}">
                <a16:creationId xmlns:a16="http://schemas.microsoft.com/office/drawing/2014/main" id="{C6A21B24-B5D1-43AE-3C2C-BD739D7399B7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1538" y="7795146"/>
            <a:ext cx="571500" cy="895350"/>
          </a:xfrm>
          <a:prstGeom prst="rect">
            <a:avLst/>
          </a:prstGeom>
        </p:spPr>
      </p:pic>
      <p:pic>
        <p:nvPicPr>
          <p:cNvPr id="192" name="Picture 191" descr="A bullet hole in a white background&#10;&#10;AI-generated content may be incorrect.">
            <a:extLst>
              <a:ext uri="{FF2B5EF4-FFF2-40B4-BE49-F238E27FC236}">
                <a16:creationId xmlns:a16="http://schemas.microsoft.com/office/drawing/2014/main" id="{16B7BE2F-E091-6E2B-E9EA-9D7FB4498B16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142" y="7780859"/>
            <a:ext cx="514350" cy="923925"/>
          </a:xfrm>
          <a:prstGeom prst="rect">
            <a:avLst/>
          </a:prstGeom>
        </p:spPr>
      </p:pic>
      <p:pic>
        <p:nvPicPr>
          <p:cNvPr id="193" name="Picture 192" descr="A close up of a black eyeball&#10;&#10;AI-generated content may be incorrect.">
            <a:extLst>
              <a:ext uri="{FF2B5EF4-FFF2-40B4-BE49-F238E27FC236}">
                <a16:creationId xmlns:a16="http://schemas.microsoft.com/office/drawing/2014/main" id="{B4945E15-342B-B517-64BD-7EF11D32D880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6582" y="7737996"/>
            <a:ext cx="542925" cy="1009650"/>
          </a:xfrm>
          <a:prstGeom prst="rect">
            <a:avLst/>
          </a:prstGeom>
        </p:spPr>
      </p:pic>
      <p:sp>
        <p:nvSpPr>
          <p:cNvPr id="194" name="TextBox 193">
            <a:extLst>
              <a:ext uri="{FF2B5EF4-FFF2-40B4-BE49-F238E27FC236}">
                <a16:creationId xmlns:a16="http://schemas.microsoft.com/office/drawing/2014/main" id="{43002174-958E-19E3-73E6-218B8FE4A52E}"/>
              </a:ext>
            </a:extLst>
          </p:cNvPr>
          <p:cNvSpPr txBox="1"/>
          <p:nvPr/>
        </p:nvSpPr>
        <p:spPr>
          <a:xfrm>
            <a:off x="9162240" y="769674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mc_solitary_black_to_puff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95" name="Picture 194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FA9EFBA4-2286-4633-E6BC-62D44A7A5070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002" y="9055401"/>
            <a:ext cx="485775" cy="609600"/>
          </a:xfrm>
          <a:prstGeom prst="rect">
            <a:avLst/>
          </a:prstGeom>
        </p:spPr>
      </p:pic>
      <p:pic>
        <p:nvPicPr>
          <p:cNvPr id="196" name="Picture 195" descr="A black dot with a number&#10;&#10;AI-generated content may be incorrect.">
            <a:extLst>
              <a:ext uri="{FF2B5EF4-FFF2-40B4-BE49-F238E27FC236}">
                <a16:creationId xmlns:a16="http://schemas.microsoft.com/office/drawing/2014/main" id="{F4BB408A-813D-C584-A2DB-104596F9FC17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373" y="8955389"/>
            <a:ext cx="485775" cy="809625"/>
          </a:xfrm>
          <a:prstGeom prst="rect">
            <a:avLst/>
          </a:prstGeom>
        </p:spPr>
      </p:pic>
      <p:pic>
        <p:nvPicPr>
          <p:cNvPr id="197" name="Picture 196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4388AA71-A939-AD31-5732-738E3A044B46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30" y="8983964"/>
            <a:ext cx="485775" cy="752475"/>
          </a:xfrm>
          <a:prstGeom prst="rect">
            <a:avLst/>
          </a:prstGeom>
        </p:spPr>
      </p:pic>
      <p:pic>
        <p:nvPicPr>
          <p:cNvPr id="198" name="Picture 197" descr="A black dot with numbers and a black line&#10;&#10;AI-generated content may be incorrect.">
            <a:extLst>
              <a:ext uri="{FF2B5EF4-FFF2-40B4-BE49-F238E27FC236}">
                <a16:creationId xmlns:a16="http://schemas.microsoft.com/office/drawing/2014/main" id="{DD6123A7-0F0F-C521-8671-B73E126BE459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58" y="9041114"/>
            <a:ext cx="485775" cy="638175"/>
          </a:xfrm>
          <a:prstGeom prst="rect">
            <a:avLst/>
          </a:prstGeom>
        </p:spPr>
      </p:pic>
      <p:sp>
        <p:nvSpPr>
          <p:cNvPr id="199" name="TextBox 198">
            <a:extLst>
              <a:ext uri="{FF2B5EF4-FFF2-40B4-BE49-F238E27FC236}">
                <a16:creationId xmlns:a16="http://schemas.microsoft.com/office/drawing/2014/main" id="{2417139A-0AC9-F9CD-0038-439AC7E53328}"/>
              </a:ext>
            </a:extLst>
          </p:cNvPr>
          <p:cNvSpPr txBox="1"/>
          <p:nvPr/>
        </p:nvSpPr>
        <p:spPr>
          <a:xfrm>
            <a:off x="-10087" y="8793317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solitaryblack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744692B9-2843-0449-E8F2-0EB94C3A7727}"/>
              </a:ext>
            </a:extLst>
          </p:cNvPr>
          <p:cNvSpPr txBox="1"/>
          <p:nvPr/>
        </p:nvSpPr>
        <p:spPr>
          <a:xfrm>
            <a:off x="-2158" y="9889494"/>
            <a:ext cx="1220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C7727"/>
                </a:solidFill>
              </a:rPr>
              <a:t>g: Crustaceans</a:t>
            </a:r>
          </a:p>
        </p:txBody>
      </p:sp>
      <p:pic>
        <p:nvPicPr>
          <p:cNvPr id="201" name="Picture 200" descr="A black and white image of a feather&#10;&#10;AI-generated content may be incorrect.">
            <a:extLst>
              <a:ext uri="{FF2B5EF4-FFF2-40B4-BE49-F238E27FC236}">
                <a16:creationId xmlns:a16="http://schemas.microsoft.com/office/drawing/2014/main" id="{3988DFD6-15E7-98BC-F387-A091C6D5648F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80" t="26511" r="12045" b="32930"/>
          <a:stretch>
            <a:fillRect/>
          </a:stretch>
        </p:blipFill>
        <p:spPr>
          <a:xfrm rot="16200000">
            <a:off x="3883809" y="10168567"/>
            <a:ext cx="1241555" cy="1555289"/>
          </a:xfrm>
          <a:prstGeom prst="rect">
            <a:avLst/>
          </a:prstGeom>
        </p:spPr>
      </p:pic>
      <p:sp>
        <p:nvSpPr>
          <p:cNvPr id="202" name="Rectangle 201">
            <a:extLst>
              <a:ext uri="{FF2B5EF4-FFF2-40B4-BE49-F238E27FC236}">
                <a16:creationId xmlns:a16="http://schemas.microsoft.com/office/drawing/2014/main" id="{E243F10A-BD82-0CD8-C284-7AC62912A1EE}"/>
              </a:ext>
            </a:extLst>
          </p:cNvPr>
          <p:cNvSpPr/>
          <p:nvPr/>
        </p:nvSpPr>
        <p:spPr>
          <a:xfrm>
            <a:off x="3048000" y="11624639"/>
            <a:ext cx="3048000" cy="1612086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6E1E0CBC-6F5B-6AF3-EB88-52EFDB0597CB}"/>
              </a:ext>
            </a:extLst>
          </p:cNvPr>
          <p:cNvSpPr/>
          <p:nvPr/>
        </p:nvSpPr>
        <p:spPr>
          <a:xfrm>
            <a:off x="0" y="10267784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7D90E99D-8CC6-35D1-AE38-0C622F81A501}"/>
              </a:ext>
            </a:extLst>
          </p:cNvPr>
          <p:cNvSpPr/>
          <p:nvPr/>
        </p:nvSpPr>
        <p:spPr>
          <a:xfrm>
            <a:off x="0" y="11624638"/>
            <a:ext cx="3048000" cy="161412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0BFF44B2-19F9-6629-935B-C3178AD2C2DC}"/>
              </a:ext>
            </a:extLst>
          </p:cNvPr>
          <p:cNvSpPr/>
          <p:nvPr/>
        </p:nvSpPr>
        <p:spPr>
          <a:xfrm>
            <a:off x="6096000" y="10267784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3D15248A-79C8-C3C3-CEC7-0DB71B77322C}"/>
              </a:ext>
            </a:extLst>
          </p:cNvPr>
          <p:cNvSpPr/>
          <p:nvPr/>
        </p:nvSpPr>
        <p:spPr>
          <a:xfrm>
            <a:off x="9144000" y="10267784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0873815B-5516-A1A4-DDCE-51EE5C863B3D}"/>
              </a:ext>
            </a:extLst>
          </p:cNvPr>
          <p:cNvSpPr/>
          <p:nvPr/>
        </p:nvSpPr>
        <p:spPr>
          <a:xfrm>
            <a:off x="6096000" y="11624638"/>
            <a:ext cx="3048000" cy="161412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4AC33706-B65A-147B-8A2C-3DFD3015D5C4}"/>
              </a:ext>
            </a:extLst>
          </p:cNvPr>
          <p:cNvSpPr/>
          <p:nvPr/>
        </p:nvSpPr>
        <p:spPr>
          <a:xfrm>
            <a:off x="9144000" y="11624638"/>
            <a:ext cx="3048000" cy="161412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0D204F6A-B312-6588-FCC1-239D98BA32EE}"/>
              </a:ext>
            </a:extLst>
          </p:cNvPr>
          <p:cNvSpPr/>
          <p:nvPr/>
        </p:nvSpPr>
        <p:spPr>
          <a:xfrm>
            <a:off x="333" y="13236726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1A64B824-6DCC-684C-072B-8AE41DC2C75E}"/>
              </a:ext>
            </a:extLst>
          </p:cNvPr>
          <p:cNvSpPr txBox="1"/>
          <p:nvPr/>
        </p:nvSpPr>
        <p:spPr>
          <a:xfrm>
            <a:off x="3038502" y="10267783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Eumalacostraca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997ACE8C-9A60-04DB-E517-10CDBD1CD153}"/>
              </a:ext>
            </a:extLst>
          </p:cNvPr>
          <p:cNvSpPr txBox="1"/>
          <p:nvPr/>
        </p:nvSpPr>
        <p:spPr>
          <a:xfrm>
            <a:off x="9151071" y="10273398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like_Amphipoda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A5C67BEA-151A-CA16-2CAD-6B76C25C8337}"/>
              </a:ext>
            </a:extLst>
          </p:cNvPr>
          <p:cNvSpPr txBox="1"/>
          <p:nvPr/>
        </p:nvSpPr>
        <p:spPr>
          <a:xfrm>
            <a:off x="-9499" y="10262477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EC7727"/>
                </a:solidFill>
              </a:rPr>
              <a:t>Crustacea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AAA4F3D7-E18F-C955-EFD4-D3F1DDB41ED6}"/>
              </a:ext>
            </a:extLst>
          </p:cNvPr>
          <p:cNvSpPr txBox="1"/>
          <p:nvPr/>
        </p:nvSpPr>
        <p:spPr>
          <a:xfrm>
            <a:off x="-14413" y="11624253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shrimp_like</a:t>
            </a:r>
            <a:endParaRPr lang="en-US" sz="1200" b="1" dirty="0">
              <a:solidFill>
                <a:srgbClr val="EC7727"/>
              </a:solidFill>
            </a:endParaRPr>
          </a:p>
          <a:p>
            <a:pPr algn="ctr"/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CADB12E3-9658-6087-C5F9-EE71D5AC55B9}"/>
              </a:ext>
            </a:extLst>
          </p:cNvPr>
          <p:cNvSpPr txBox="1"/>
          <p:nvPr/>
        </p:nvSpPr>
        <p:spPr>
          <a:xfrm>
            <a:off x="6103070" y="10268092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Hyperia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pic>
        <p:nvPicPr>
          <p:cNvPr id="215" name="Picture 214" descr="A black and white feather&#10;&#10;AI-generated content may be incorrect.">
            <a:extLst>
              <a:ext uri="{FF2B5EF4-FFF2-40B4-BE49-F238E27FC236}">
                <a16:creationId xmlns:a16="http://schemas.microsoft.com/office/drawing/2014/main" id="{56A0E823-4779-DEA3-747D-72C08E7327BC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66" b="23307"/>
          <a:stretch>
            <a:fillRect/>
          </a:stretch>
        </p:blipFill>
        <p:spPr>
          <a:xfrm>
            <a:off x="50868" y="10304255"/>
            <a:ext cx="942975" cy="1296220"/>
          </a:xfrm>
          <a:prstGeom prst="rect">
            <a:avLst/>
          </a:prstGeom>
        </p:spPr>
      </p:pic>
      <p:pic>
        <p:nvPicPr>
          <p:cNvPr id="216" name="Picture 215" descr="A black and white image of a squid&#10;&#10;AI-generated content may be incorrect.">
            <a:extLst>
              <a:ext uri="{FF2B5EF4-FFF2-40B4-BE49-F238E27FC236}">
                <a16:creationId xmlns:a16="http://schemas.microsoft.com/office/drawing/2014/main" id="{112A5D7C-CD2A-25A6-24D0-27E9A09FE80E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67" r="16165" b="20050"/>
          <a:stretch>
            <a:fillRect/>
          </a:stretch>
        </p:blipFill>
        <p:spPr>
          <a:xfrm>
            <a:off x="1896973" y="10445952"/>
            <a:ext cx="1121545" cy="1012826"/>
          </a:xfrm>
          <a:prstGeom prst="rect">
            <a:avLst/>
          </a:prstGeom>
        </p:spPr>
      </p:pic>
      <p:pic>
        <p:nvPicPr>
          <p:cNvPr id="217" name="Picture 216" descr="A black and white image of a fish&#10;&#10;AI-generated content may be incorrect.">
            <a:extLst>
              <a:ext uri="{FF2B5EF4-FFF2-40B4-BE49-F238E27FC236}">
                <a16:creationId xmlns:a16="http://schemas.microsoft.com/office/drawing/2014/main" id="{05A4F796-83DF-F5D5-BC91-3C711C324356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62"/>
          <a:stretch>
            <a:fillRect/>
          </a:stretch>
        </p:blipFill>
        <p:spPr>
          <a:xfrm>
            <a:off x="914586" y="10504690"/>
            <a:ext cx="1061645" cy="895350"/>
          </a:xfrm>
          <a:prstGeom prst="rect">
            <a:avLst/>
          </a:prstGeom>
        </p:spPr>
      </p:pic>
      <p:pic>
        <p:nvPicPr>
          <p:cNvPr id="218" name="Picture 217" descr="A black and white feather&#10;&#10;AI-generated content may be incorrect.">
            <a:extLst>
              <a:ext uri="{FF2B5EF4-FFF2-40B4-BE49-F238E27FC236}">
                <a16:creationId xmlns:a16="http://schemas.microsoft.com/office/drawing/2014/main" id="{2AC6F1FC-53FF-BE37-144E-0783A2D7F504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783" b="-1"/>
          <a:stretch>
            <a:fillRect/>
          </a:stretch>
        </p:blipFill>
        <p:spPr>
          <a:xfrm>
            <a:off x="45692" y="11181297"/>
            <a:ext cx="942975" cy="419177"/>
          </a:xfrm>
          <a:prstGeom prst="rect">
            <a:avLst/>
          </a:prstGeom>
        </p:spPr>
      </p:pic>
      <p:pic>
        <p:nvPicPr>
          <p:cNvPr id="219" name="Picture 218" descr="A black and white image of a squid&#10;&#10;AI-generated content may be incorrect.">
            <a:extLst>
              <a:ext uri="{FF2B5EF4-FFF2-40B4-BE49-F238E27FC236}">
                <a16:creationId xmlns:a16="http://schemas.microsoft.com/office/drawing/2014/main" id="{AA0378DC-7245-306C-BBE4-AF4E941EA7C1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187" r="40532"/>
          <a:stretch>
            <a:fillRect/>
          </a:stretch>
        </p:blipFill>
        <p:spPr>
          <a:xfrm>
            <a:off x="1896973" y="11171880"/>
            <a:ext cx="1121545" cy="301671"/>
          </a:xfrm>
          <a:prstGeom prst="rect">
            <a:avLst/>
          </a:prstGeom>
        </p:spPr>
      </p:pic>
      <p:pic>
        <p:nvPicPr>
          <p:cNvPr id="220" name="Picture 219" descr="A black and white image of a feather&#10;&#10;AI-generated content may be incorrect.">
            <a:extLst>
              <a:ext uri="{FF2B5EF4-FFF2-40B4-BE49-F238E27FC236}">
                <a16:creationId xmlns:a16="http://schemas.microsoft.com/office/drawing/2014/main" id="{708E2561-5C21-19CE-8435-ABE4B740D9EE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420" r="12045"/>
          <a:stretch>
            <a:fillRect/>
          </a:stretch>
        </p:blipFill>
        <p:spPr>
          <a:xfrm>
            <a:off x="3624653" y="11399581"/>
            <a:ext cx="1704256" cy="175590"/>
          </a:xfrm>
          <a:prstGeom prst="rect">
            <a:avLst/>
          </a:prstGeom>
        </p:spPr>
      </p:pic>
      <p:pic>
        <p:nvPicPr>
          <p:cNvPr id="221" name="Picture 220" descr="A black silhouette of a bird&#10;&#10;AI-generated content may be incorrect.">
            <a:extLst>
              <a:ext uri="{FF2B5EF4-FFF2-40B4-BE49-F238E27FC236}">
                <a16:creationId xmlns:a16="http://schemas.microsoft.com/office/drawing/2014/main" id="{96BA391B-08F3-3D88-2204-FB82BBF86989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74" t="27776" b="23320"/>
          <a:stretch>
            <a:fillRect/>
          </a:stretch>
        </p:blipFill>
        <p:spPr>
          <a:xfrm>
            <a:off x="6163331" y="10349973"/>
            <a:ext cx="732674" cy="1192477"/>
          </a:xfrm>
          <a:prstGeom prst="rect">
            <a:avLst/>
          </a:prstGeom>
        </p:spPr>
      </p:pic>
      <p:pic>
        <p:nvPicPr>
          <p:cNvPr id="222" name="Picture 221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12103A71-C34A-E843-4A10-EE019C5EF903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6" t="18089" r="23333" b="20918"/>
          <a:stretch>
            <a:fillRect/>
          </a:stretch>
        </p:blipFill>
        <p:spPr>
          <a:xfrm>
            <a:off x="6845157" y="10559261"/>
            <a:ext cx="875103" cy="929527"/>
          </a:xfrm>
          <a:prstGeom prst="rect">
            <a:avLst/>
          </a:prstGeom>
        </p:spPr>
      </p:pic>
      <p:pic>
        <p:nvPicPr>
          <p:cNvPr id="223" name="Picture 222" descr="A black shadow of a bird&#10;&#10;AI-generated content may be incorrect.">
            <a:extLst>
              <a:ext uri="{FF2B5EF4-FFF2-40B4-BE49-F238E27FC236}">
                <a16:creationId xmlns:a16="http://schemas.microsoft.com/office/drawing/2014/main" id="{0E8C3FD6-426A-0F42-4CA4-8EB810C546CB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61" t="20884" r="24045" b="24527"/>
          <a:stretch>
            <a:fillRect/>
          </a:stretch>
        </p:blipFill>
        <p:spPr>
          <a:xfrm>
            <a:off x="7669412" y="10540262"/>
            <a:ext cx="665037" cy="956740"/>
          </a:xfrm>
          <a:prstGeom prst="rect">
            <a:avLst/>
          </a:prstGeom>
        </p:spPr>
      </p:pic>
      <p:pic>
        <p:nvPicPr>
          <p:cNvPr id="224" name="Picture 223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215623F7-17DB-F126-A1FE-66F289E1C4B8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71" r="9786" b="21105"/>
          <a:stretch>
            <a:fillRect/>
          </a:stretch>
        </p:blipFill>
        <p:spPr>
          <a:xfrm>
            <a:off x="8283602" y="10351558"/>
            <a:ext cx="824912" cy="1113407"/>
          </a:xfrm>
          <a:prstGeom prst="rect">
            <a:avLst/>
          </a:prstGeom>
        </p:spPr>
      </p:pic>
      <p:pic>
        <p:nvPicPr>
          <p:cNvPr id="225" name="Picture 224" descr="A black silhouette of a bird&#10;&#10;AI-generated content may be incorrect.">
            <a:extLst>
              <a:ext uri="{FF2B5EF4-FFF2-40B4-BE49-F238E27FC236}">
                <a16:creationId xmlns:a16="http://schemas.microsoft.com/office/drawing/2014/main" id="{16FF0205-B0F2-D0F1-4E61-308424E6A531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807"/>
          <a:stretch>
            <a:fillRect/>
          </a:stretch>
        </p:blipFill>
        <p:spPr>
          <a:xfrm>
            <a:off x="6114970" y="11147595"/>
            <a:ext cx="914400" cy="394855"/>
          </a:xfrm>
          <a:prstGeom prst="rect">
            <a:avLst/>
          </a:prstGeom>
        </p:spPr>
      </p:pic>
      <p:pic>
        <p:nvPicPr>
          <p:cNvPr id="226" name="Picture 225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917718C3-CD9A-9282-DD9A-FE2D7B4F3620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706" r="56057" b="-539"/>
          <a:stretch>
            <a:fillRect/>
          </a:stretch>
        </p:blipFill>
        <p:spPr>
          <a:xfrm>
            <a:off x="6758129" y="11118561"/>
            <a:ext cx="753386" cy="378441"/>
          </a:xfrm>
          <a:prstGeom prst="rect">
            <a:avLst/>
          </a:prstGeom>
        </p:spPr>
      </p:pic>
      <p:pic>
        <p:nvPicPr>
          <p:cNvPr id="227" name="Picture 226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060A632E-65C4-C931-1576-2B6C24E25DBB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976" r="23964" b="-978"/>
          <a:stretch>
            <a:fillRect/>
          </a:stretch>
        </p:blipFill>
        <p:spPr>
          <a:xfrm>
            <a:off x="8283602" y="11077182"/>
            <a:ext cx="695271" cy="407719"/>
          </a:xfrm>
          <a:prstGeom prst="rect">
            <a:avLst/>
          </a:prstGeom>
        </p:spPr>
      </p:pic>
      <p:pic>
        <p:nvPicPr>
          <p:cNvPr id="228" name="Picture 227" descr="A black shadow of a bird&#10;&#10;AI-generated content may be incorrect.">
            <a:extLst>
              <a:ext uri="{FF2B5EF4-FFF2-40B4-BE49-F238E27FC236}">
                <a16:creationId xmlns:a16="http://schemas.microsoft.com/office/drawing/2014/main" id="{928C7919-8C23-8741-D81F-BB524B572A99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81226" r="49405"/>
          <a:stretch>
            <a:fillRect/>
          </a:stretch>
        </p:blipFill>
        <p:spPr>
          <a:xfrm>
            <a:off x="7601996" y="11167956"/>
            <a:ext cx="665037" cy="329046"/>
          </a:xfrm>
          <a:prstGeom prst="rect">
            <a:avLst/>
          </a:prstGeom>
        </p:spPr>
      </p:pic>
      <p:pic>
        <p:nvPicPr>
          <p:cNvPr id="229" name="Picture 228" descr="A black object with numbers and text&#10;&#10;AI-generated content may be incorrect.">
            <a:extLst>
              <a:ext uri="{FF2B5EF4-FFF2-40B4-BE49-F238E27FC236}">
                <a16:creationId xmlns:a16="http://schemas.microsoft.com/office/drawing/2014/main" id="{A1DE4DC8-F8A2-5558-2295-A519C1C77632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0990" y="10694108"/>
            <a:ext cx="714375" cy="666750"/>
          </a:xfrm>
          <a:prstGeom prst="rect">
            <a:avLst/>
          </a:prstGeom>
        </p:spPr>
      </p:pic>
      <p:pic>
        <p:nvPicPr>
          <p:cNvPr id="230" name="Picture 229" descr="A black and white image of a leaf&#10;&#10;AI-generated content may be incorrect.">
            <a:extLst>
              <a:ext uri="{FF2B5EF4-FFF2-40B4-BE49-F238E27FC236}">
                <a16:creationId xmlns:a16="http://schemas.microsoft.com/office/drawing/2014/main" id="{E05DA58C-47EA-2B92-0394-75F164E4FFAC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2561" y="10479796"/>
            <a:ext cx="600075" cy="1095375"/>
          </a:xfrm>
          <a:prstGeom prst="rect">
            <a:avLst/>
          </a:prstGeom>
        </p:spPr>
      </p:pic>
      <p:pic>
        <p:nvPicPr>
          <p:cNvPr id="231" name="Picture 230" descr="A bug on a white background&#10;&#10;AI-generated content may be incorrect.">
            <a:extLst>
              <a:ext uri="{FF2B5EF4-FFF2-40B4-BE49-F238E27FC236}">
                <a16:creationId xmlns:a16="http://schemas.microsoft.com/office/drawing/2014/main" id="{6A5F2851-A273-CBDD-2FFF-88D164E40007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832" y="10636958"/>
            <a:ext cx="657225" cy="781050"/>
          </a:xfrm>
          <a:prstGeom prst="rect">
            <a:avLst/>
          </a:prstGeom>
        </p:spPr>
      </p:pic>
      <p:pic>
        <p:nvPicPr>
          <p:cNvPr id="232" name="Picture 231" descr="A black and white image of a black oval&#10;&#10;AI-generated content may be incorrect.">
            <a:extLst>
              <a:ext uri="{FF2B5EF4-FFF2-40B4-BE49-F238E27FC236}">
                <a16:creationId xmlns:a16="http://schemas.microsoft.com/office/drawing/2014/main" id="{239B910A-62D5-26DA-FE1D-707FEFB3BE45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4254" y="10651246"/>
            <a:ext cx="514350" cy="752475"/>
          </a:xfrm>
          <a:prstGeom prst="rect">
            <a:avLst/>
          </a:prstGeom>
        </p:spPr>
      </p:pic>
      <p:pic>
        <p:nvPicPr>
          <p:cNvPr id="233" name="Picture 232" descr="A black and white image of a person on a white background&#10;&#10;AI-generated content may be incorrect.">
            <a:extLst>
              <a:ext uri="{FF2B5EF4-FFF2-40B4-BE49-F238E27FC236}">
                <a16:creationId xmlns:a16="http://schemas.microsoft.com/office/drawing/2014/main" id="{328664E4-E4ED-2F0E-2142-7A3DA15DA812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7411" r="664" b="29257"/>
          <a:stretch>
            <a:fillRect/>
          </a:stretch>
        </p:blipFill>
        <p:spPr>
          <a:xfrm>
            <a:off x="69612" y="11640575"/>
            <a:ext cx="539318" cy="1589041"/>
          </a:xfrm>
          <a:prstGeom prst="rect">
            <a:avLst/>
          </a:prstGeom>
        </p:spPr>
      </p:pic>
      <p:pic>
        <p:nvPicPr>
          <p:cNvPr id="234" name="Picture 233" descr="A close-up of a fish&#10;&#10;AI-generated content may be incorrect.">
            <a:extLst>
              <a:ext uri="{FF2B5EF4-FFF2-40B4-BE49-F238E27FC236}">
                <a16:creationId xmlns:a16="http://schemas.microsoft.com/office/drawing/2014/main" id="{DC561244-DD36-9E26-7964-4DDF2067749A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11" t="29172" r="27843" b="28485"/>
          <a:stretch>
            <a:fillRect/>
          </a:stretch>
        </p:blipFill>
        <p:spPr>
          <a:xfrm>
            <a:off x="2084004" y="11755932"/>
            <a:ext cx="747481" cy="1236521"/>
          </a:xfrm>
          <a:prstGeom prst="rect">
            <a:avLst/>
          </a:prstGeom>
        </p:spPr>
      </p:pic>
      <p:pic>
        <p:nvPicPr>
          <p:cNvPr id="235" name="Picture 234" descr="A black and white image of a person on a white background&#10;&#10;AI-generated content may be incorrect.">
            <a:extLst>
              <a:ext uri="{FF2B5EF4-FFF2-40B4-BE49-F238E27FC236}">
                <a16:creationId xmlns:a16="http://schemas.microsoft.com/office/drawing/2014/main" id="{2816246C-3986-7DF7-536D-84C00CDC8539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90866" r="664"/>
          <a:stretch>
            <a:fillRect/>
          </a:stretch>
        </p:blipFill>
        <p:spPr>
          <a:xfrm>
            <a:off x="72287" y="12876366"/>
            <a:ext cx="539318" cy="334962"/>
          </a:xfrm>
          <a:prstGeom prst="rect">
            <a:avLst/>
          </a:prstGeom>
        </p:spPr>
      </p:pic>
      <p:pic>
        <p:nvPicPr>
          <p:cNvPr id="236" name="Picture 235" descr="A close-up of a fish&#10;&#10;AI-generated content may be incorrect.">
            <a:extLst>
              <a:ext uri="{FF2B5EF4-FFF2-40B4-BE49-F238E27FC236}">
                <a16:creationId xmlns:a16="http://schemas.microsoft.com/office/drawing/2014/main" id="{CEBAE96F-0847-7146-7C52-572B674EFEFA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91364" r="52653" b="-2532"/>
          <a:stretch>
            <a:fillRect/>
          </a:stretch>
        </p:blipFill>
        <p:spPr>
          <a:xfrm>
            <a:off x="2024575" y="12770054"/>
            <a:ext cx="747481" cy="326127"/>
          </a:xfrm>
          <a:prstGeom prst="rect">
            <a:avLst/>
          </a:prstGeom>
        </p:spPr>
      </p:pic>
      <p:pic>
        <p:nvPicPr>
          <p:cNvPr id="237" name="Picture 236" descr="A black and white object&#10;&#10;AI-generated content may be incorrect.">
            <a:extLst>
              <a:ext uri="{FF2B5EF4-FFF2-40B4-BE49-F238E27FC236}">
                <a16:creationId xmlns:a16="http://schemas.microsoft.com/office/drawing/2014/main" id="{28ACA18B-AD19-8B13-B8BB-D7B99597EFEA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56"/>
          <a:stretch>
            <a:fillRect/>
          </a:stretch>
        </p:blipFill>
        <p:spPr>
          <a:xfrm>
            <a:off x="4514602" y="11877019"/>
            <a:ext cx="914400" cy="1168051"/>
          </a:xfrm>
          <a:prstGeom prst="rect">
            <a:avLst/>
          </a:prstGeom>
        </p:spPr>
      </p:pic>
      <p:pic>
        <p:nvPicPr>
          <p:cNvPr id="238" name="Picture 237" descr="A close up of a cup&#10;&#10;AI-generated content may be incorrect.">
            <a:extLst>
              <a:ext uri="{FF2B5EF4-FFF2-40B4-BE49-F238E27FC236}">
                <a16:creationId xmlns:a16="http://schemas.microsoft.com/office/drawing/2014/main" id="{EDF4800B-61AB-39E3-4B06-0FA8BBA1530F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29"/>
          <a:stretch>
            <a:fillRect/>
          </a:stretch>
        </p:blipFill>
        <p:spPr>
          <a:xfrm>
            <a:off x="3887056" y="11675409"/>
            <a:ext cx="590550" cy="1506747"/>
          </a:xfrm>
          <a:prstGeom prst="rect">
            <a:avLst/>
          </a:prstGeom>
        </p:spPr>
      </p:pic>
      <p:pic>
        <p:nvPicPr>
          <p:cNvPr id="239" name="Picture 238" descr="A black circle with a white background&#10;&#10;AI-generated content may be incorrect.">
            <a:extLst>
              <a:ext uri="{FF2B5EF4-FFF2-40B4-BE49-F238E27FC236}">
                <a16:creationId xmlns:a16="http://schemas.microsoft.com/office/drawing/2014/main" id="{0F750AAB-9D92-8FF3-58E1-84BDD66170AD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84" r="25634"/>
          <a:stretch>
            <a:fillRect/>
          </a:stretch>
        </p:blipFill>
        <p:spPr>
          <a:xfrm>
            <a:off x="5341855" y="11660887"/>
            <a:ext cx="722507" cy="1426612"/>
          </a:xfrm>
          <a:prstGeom prst="rect">
            <a:avLst/>
          </a:prstGeom>
        </p:spPr>
      </p:pic>
      <p:pic>
        <p:nvPicPr>
          <p:cNvPr id="240" name="Picture 239" descr="A black insect on a white background&#10;&#10;AI-generated content may be incorrect.">
            <a:extLst>
              <a:ext uri="{FF2B5EF4-FFF2-40B4-BE49-F238E27FC236}">
                <a16:creationId xmlns:a16="http://schemas.microsoft.com/office/drawing/2014/main" id="{3B7A9A98-F021-1B58-510D-A2A5EEF5568B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11" r="22941"/>
          <a:stretch>
            <a:fillRect/>
          </a:stretch>
        </p:blipFill>
        <p:spPr>
          <a:xfrm>
            <a:off x="3068256" y="11660887"/>
            <a:ext cx="836746" cy="1313516"/>
          </a:xfrm>
          <a:prstGeom prst="rect">
            <a:avLst/>
          </a:prstGeom>
        </p:spPr>
      </p:pic>
      <p:pic>
        <p:nvPicPr>
          <p:cNvPr id="241" name="Picture 240" descr="A close up of a cup&#10;&#10;AI-generated content may be incorrect.">
            <a:extLst>
              <a:ext uri="{FF2B5EF4-FFF2-40B4-BE49-F238E27FC236}">
                <a16:creationId xmlns:a16="http://schemas.microsoft.com/office/drawing/2014/main" id="{0EA3D9D2-5919-92B8-C318-E1FFB2C5D5F5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08"/>
          <a:stretch>
            <a:fillRect/>
          </a:stretch>
        </p:blipFill>
        <p:spPr>
          <a:xfrm>
            <a:off x="3875437" y="12886881"/>
            <a:ext cx="590550" cy="295275"/>
          </a:xfrm>
          <a:prstGeom prst="rect">
            <a:avLst/>
          </a:prstGeom>
        </p:spPr>
      </p:pic>
      <p:pic>
        <p:nvPicPr>
          <p:cNvPr id="242" name="Picture 241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A427C9A7-0CB7-7FBE-27F0-8664E675F7D8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58" r="21938" b="26551"/>
          <a:stretch>
            <a:fillRect/>
          </a:stretch>
        </p:blipFill>
        <p:spPr>
          <a:xfrm>
            <a:off x="6163331" y="11761791"/>
            <a:ext cx="1048390" cy="1414054"/>
          </a:xfrm>
          <a:prstGeom prst="rect">
            <a:avLst/>
          </a:prstGeom>
        </p:spPr>
      </p:pic>
      <p:pic>
        <p:nvPicPr>
          <p:cNvPr id="243" name="Picture 242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E9E82381-9CEB-81CE-D329-DCDD03C2763F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193" r="21938"/>
          <a:stretch>
            <a:fillRect/>
          </a:stretch>
        </p:blipFill>
        <p:spPr>
          <a:xfrm>
            <a:off x="6165608" y="12863559"/>
            <a:ext cx="1048390" cy="312286"/>
          </a:xfrm>
          <a:prstGeom prst="rect">
            <a:avLst/>
          </a:prstGeom>
        </p:spPr>
      </p:pic>
      <p:pic>
        <p:nvPicPr>
          <p:cNvPr id="244" name="Picture 243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DF032D17-822A-9273-5D60-2BA00E4580D5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42" b="27561"/>
          <a:stretch>
            <a:fillRect/>
          </a:stretch>
        </p:blipFill>
        <p:spPr>
          <a:xfrm>
            <a:off x="9171007" y="11870285"/>
            <a:ext cx="685800" cy="1142129"/>
          </a:xfrm>
          <a:prstGeom prst="rect">
            <a:avLst/>
          </a:prstGeom>
        </p:spPr>
      </p:pic>
      <p:pic>
        <p:nvPicPr>
          <p:cNvPr id="245" name="Picture 244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43A93A94-4A5D-E1E1-AD6B-9DCD1AC8DA6E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80" r="22784"/>
          <a:stretch>
            <a:fillRect/>
          </a:stretch>
        </p:blipFill>
        <p:spPr>
          <a:xfrm>
            <a:off x="10657315" y="11907105"/>
            <a:ext cx="728124" cy="1277025"/>
          </a:xfrm>
          <a:prstGeom prst="rect">
            <a:avLst/>
          </a:prstGeom>
        </p:spPr>
      </p:pic>
      <p:pic>
        <p:nvPicPr>
          <p:cNvPr id="246" name="Picture 245" descr="A black object on a white background&#10;&#10;AI-generated content may be incorrect.">
            <a:extLst>
              <a:ext uri="{FF2B5EF4-FFF2-40B4-BE49-F238E27FC236}">
                <a16:creationId xmlns:a16="http://schemas.microsoft.com/office/drawing/2014/main" id="{64012155-00E0-DD89-C1E1-190398C9C7ED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23"/>
          <a:stretch>
            <a:fillRect/>
          </a:stretch>
        </p:blipFill>
        <p:spPr>
          <a:xfrm>
            <a:off x="11533089" y="11680830"/>
            <a:ext cx="600075" cy="1501477"/>
          </a:xfrm>
          <a:prstGeom prst="rect">
            <a:avLst/>
          </a:prstGeom>
        </p:spPr>
      </p:pic>
      <p:pic>
        <p:nvPicPr>
          <p:cNvPr id="247" name="Picture 246" descr="A close-up of a black object&#10;&#10;AI-generated content may be incorrect.">
            <a:extLst>
              <a:ext uri="{FF2B5EF4-FFF2-40B4-BE49-F238E27FC236}">
                <a16:creationId xmlns:a16="http://schemas.microsoft.com/office/drawing/2014/main" id="{894513DF-5385-6AD5-C7DB-DA29FD78EB07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314" y="11725045"/>
            <a:ext cx="514350" cy="1295400"/>
          </a:xfrm>
          <a:prstGeom prst="rect">
            <a:avLst/>
          </a:prstGeom>
        </p:spPr>
      </p:pic>
      <p:pic>
        <p:nvPicPr>
          <p:cNvPr id="248" name="Picture 247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A6E3E70F-0B0B-6A21-C4B3-8C98176E0FE9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556"/>
          <a:stretch>
            <a:fillRect/>
          </a:stretch>
        </p:blipFill>
        <p:spPr>
          <a:xfrm>
            <a:off x="9158910" y="12650473"/>
            <a:ext cx="685800" cy="331657"/>
          </a:xfrm>
          <a:prstGeom prst="rect">
            <a:avLst/>
          </a:prstGeom>
        </p:spPr>
      </p:pic>
      <p:sp>
        <p:nvSpPr>
          <p:cNvPr id="249" name="TextBox 248">
            <a:extLst>
              <a:ext uri="{FF2B5EF4-FFF2-40B4-BE49-F238E27FC236}">
                <a16:creationId xmlns:a16="http://schemas.microsoft.com/office/drawing/2014/main" id="{291E4698-D0CD-35E0-AF93-03478D6DE071}"/>
              </a:ext>
            </a:extLst>
          </p:cNvPr>
          <p:cNvSpPr txBox="1"/>
          <p:nvPr/>
        </p:nvSpPr>
        <p:spPr>
          <a:xfrm>
            <a:off x="9146157" y="11635174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like_Copepoda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B8C98538-EAA8-917A-17A2-5E53D3FB94A8}"/>
              </a:ext>
            </a:extLst>
          </p:cNvPr>
          <p:cNvSpPr txBox="1"/>
          <p:nvPr/>
        </p:nvSpPr>
        <p:spPr>
          <a:xfrm>
            <a:off x="6098156" y="11629868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Eucalanidae</a:t>
            </a:r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6C7C1BD2-F5E0-42DA-759C-B6B50989EACA}"/>
              </a:ext>
            </a:extLst>
          </p:cNvPr>
          <p:cNvSpPr txBox="1"/>
          <p:nvPr/>
        </p:nvSpPr>
        <p:spPr>
          <a:xfrm>
            <a:off x="3033588" y="11629559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Copepoda_Maxillopoda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pic>
        <p:nvPicPr>
          <p:cNvPr id="252" name="Picture 251" descr="A black leaf on a white background&#10;&#10;AI-generated content may be incorrect.">
            <a:extLst>
              <a:ext uri="{FF2B5EF4-FFF2-40B4-BE49-F238E27FC236}">
                <a16:creationId xmlns:a16="http://schemas.microsoft.com/office/drawing/2014/main" id="{68EB29A3-9BE6-9CED-A842-95448FCCDC2C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52"/>
          <a:stretch>
            <a:fillRect/>
          </a:stretch>
        </p:blipFill>
        <p:spPr>
          <a:xfrm>
            <a:off x="42027" y="13303400"/>
            <a:ext cx="742950" cy="1025473"/>
          </a:xfrm>
          <a:prstGeom prst="rect">
            <a:avLst/>
          </a:prstGeom>
        </p:spPr>
      </p:pic>
      <p:pic>
        <p:nvPicPr>
          <p:cNvPr id="253" name="Picture 252" descr="A black and white image of a leaf&#10;&#10;AI-generated content may be incorrect.">
            <a:extLst>
              <a:ext uri="{FF2B5EF4-FFF2-40B4-BE49-F238E27FC236}">
                <a16:creationId xmlns:a16="http://schemas.microsoft.com/office/drawing/2014/main" id="{AAD699CB-6B23-4CD1-C3F0-9F0DE1D6A033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405" y="13297024"/>
            <a:ext cx="485775" cy="1038225"/>
          </a:xfrm>
          <a:prstGeom prst="rect">
            <a:avLst/>
          </a:prstGeom>
        </p:spPr>
      </p:pic>
      <p:pic>
        <p:nvPicPr>
          <p:cNvPr id="254" name="Picture 253" descr="A black object with text&#10;&#10;AI-generated content may be incorrect.">
            <a:extLst>
              <a:ext uri="{FF2B5EF4-FFF2-40B4-BE49-F238E27FC236}">
                <a16:creationId xmlns:a16="http://schemas.microsoft.com/office/drawing/2014/main" id="{F3F28C31-EE81-7169-6246-43BE7BE165F1}"/>
              </a:ext>
            </a:extLst>
          </p:cNvPr>
          <p:cNvPicPr>
            <a:picLocks noChangeAspect="1"/>
          </p:cNvPicPr>
          <p:nvPr/>
        </p:nvPicPr>
        <p:blipFill>
          <a:blip r:embed="rId1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376"/>
          <a:stretch>
            <a:fillRect/>
          </a:stretch>
        </p:blipFill>
        <p:spPr>
          <a:xfrm>
            <a:off x="2218418" y="13311311"/>
            <a:ext cx="613067" cy="1009650"/>
          </a:xfrm>
          <a:prstGeom prst="rect">
            <a:avLst/>
          </a:prstGeom>
        </p:spPr>
      </p:pic>
      <p:pic>
        <p:nvPicPr>
          <p:cNvPr id="255" name="Picture 254" descr="A black object on a white background&#10;&#10;AI-generated content may be incorrect.">
            <a:extLst>
              <a:ext uri="{FF2B5EF4-FFF2-40B4-BE49-F238E27FC236}">
                <a16:creationId xmlns:a16="http://schemas.microsoft.com/office/drawing/2014/main" id="{AD914E4D-3C25-DF74-C6F4-D17468BD2B7F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530"/>
          <a:stretch>
            <a:fillRect/>
          </a:stretch>
        </p:blipFill>
        <p:spPr>
          <a:xfrm>
            <a:off x="853216" y="13425611"/>
            <a:ext cx="742950" cy="781050"/>
          </a:xfrm>
          <a:prstGeom prst="rect">
            <a:avLst/>
          </a:prstGeom>
        </p:spPr>
      </p:pic>
      <p:sp>
        <p:nvSpPr>
          <p:cNvPr id="256" name="TextBox 255">
            <a:extLst>
              <a:ext uri="{FF2B5EF4-FFF2-40B4-BE49-F238E27FC236}">
                <a16:creationId xmlns:a16="http://schemas.microsoft.com/office/drawing/2014/main" id="{9C416BD1-6283-A166-9951-545F00368154}"/>
              </a:ext>
            </a:extLst>
          </p:cNvPr>
          <p:cNvSpPr txBox="1"/>
          <p:nvPr/>
        </p:nvSpPr>
        <p:spPr>
          <a:xfrm>
            <a:off x="339" y="13258876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EC7727"/>
                </a:solidFill>
              </a:rPr>
              <a:t>Ostracoda</a:t>
            </a: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63C4B83A-0263-6D08-8461-F33E2F2FCD7B}"/>
              </a:ext>
            </a:extLst>
          </p:cNvPr>
          <p:cNvSpPr/>
          <p:nvPr/>
        </p:nvSpPr>
        <p:spPr>
          <a:xfrm>
            <a:off x="3048000" y="10267784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07091379-E9DB-BFB6-AB5B-B4207358CFAC}"/>
              </a:ext>
            </a:extLst>
          </p:cNvPr>
          <p:cNvSpPr txBox="1"/>
          <p:nvPr/>
        </p:nvSpPr>
        <p:spPr>
          <a:xfrm>
            <a:off x="7021" y="14404585"/>
            <a:ext cx="1220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6C2A9D"/>
                </a:solidFill>
              </a:rPr>
              <a:t>h: Gelatinous</a:t>
            </a:r>
          </a:p>
        </p:txBody>
      </p:sp>
      <p:pic>
        <p:nvPicPr>
          <p:cNvPr id="259" name="Picture 258">
            <a:extLst>
              <a:ext uri="{FF2B5EF4-FFF2-40B4-BE49-F238E27FC236}">
                <a16:creationId xmlns:a16="http://schemas.microsoft.com/office/drawing/2014/main" id="{38346969-9773-2849-9510-25A710082AE8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79" t="28851" r="8749" b="30261"/>
          <a:stretch>
            <a:fillRect/>
          </a:stretch>
        </p:blipFill>
        <p:spPr>
          <a:xfrm>
            <a:off x="2106257" y="15139161"/>
            <a:ext cx="929494" cy="1288563"/>
          </a:xfrm>
          <a:prstGeom prst="rect">
            <a:avLst/>
          </a:prstGeom>
        </p:spPr>
      </p:pic>
      <p:sp>
        <p:nvSpPr>
          <p:cNvPr id="260" name="Rectangle 259">
            <a:extLst>
              <a:ext uri="{FF2B5EF4-FFF2-40B4-BE49-F238E27FC236}">
                <a16:creationId xmlns:a16="http://schemas.microsoft.com/office/drawing/2014/main" id="{6ED5C9D0-51EF-6CDD-9DAC-6EBAFAF39BBC}"/>
              </a:ext>
            </a:extLst>
          </p:cNvPr>
          <p:cNvSpPr/>
          <p:nvPr/>
        </p:nvSpPr>
        <p:spPr>
          <a:xfrm>
            <a:off x="3048000" y="16542206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B034B37E-0B29-7E09-485C-2F80CB997A9F}"/>
              </a:ext>
            </a:extLst>
          </p:cNvPr>
          <p:cNvSpPr/>
          <p:nvPr/>
        </p:nvSpPr>
        <p:spPr>
          <a:xfrm>
            <a:off x="0" y="14784656"/>
            <a:ext cx="3048000" cy="1758766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6D5AB7C5-5217-4970-4D74-A47641468517}"/>
              </a:ext>
            </a:extLst>
          </p:cNvPr>
          <p:cNvSpPr/>
          <p:nvPr/>
        </p:nvSpPr>
        <p:spPr>
          <a:xfrm>
            <a:off x="3048000" y="14784656"/>
            <a:ext cx="3048000" cy="1758766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E73B9422-A37D-C3B0-2402-2531111159C3}"/>
              </a:ext>
            </a:extLst>
          </p:cNvPr>
          <p:cNvSpPr/>
          <p:nvPr/>
        </p:nvSpPr>
        <p:spPr>
          <a:xfrm>
            <a:off x="0" y="16542206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DC4FCCBA-8AA3-A514-954B-6B7771A30D1D}"/>
              </a:ext>
            </a:extLst>
          </p:cNvPr>
          <p:cNvSpPr/>
          <p:nvPr/>
        </p:nvSpPr>
        <p:spPr>
          <a:xfrm>
            <a:off x="6096000" y="14784656"/>
            <a:ext cx="3048000" cy="1758766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95B402A7-0066-4C5C-E754-5DE4A00BF40B}"/>
              </a:ext>
            </a:extLst>
          </p:cNvPr>
          <p:cNvSpPr/>
          <p:nvPr/>
        </p:nvSpPr>
        <p:spPr>
          <a:xfrm>
            <a:off x="9144000" y="14784656"/>
            <a:ext cx="3048000" cy="1758766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6A283CC3-55EB-A06C-2FF2-69FACE7C4B06}"/>
              </a:ext>
            </a:extLst>
          </p:cNvPr>
          <p:cNvSpPr/>
          <p:nvPr/>
        </p:nvSpPr>
        <p:spPr>
          <a:xfrm>
            <a:off x="6096000" y="16542206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CE1B6472-1659-6AEE-9FE0-F7895E3AA46A}"/>
              </a:ext>
            </a:extLst>
          </p:cNvPr>
          <p:cNvSpPr/>
          <p:nvPr/>
        </p:nvSpPr>
        <p:spPr>
          <a:xfrm>
            <a:off x="9144000" y="16542206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1BB8E125-E27E-6670-F9AC-2A631432AEB3}"/>
              </a:ext>
            </a:extLst>
          </p:cNvPr>
          <p:cNvSpPr/>
          <p:nvPr/>
        </p:nvSpPr>
        <p:spPr>
          <a:xfrm>
            <a:off x="333" y="17785993"/>
            <a:ext cx="3048000" cy="190970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A6763F5B-7443-9D3A-6FC4-D41795A14800}"/>
              </a:ext>
            </a:extLst>
          </p:cNvPr>
          <p:cNvSpPr/>
          <p:nvPr/>
        </p:nvSpPr>
        <p:spPr>
          <a:xfrm>
            <a:off x="3048333" y="17785993"/>
            <a:ext cx="3048000" cy="190970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3F8C5590-5365-342C-9E9E-D032F7DFBDE1}"/>
              </a:ext>
            </a:extLst>
          </p:cNvPr>
          <p:cNvSpPr/>
          <p:nvPr/>
        </p:nvSpPr>
        <p:spPr>
          <a:xfrm>
            <a:off x="6096333" y="17785993"/>
            <a:ext cx="3048000" cy="190970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6CF463AE-F2B6-77FB-0903-F5E561E076FB}"/>
              </a:ext>
            </a:extLst>
          </p:cNvPr>
          <p:cNvSpPr txBox="1"/>
          <p:nvPr/>
        </p:nvSpPr>
        <p:spPr>
          <a:xfrm>
            <a:off x="3038502" y="1478465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Doliolida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10F4D3AA-6669-10FF-FE46-31D74435A220}"/>
              </a:ext>
            </a:extLst>
          </p:cNvPr>
          <p:cNvSpPr txBox="1"/>
          <p:nvPr/>
        </p:nvSpPr>
        <p:spPr>
          <a:xfrm>
            <a:off x="3033588" y="1654712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Siphonophorae</a:t>
            </a:r>
            <a:endParaRPr lang="en-US" sz="1200" b="1" dirty="0">
              <a:solidFill>
                <a:srgbClr val="6C2A9D"/>
              </a:solidFill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FA307F58-2308-62A7-32C0-8F4E942B1DC0}"/>
              </a:ext>
            </a:extLst>
          </p:cNvPr>
          <p:cNvSpPr txBox="1"/>
          <p:nvPr/>
        </p:nvSpPr>
        <p:spPr>
          <a:xfrm>
            <a:off x="6103070" y="14784964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Salpida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866C8629-18C8-50FC-B3A9-6164199C3F8B}"/>
              </a:ext>
            </a:extLst>
          </p:cNvPr>
          <p:cNvSpPr txBox="1"/>
          <p:nvPr/>
        </p:nvSpPr>
        <p:spPr>
          <a:xfrm>
            <a:off x="3048340" y="17810581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Ctenophora_Metazoa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1B3D67F6-2495-03BA-93FB-691697C76E66}"/>
              </a:ext>
            </a:extLst>
          </p:cNvPr>
          <p:cNvSpPr txBox="1"/>
          <p:nvPr/>
        </p:nvSpPr>
        <p:spPr>
          <a:xfrm>
            <a:off x="6112908" y="17810890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6C2A9D"/>
                </a:solidFill>
              </a:rPr>
              <a:t>t005</a:t>
            </a:r>
          </a:p>
        </p:txBody>
      </p:sp>
      <p:pic>
        <p:nvPicPr>
          <p:cNvPr id="276" name="Picture 275">
            <a:extLst>
              <a:ext uri="{FF2B5EF4-FFF2-40B4-BE49-F238E27FC236}">
                <a16:creationId xmlns:a16="http://schemas.microsoft.com/office/drawing/2014/main" id="{15EE8A4D-396C-FE66-A85A-AF01BDAEE25D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53" t="27658" r="28700" b="27225"/>
          <a:stretch>
            <a:fillRect/>
          </a:stretch>
        </p:blipFill>
        <p:spPr>
          <a:xfrm>
            <a:off x="1203655" y="14959139"/>
            <a:ext cx="911967" cy="1405134"/>
          </a:xfrm>
          <a:prstGeom prst="rect">
            <a:avLst/>
          </a:prstGeom>
        </p:spPr>
      </p:pic>
      <p:pic>
        <p:nvPicPr>
          <p:cNvPr id="277" name="Picture 276">
            <a:extLst>
              <a:ext uri="{FF2B5EF4-FFF2-40B4-BE49-F238E27FC236}">
                <a16:creationId xmlns:a16="http://schemas.microsoft.com/office/drawing/2014/main" id="{1F9534C9-460A-87E3-CAEE-C94EB5082BD4}"/>
              </a:ext>
            </a:extLst>
          </p:cNvPr>
          <p:cNvPicPr>
            <a:picLocks noChangeAspect="1"/>
          </p:cNvPicPr>
          <p:nvPr/>
        </p:nvPicPr>
        <p:blipFill>
          <a:blip r:embed="rId1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52" r="10064" b="24266"/>
          <a:stretch>
            <a:fillRect/>
          </a:stretch>
        </p:blipFill>
        <p:spPr>
          <a:xfrm>
            <a:off x="35140" y="14813254"/>
            <a:ext cx="1162853" cy="1697239"/>
          </a:xfrm>
          <a:prstGeom prst="rect">
            <a:avLst/>
          </a:prstGeom>
        </p:spPr>
      </p:pic>
      <p:pic>
        <p:nvPicPr>
          <p:cNvPr id="278" name="Picture 277">
            <a:extLst>
              <a:ext uri="{FF2B5EF4-FFF2-40B4-BE49-F238E27FC236}">
                <a16:creationId xmlns:a16="http://schemas.microsoft.com/office/drawing/2014/main" id="{D27D96B3-9AC0-3B6A-B37A-D260D67FE020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9" r="58052" b="36"/>
          <a:stretch>
            <a:fillRect/>
          </a:stretch>
        </p:blipFill>
        <p:spPr>
          <a:xfrm>
            <a:off x="1201845" y="16171960"/>
            <a:ext cx="911967" cy="306625"/>
          </a:xfrm>
          <a:prstGeom prst="rect">
            <a:avLst/>
          </a:prstGeom>
        </p:spPr>
      </p:pic>
      <p:pic>
        <p:nvPicPr>
          <p:cNvPr id="279" name="Picture 278">
            <a:extLst>
              <a:ext uri="{FF2B5EF4-FFF2-40B4-BE49-F238E27FC236}">
                <a16:creationId xmlns:a16="http://schemas.microsoft.com/office/drawing/2014/main" id="{5A38D146-899D-7F31-BFBD-A49CA35FA3A3}"/>
              </a:ext>
            </a:extLst>
          </p:cNvPr>
          <p:cNvPicPr>
            <a:picLocks noChangeAspect="1"/>
          </p:cNvPicPr>
          <p:nvPr/>
        </p:nvPicPr>
        <p:blipFill>
          <a:blip r:embed="rId1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480" r="38816" b="-306"/>
          <a:stretch>
            <a:fillRect/>
          </a:stretch>
        </p:blipFill>
        <p:spPr>
          <a:xfrm>
            <a:off x="11655" y="16364272"/>
            <a:ext cx="1162851" cy="152992"/>
          </a:xfrm>
          <a:prstGeom prst="rect">
            <a:avLst/>
          </a:prstGeom>
        </p:spPr>
      </p:pic>
      <p:pic>
        <p:nvPicPr>
          <p:cNvPr id="280" name="Picture 279">
            <a:extLst>
              <a:ext uri="{FF2B5EF4-FFF2-40B4-BE49-F238E27FC236}">
                <a16:creationId xmlns:a16="http://schemas.microsoft.com/office/drawing/2014/main" id="{7557733F-EF34-C369-6881-867E7A74178E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41" r="49529" b="-168"/>
          <a:stretch>
            <a:fillRect/>
          </a:stretch>
        </p:blipFill>
        <p:spPr>
          <a:xfrm>
            <a:off x="2116262" y="16233251"/>
            <a:ext cx="929491" cy="180491"/>
          </a:xfrm>
          <a:prstGeom prst="rect">
            <a:avLst/>
          </a:prstGeom>
        </p:spPr>
      </p:pic>
      <p:sp>
        <p:nvSpPr>
          <p:cNvPr id="281" name="TextBox 280">
            <a:extLst>
              <a:ext uri="{FF2B5EF4-FFF2-40B4-BE49-F238E27FC236}">
                <a16:creationId xmlns:a16="http://schemas.microsoft.com/office/drawing/2014/main" id="{B58AD03F-F4DA-77C9-F2F1-915A5CEB7CED}"/>
              </a:ext>
            </a:extLst>
          </p:cNvPr>
          <p:cNvSpPr txBox="1"/>
          <p:nvPr/>
        </p:nvSpPr>
        <p:spPr>
          <a:xfrm>
            <a:off x="-9499" y="1477934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6C2A9D"/>
                </a:solidFill>
              </a:rPr>
              <a:t>house</a:t>
            </a:r>
          </a:p>
        </p:txBody>
      </p:sp>
      <p:pic>
        <p:nvPicPr>
          <p:cNvPr id="282" name="Picture 281">
            <a:extLst>
              <a:ext uri="{FF2B5EF4-FFF2-40B4-BE49-F238E27FC236}">
                <a16:creationId xmlns:a16="http://schemas.microsoft.com/office/drawing/2014/main" id="{A0C04D65-7061-912C-EE7D-D732A498249B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66" b="34246"/>
          <a:stretch>
            <a:fillRect/>
          </a:stretch>
        </p:blipFill>
        <p:spPr>
          <a:xfrm rot="5400000">
            <a:off x="4125405" y="14638645"/>
            <a:ext cx="914400" cy="1650153"/>
          </a:xfrm>
          <a:prstGeom prst="rect">
            <a:avLst/>
          </a:prstGeom>
        </p:spPr>
      </p:pic>
      <p:pic>
        <p:nvPicPr>
          <p:cNvPr id="283" name="Picture 282">
            <a:extLst>
              <a:ext uri="{FF2B5EF4-FFF2-40B4-BE49-F238E27FC236}">
                <a16:creationId xmlns:a16="http://schemas.microsoft.com/office/drawing/2014/main" id="{06FCFC1B-2D20-05E8-E7B9-7E23DC0A358F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230"/>
          <a:stretch>
            <a:fillRect/>
          </a:stretch>
        </p:blipFill>
        <p:spPr>
          <a:xfrm>
            <a:off x="3758542" y="15956505"/>
            <a:ext cx="914400" cy="375045"/>
          </a:xfrm>
          <a:prstGeom prst="rect">
            <a:avLst/>
          </a:prstGeom>
        </p:spPr>
      </p:pic>
      <p:pic>
        <p:nvPicPr>
          <p:cNvPr id="284" name="Picture 283">
            <a:extLst>
              <a:ext uri="{FF2B5EF4-FFF2-40B4-BE49-F238E27FC236}">
                <a16:creationId xmlns:a16="http://schemas.microsoft.com/office/drawing/2014/main" id="{2D8471DB-1B76-5103-D062-19EE2C0624B4}"/>
              </a:ext>
            </a:extLst>
          </p:cNvPr>
          <p:cNvPicPr>
            <a:picLocks noChangeAspect="1"/>
          </p:cNvPicPr>
          <p:nvPr/>
        </p:nvPicPr>
        <p:blipFill>
          <a:blip r:embed="rId1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22" r="29061"/>
          <a:stretch>
            <a:fillRect/>
          </a:stretch>
        </p:blipFill>
        <p:spPr>
          <a:xfrm>
            <a:off x="7946007" y="15115805"/>
            <a:ext cx="1170397" cy="1275696"/>
          </a:xfrm>
          <a:prstGeom prst="rect">
            <a:avLst/>
          </a:prstGeom>
        </p:spPr>
      </p:pic>
      <p:pic>
        <p:nvPicPr>
          <p:cNvPr id="285" name="Picture 284">
            <a:extLst>
              <a:ext uri="{FF2B5EF4-FFF2-40B4-BE49-F238E27FC236}">
                <a16:creationId xmlns:a16="http://schemas.microsoft.com/office/drawing/2014/main" id="{06CA700C-0EA6-B25E-6C52-67014D2DF454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2998" y="15221914"/>
            <a:ext cx="828684" cy="1063478"/>
          </a:xfrm>
          <a:prstGeom prst="rect">
            <a:avLst/>
          </a:prstGeom>
        </p:spPr>
      </p:pic>
      <p:pic>
        <p:nvPicPr>
          <p:cNvPr id="286" name="Picture 285">
            <a:extLst>
              <a:ext uri="{FF2B5EF4-FFF2-40B4-BE49-F238E27FC236}">
                <a16:creationId xmlns:a16="http://schemas.microsoft.com/office/drawing/2014/main" id="{8B252895-2A0F-BCB4-5E53-A1DA54AFA171}"/>
              </a:ext>
            </a:extLst>
          </p:cNvPr>
          <p:cNvPicPr>
            <a:picLocks noChangeAspect="1"/>
          </p:cNvPicPr>
          <p:nvPr/>
        </p:nvPicPr>
        <p:blipFill>
          <a:blip r:embed="rId1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71" t="12323" r="20824" b="27051"/>
          <a:stretch>
            <a:fillRect/>
          </a:stretch>
        </p:blipFill>
        <p:spPr>
          <a:xfrm>
            <a:off x="6993531" y="15030321"/>
            <a:ext cx="890626" cy="1446665"/>
          </a:xfrm>
          <a:prstGeom prst="rect">
            <a:avLst/>
          </a:prstGeom>
        </p:spPr>
      </p:pic>
      <p:pic>
        <p:nvPicPr>
          <p:cNvPr id="287" name="Picture 286">
            <a:extLst>
              <a:ext uri="{FF2B5EF4-FFF2-40B4-BE49-F238E27FC236}">
                <a16:creationId xmlns:a16="http://schemas.microsoft.com/office/drawing/2014/main" id="{C0747EFF-909B-458B-8700-7FAA3FB14C5D}"/>
              </a:ext>
            </a:extLst>
          </p:cNvPr>
          <p:cNvPicPr>
            <a:picLocks noChangeAspect="1"/>
          </p:cNvPicPr>
          <p:nvPr/>
        </p:nvPicPr>
        <p:blipFill>
          <a:blip r:embed="rId1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791" r="49941" b="-623"/>
          <a:stretch>
            <a:fillRect/>
          </a:stretch>
        </p:blipFill>
        <p:spPr>
          <a:xfrm>
            <a:off x="7044657" y="16213424"/>
            <a:ext cx="888031" cy="282335"/>
          </a:xfrm>
          <a:prstGeom prst="rect">
            <a:avLst/>
          </a:prstGeom>
        </p:spPr>
      </p:pic>
      <p:pic>
        <p:nvPicPr>
          <p:cNvPr id="288" name="Picture 287">
            <a:extLst>
              <a:ext uri="{FF2B5EF4-FFF2-40B4-BE49-F238E27FC236}">
                <a16:creationId xmlns:a16="http://schemas.microsoft.com/office/drawing/2014/main" id="{FC302F14-83D5-FD65-D742-E719669664C8}"/>
              </a:ext>
            </a:extLst>
          </p:cNvPr>
          <p:cNvPicPr>
            <a:picLocks noChangeAspect="1"/>
          </p:cNvPicPr>
          <p:nvPr/>
        </p:nvPicPr>
        <p:blipFill>
          <a:blip r:embed="rId1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99" t="29748" r="29082" b="29930"/>
          <a:stretch>
            <a:fillRect/>
          </a:stretch>
        </p:blipFill>
        <p:spPr>
          <a:xfrm>
            <a:off x="9186683" y="15076588"/>
            <a:ext cx="829774" cy="1434409"/>
          </a:xfrm>
          <a:prstGeom prst="rect">
            <a:avLst/>
          </a:prstGeom>
        </p:spPr>
      </p:pic>
      <p:pic>
        <p:nvPicPr>
          <p:cNvPr id="289" name="Picture 288">
            <a:extLst>
              <a:ext uri="{FF2B5EF4-FFF2-40B4-BE49-F238E27FC236}">
                <a16:creationId xmlns:a16="http://schemas.microsoft.com/office/drawing/2014/main" id="{E13FF121-84A1-AA54-99FA-9DA1A01C4EAC}"/>
              </a:ext>
            </a:extLst>
          </p:cNvPr>
          <p:cNvPicPr>
            <a:picLocks noChangeAspect="1"/>
          </p:cNvPicPr>
          <p:nvPr/>
        </p:nvPicPr>
        <p:blipFill>
          <a:blip r:embed="rId1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86" t="30037" r="37061" b="29905"/>
          <a:stretch>
            <a:fillRect/>
          </a:stretch>
        </p:blipFill>
        <p:spPr>
          <a:xfrm>
            <a:off x="10781342" y="15049807"/>
            <a:ext cx="1397286" cy="1348798"/>
          </a:xfrm>
          <a:prstGeom prst="rect">
            <a:avLst/>
          </a:prstGeom>
        </p:spPr>
      </p:pic>
      <p:pic>
        <p:nvPicPr>
          <p:cNvPr id="290" name="Picture 289">
            <a:extLst>
              <a:ext uri="{FF2B5EF4-FFF2-40B4-BE49-F238E27FC236}">
                <a16:creationId xmlns:a16="http://schemas.microsoft.com/office/drawing/2014/main" id="{A0FF2D12-CA51-0BEC-A351-3653C8C02EE8}"/>
              </a:ext>
            </a:extLst>
          </p:cNvPr>
          <p:cNvPicPr>
            <a:picLocks noChangeAspect="1"/>
          </p:cNvPicPr>
          <p:nvPr/>
        </p:nvPicPr>
        <p:blipFill>
          <a:blip r:embed="rId1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6" t="19533" r="35662" b="26201"/>
          <a:stretch>
            <a:fillRect/>
          </a:stretch>
        </p:blipFill>
        <p:spPr>
          <a:xfrm>
            <a:off x="9991174" y="15287667"/>
            <a:ext cx="815451" cy="921225"/>
          </a:xfrm>
          <a:prstGeom prst="rect">
            <a:avLst/>
          </a:prstGeom>
        </p:spPr>
      </p:pic>
      <p:pic>
        <p:nvPicPr>
          <p:cNvPr id="291" name="Picture 290">
            <a:extLst>
              <a:ext uri="{FF2B5EF4-FFF2-40B4-BE49-F238E27FC236}">
                <a16:creationId xmlns:a16="http://schemas.microsoft.com/office/drawing/2014/main" id="{B76B81BF-A4D2-B704-B660-512259F0A3AB}"/>
              </a:ext>
            </a:extLst>
          </p:cNvPr>
          <p:cNvPicPr>
            <a:picLocks noChangeAspect="1"/>
          </p:cNvPicPr>
          <p:nvPr/>
        </p:nvPicPr>
        <p:blipFill>
          <a:blip r:embed="rId1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12" r="61236"/>
          <a:stretch>
            <a:fillRect/>
          </a:stretch>
        </p:blipFill>
        <p:spPr>
          <a:xfrm>
            <a:off x="9188841" y="16301544"/>
            <a:ext cx="828588" cy="209453"/>
          </a:xfrm>
          <a:prstGeom prst="rect">
            <a:avLst/>
          </a:prstGeom>
        </p:spPr>
      </p:pic>
      <p:pic>
        <p:nvPicPr>
          <p:cNvPr id="292" name="Picture 291">
            <a:extLst>
              <a:ext uri="{FF2B5EF4-FFF2-40B4-BE49-F238E27FC236}">
                <a16:creationId xmlns:a16="http://schemas.microsoft.com/office/drawing/2014/main" id="{558C1CEE-BB7F-1499-0A32-68B5761E2815}"/>
              </a:ext>
            </a:extLst>
          </p:cNvPr>
          <p:cNvPicPr>
            <a:picLocks noChangeAspect="1"/>
          </p:cNvPicPr>
          <p:nvPr/>
        </p:nvPicPr>
        <p:blipFill>
          <a:blip r:embed="rId1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820" r="49393"/>
          <a:stretch>
            <a:fillRect/>
          </a:stretch>
        </p:blipFill>
        <p:spPr>
          <a:xfrm>
            <a:off x="10005849" y="15951187"/>
            <a:ext cx="796041" cy="257705"/>
          </a:xfrm>
          <a:prstGeom prst="rect">
            <a:avLst/>
          </a:prstGeom>
        </p:spPr>
      </p:pic>
      <p:sp>
        <p:nvSpPr>
          <p:cNvPr id="293" name="TextBox 292">
            <a:extLst>
              <a:ext uri="{FF2B5EF4-FFF2-40B4-BE49-F238E27FC236}">
                <a16:creationId xmlns:a16="http://schemas.microsoft.com/office/drawing/2014/main" id="{177BF365-13E5-279B-5DC5-06A64FBFCC80}"/>
              </a:ext>
            </a:extLst>
          </p:cNvPr>
          <p:cNvSpPr txBox="1"/>
          <p:nvPr/>
        </p:nvSpPr>
        <p:spPr>
          <a:xfrm>
            <a:off x="9151071" y="1479027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Cnidaria_Metazoa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pic>
        <p:nvPicPr>
          <p:cNvPr id="294" name="Picture 293">
            <a:extLst>
              <a:ext uri="{FF2B5EF4-FFF2-40B4-BE49-F238E27FC236}">
                <a16:creationId xmlns:a16="http://schemas.microsoft.com/office/drawing/2014/main" id="{F5347001-CCCB-1550-6AA7-AAB6D2A935B4}"/>
              </a:ext>
            </a:extLst>
          </p:cNvPr>
          <p:cNvPicPr>
            <a:picLocks noChangeAspect="1"/>
          </p:cNvPicPr>
          <p:nvPr/>
        </p:nvPicPr>
        <p:blipFill>
          <a:blip r:embed="rId1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254" r="53848" b="-221"/>
          <a:stretch>
            <a:fillRect/>
          </a:stretch>
        </p:blipFill>
        <p:spPr>
          <a:xfrm>
            <a:off x="10783923" y="16280202"/>
            <a:ext cx="1397286" cy="133540"/>
          </a:xfrm>
          <a:prstGeom prst="rect">
            <a:avLst/>
          </a:prstGeom>
        </p:spPr>
      </p:pic>
      <p:pic>
        <p:nvPicPr>
          <p:cNvPr id="295" name="Picture 294">
            <a:extLst>
              <a:ext uri="{FF2B5EF4-FFF2-40B4-BE49-F238E27FC236}">
                <a16:creationId xmlns:a16="http://schemas.microsoft.com/office/drawing/2014/main" id="{58190B7B-775B-6214-0B02-BBF5A4608EA7}"/>
              </a:ext>
            </a:extLst>
          </p:cNvPr>
          <p:cNvPicPr>
            <a:picLocks noChangeAspect="1"/>
          </p:cNvPicPr>
          <p:nvPr/>
        </p:nvPicPr>
        <p:blipFill>
          <a:blip r:embed="rId1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35" y="16683964"/>
            <a:ext cx="485775" cy="981075"/>
          </a:xfrm>
          <a:prstGeom prst="rect">
            <a:avLst/>
          </a:prstGeom>
        </p:spPr>
      </p:pic>
      <p:pic>
        <p:nvPicPr>
          <p:cNvPr id="296" name="Picture 295">
            <a:extLst>
              <a:ext uri="{FF2B5EF4-FFF2-40B4-BE49-F238E27FC236}">
                <a16:creationId xmlns:a16="http://schemas.microsoft.com/office/drawing/2014/main" id="{21A999FB-B2C7-9816-A539-836F54C848EC}"/>
              </a:ext>
            </a:extLst>
          </p:cNvPr>
          <p:cNvPicPr>
            <a:picLocks noChangeAspect="1"/>
          </p:cNvPicPr>
          <p:nvPr/>
        </p:nvPicPr>
        <p:blipFill>
          <a:blip r:embed="rId1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2" y="16641101"/>
            <a:ext cx="800100" cy="1066800"/>
          </a:xfrm>
          <a:prstGeom prst="rect">
            <a:avLst/>
          </a:prstGeom>
        </p:spPr>
      </p:pic>
      <p:pic>
        <p:nvPicPr>
          <p:cNvPr id="297" name="Picture 296">
            <a:extLst>
              <a:ext uri="{FF2B5EF4-FFF2-40B4-BE49-F238E27FC236}">
                <a16:creationId xmlns:a16="http://schemas.microsoft.com/office/drawing/2014/main" id="{2F180324-CFA3-9667-F5DE-92926DCA9103}"/>
              </a:ext>
            </a:extLst>
          </p:cNvPr>
          <p:cNvPicPr>
            <a:picLocks noChangeAspect="1"/>
          </p:cNvPicPr>
          <p:nvPr/>
        </p:nvPicPr>
        <p:blipFill>
          <a:blip r:embed="rId1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206" y="16626814"/>
            <a:ext cx="638175" cy="1095375"/>
          </a:xfrm>
          <a:prstGeom prst="rect">
            <a:avLst/>
          </a:prstGeom>
        </p:spPr>
      </p:pic>
      <p:pic>
        <p:nvPicPr>
          <p:cNvPr id="298" name="Picture 297">
            <a:extLst>
              <a:ext uri="{FF2B5EF4-FFF2-40B4-BE49-F238E27FC236}">
                <a16:creationId xmlns:a16="http://schemas.microsoft.com/office/drawing/2014/main" id="{6BBDD727-91CA-66A2-5E26-1954DA9EE814}"/>
              </a:ext>
            </a:extLst>
          </p:cNvPr>
          <p:cNvPicPr>
            <a:picLocks noChangeAspect="1"/>
          </p:cNvPicPr>
          <p:nvPr/>
        </p:nvPicPr>
        <p:blipFill>
          <a:blip r:embed="rId1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433" y="16726826"/>
            <a:ext cx="628650" cy="895350"/>
          </a:xfrm>
          <a:prstGeom prst="rect">
            <a:avLst/>
          </a:prstGeom>
        </p:spPr>
      </p:pic>
      <p:sp>
        <p:nvSpPr>
          <p:cNvPr id="299" name="TextBox 298">
            <a:extLst>
              <a:ext uri="{FF2B5EF4-FFF2-40B4-BE49-F238E27FC236}">
                <a16:creationId xmlns:a16="http://schemas.microsoft.com/office/drawing/2014/main" id="{0A1F3681-6BDB-6387-6236-D3062E77E39F}"/>
              </a:ext>
            </a:extLst>
          </p:cNvPr>
          <p:cNvSpPr txBox="1"/>
          <p:nvPr/>
        </p:nvSpPr>
        <p:spPr>
          <a:xfrm>
            <a:off x="-14413" y="16541820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6C2A9D"/>
                </a:solidFill>
              </a:rPr>
              <a:t>Hydrozoa</a:t>
            </a:r>
          </a:p>
        </p:txBody>
      </p:sp>
      <p:pic>
        <p:nvPicPr>
          <p:cNvPr id="300" name="Picture 299">
            <a:extLst>
              <a:ext uri="{FF2B5EF4-FFF2-40B4-BE49-F238E27FC236}">
                <a16:creationId xmlns:a16="http://schemas.microsoft.com/office/drawing/2014/main" id="{0495BF4F-4213-142F-2358-B7263A7BD988}"/>
              </a:ext>
            </a:extLst>
          </p:cNvPr>
          <p:cNvPicPr>
            <a:picLocks noChangeAspect="1"/>
          </p:cNvPicPr>
          <p:nvPr/>
        </p:nvPicPr>
        <p:blipFill>
          <a:blip r:embed="rId1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435"/>
          <a:stretch>
            <a:fillRect/>
          </a:stretch>
        </p:blipFill>
        <p:spPr>
          <a:xfrm rot="5400000">
            <a:off x="4201275" y="15760258"/>
            <a:ext cx="750766" cy="2974647"/>
          </a:xfrm>
          <a:prstGeom prst="rect">
            <a:avLst/>
          </a:prstGeom>
        </p:spPr>
      </p:pic>
      <p:pic>
        <p:nvPicPr>
          <p:cNvPr id="301" name="Picture 300">
            <a:extLst>
              <a:ext uri="{FF2B5EF4-FFF2-40B4-BE49-F238E27FC236}">
                <a16:creationId xmlns:a16="http://schemas.microsoft.com/office/drawing/2014/main" id="{08860FB2-1FC7-73A9-628B-DE48FAA31CDE}"/>
              </a:ext>
            </a:extLst>
          </p:cNvPr>
          <p:cNvPicPr>
            <a:picLocks noChangeAspect="1"/>
          </p:cNvPicPr>
          <p:nvPr/>
        </p:nvPicPr>
        <p:blipFill>
          <a:blip r:embed="rId1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778"/>
          <a:stretch>
            <a:fillRect/>
          </a:stretch>
        </p:blipFill>
        <p:spPr>
          <a:xfrm>
            <a:off x="3136072" y="17631384"/>
            <a:ext cx="750769" cy="85224"/>
          </a:xfrm>
          <a:prstGeom prst="rect">
            <a:avLst/>
          </a:prstGeom>
        </p:spPr>
      </p:pic>
      <p:pic>
        <p:nvPicPr>
          <p:cNvPr id="302" name="Picture 301">
            <a:extLst>
              <a:ext uri="{FF2B5EF4-FFF2-40B4-BE49-F238E27FC236}">
                <a16:creationId xmlns:a16="http://schemas.microsoft.com/office/drawing/2014/main" id="{EF814D98-242C-10C3-FA6E-371163301BA3}"/>
              </a:ext>
            </a:extLst>
          </p:cNvPr>
          <p:cNvPicPr>
            <a:picLocks noChangeAspect="1"/>
          </p:cNvPicPr>
          <p:nvPr/>
        </p:nvPicPr>
        <p:blipFill>
          <a:blip r:embed="rId1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781" r="24014"/>
          <a:stretch>
            <a:fillRect/>
          </a:stretch>
        </p:blipFill>
        <p:spPr>
          <a:xfrm>
            <a:off x="6137334" y="16626814"/>
            <a:ext cx="643610" cy="1148022"/>
          </a:xfrm>
          <a:prstGeom prst="rect">
            <a:avLst/>
          </a:prstGeom>
        </p:spPr>
      </p:pic>
      <p:pic>
        <p:nvPicPr>
          <p:cNvPr id="303" name="Picture 302">
            <a:extLst>
              <a:ext uri="{FF2B5EF4-FFF2-40B4-BE49-F238E27FC236}">
                <a16:creationId xmlns:a16="http://schemas.microsoft.com/office/drawing/2014/main" id="{25C060C1-8A54-86BF-2C65-0F99B583406D}"/>
              </a:ext>
            </a:extLst>
          </p:cNvPr>
          <p:cNvPicPr>
            <a:picLocks noChangeAspect="1"/>
          </p:cNvPicPr>
          <p:nvPr/>
        </p:nvPicPr>
        <p:blipFill>
          <a:blip r:embed="rId1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25" r="29191" b="29897"/>
          <a:stretch>
            <a:fillRect/>
          </a:stretch>
        </p:blipFill>
        <p:spPr>
          <a:xfrm>
            <a:off x="8100118" y="16560725"/>
            <a:ext cx="1002026" cy="1201373"/>
          </a:xfrm>
          <a:prstGeom prst="rect">
            <a:avLst/>
          </a:prstGeom>
        </p:spPr>
      </p:pic>
      <p:pic>
        <p:nvPicPr>
          <p:cNvPr id="304" name="Picture 303">
            <a:extLst>
              <a:ext uri="{FF2B5EF4-FFF2-40B4-BE49-F238E27FC236}">
                <a16:creationId xmlns:a16="http://schemas.microsoft.com/office/drawing/2014/main" id="{87A7B2B4-1D70-700C-B6EF-33CD3492BD59}"/>
              </a:ext>
            </a:extLst>
          </p:cNvPr>
          <p:cNvPicPr>
            <a:picLocks noChangeAspect="1"/>
          </p:cNvPicPr>
          <p:nvPr/>
        </p:nvPicPr>
        <p:blipFill>
          <a:blip r:embed="rId1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961" r="29191"/>
          <a:stretch>
            <a:fillRect/>
          </a:stretch>
        </p:blipFill>
        <p:spPr>
          <a:xfrm>
            <a:off x="8114147" y="17640415"/>
            <a:ext cx="1002026" cy="121683"/>
          </a:xfrm>
          <a:prstGeom prst="rect">
            <a:avLst/>
          </a:prstGeom>
        </p:spPr>
      </p:pic>
      <p:sp>
        <p:nvSpPr>
          <p:cNvPr id="305" name="TextBox 304">
            <a:extLst>
              <a:ext uri="{FF2B5EF4-FFF2-40B4-BE49-F238E27FC236}">
                <a16:creationId xmlns:a16="http://schemas.microsoft.com/office/drawing/2014/main" id="{69F77F45-FEA9-7E49-6BCB-455E7D8299A3}"/>
              </a:ext>
            </a:extLst>
          </p:cNvPr>
          <p:cNvSpPr txBox="1"/>
          <p:nvPr/>
        </p:nvSpPr>
        <p:spPr>
          <a:xfrm>
            <a:off x="6098156" y="16547435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Narcomedusae</a:t>
            </a:r>
            <a:endParaRPr lang="en-US" sz="1200" b="1" dirty="0">
              <a:solidFill>
                <a:srgbClr val="6C2A9D"/>
              </a:solidFill>
            </a:endParaRPr>
          </a:p>
        </p:txBody>
      </p:sp>
      <p:pic>
        <p:nvPicPr>
          <p:cNvPr id="306" name="Picture 305">
            <a:extLst>
              <a:ext uri="{FF2B5EF4-FFF2-40B4-BE49-F238E27FC236}">
                <a16:creationId xmlns:a16="http://schemas.microsoft.com/office/drawing/2014/main" id="{84A622D5-38CE-EA0A-05AA-B17C69E5C585}"/>
              </a:ext>
            </a:extLst>
          </p:cNvPr>
          <p:cNvPicPr>
            <a:picLocks noChangeAspect="1"/>
          </p:cNvPicPr>
          <p:nvPr/>
        </p:nvPicPr>
        <p:blipFill>
          <a:blip r:embed="rId1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72" r="33571" b="46243"/>
          <a:stretch>
            <a:fillRect/>
          </a:stretch>
        </p:blipFill>
        <p:spPr>
          <a:xfrm>
            <a:off x="9712033" y="16593101"/>
            <a:ext cx="750770" cy="1140639"/>
          </a:xfrm>
          <a:prstGeom prst="rect">
            <a:avLst/>
          </a:prstGeom>
        </p:spPr>
      </p:pic>
      <p:pic>
        <p:nvPicPr>
          <p:cNvPr id="307" name="Picture 306">
            <a:extLst>
              <a:ext uri="{FF2B5EF4-FFF2-40B4-BE49-F238E27FC236}">
                <a16:creationId xmlns:a16="http://schemas.microsoft.com/office/drawing/2014/main" id="{B9641FE6-6497-3664-ACF7-A9EA39DED20C}"/>
              </a:ext>
            </a:extLst>
          </p:cNvPr>
          <p:cNvPicPr>
            <a:picLocks noChangeAspect="1"/>
          </p:cNvPicPr>
          <p:nvPr/>
        </p:nvPicPr>
        <p:blipFill>
          <a:blip r:embed="rId1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76" r="8826" b="30979"/>
          <a:stretch>
            <a:fillRect/>
          </a:stretch>
        </p:blipFill>
        <p:spPr>
          <a:xfrm>
            <a:off x="10900009" y="16593101"/>
            <a:ext cx="885828" cy="1093803"/>
          </a:xfrm>
          <a:prstGeom prst="rect">
            <a:avLst/>
          </a:prstGeom>
        </p:spPr>
      </p:pic>
      <p:pic>
        <p:nvPicPr>
          <p:cNvPr id="308" name="Picture 307">
            <a:extLst>
              <a:ext uri="{FF2B5EF4-FFF2-40B4-BE49-F238E27FC236}">
                <a16:creationId xmlns:a16="http://schemas.microsoft.com/office/drawing/2014/main" id="{F530EC50-73ED-41B6-96B8-E3AE9D9DAC23}"/>
              </a:ext>
            </a:extLst>
          </p:cNvPr>
          <p:cNvPicPr>
            <a:picLocks noChangeAspect="1"/>
          </p:cNvPicPr>
          <p:nvPr/>
        </p:nvPicPr>
        <p:blipFill>
          <a:blip r:embed="rId1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353" r="66638"/>
          <a:stretch>
            <a:fillRect/>
          </a:stretch>
        </p:blipFill>
        <p:spPr>
          <a:xfrm>
            <a:off x="9726124" y="17613927"/>
            <a:ext cx="704412" cy="119813"/>
          </a:xfrm>
          <a:prstGeom prst="rect">
            <a:avLst/>
          </a:prstGeom>
        </p:spPr>
      </p:pic>
      <p:sp>
        <p:nvSpPr>
          <p:cNvPr id="309" name="TextBox 308">
            <a:extLst>
              <a:ext uri="{FF2B5EF4-FFF2-40B4-BE49-F238E27FC236}">
                <a16:creationId xmlns:a16="http://schemas.microsoft.com/office/drawing/2014/main" id="{22180325-0276-1E55-D008-770079C36198}"/>
              </a:ext>
            </a:extLst>
          </p:cNvPr>
          <p:cNvSpPr txBox="1"/>
          <p:nvPr/>
        </p:nvSpPr>
        <p:spPr>
          <a:xfrm>
            <a:off x="9146157" y="16552741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Solmundella_bitentaculata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pic>
        <p:nvPicPr>
          <p:cNvPr id="310" name="Picture 309">
            <a:extLst>
              <a:ext uri="{FF2B5EF4-FFF2-40B4-BE49-F238E27FC236}">
                <a16:creationId xmlns:a16="http://schemas.microsoft.com/office/drawing/2014/main" id="{AC23AD79-EE57-DE2F-BF92-C920053102DE}"/>
              </a:ext>
            </a:extLst>
          </p:cNvPr>
          <p:cNvPicPr>
            <a:picLocks noChangeAspect="1"/>
          </p:cNvPicPr>
          <p:nvPr/>
        </p:nvPicPr>
        <p:blipFill>
          <a:blip r:embed="rId1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142" r="8826"/>
          <a:stretch>
            <a:fillRect/>
          </a:stretch>
        </p:blipFill>
        <p:spPr>
          <a:xfrm>
            <a:off x="10903654" y="17595529"/>
            <a:ext cx="885830" cy="138211"/>
          </a:xfrm>
          <a:prstGeom prst="rect">
            <a:avLst/>
          </a:prstGeom>
        </p:spPr>
      </p:pic>
      <p:pic>
        <p:nvPicPr>
          <p:cNvPr id="311" name="Picture 310">
            <a:extLst>
              <a:ext uri="{FF2B5EF4-FFF2-40B4-BE49-F238E27FC236}">
                <a16:creationId xmlns:a16="http://schemas.microsoft.com/office/drawing/2014/main" id="{416AECBA-C891-00F5-3403-E51376FA6B2D}"/>
              </a:ext>
            </a:extLst>
          </p:cNvPr>
          <p:cNvPicPr>
            <a:picLocks noChangeAspect="1"/>
          </p:cNvPicPr>
          <p:nvPr/>
        </p:nvPicPr>
        <p:blipFill>
          <a:blip r:embed="rId1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68" t="25029" r="13043" b="29636"/>
          <a:stretch>
            <a:fillRect/>
          </a:stretch>
        </p:blipFill>
        <p:spPr>
          <a:xfrm>
            <a:off x="818226" y="18306414"/>
            <a:ext cx="1671806" cy="851163"/>
          </a:xfrm>
          <a:prstGeom prst="rect">
            <a:avLst/>
          </a:prstGeom>
        </p:spPr>
      </p:pic>
      <p:pic>
        <p:nvPicPr>
          <p:cNvPr id="312" name="Picture 311">
            <a:extLst>
              <a:ext uri="{FF2B5EF4-FFF2-40B4-BE49-F238E27FC236}">
                <a16:creationId xmlns:a16="http://schemas.microsoft.com/office/drawing/2014/main" id="{B151A9E3-18F4-82BE-BDFA-E531940E22A5}"/>
              </a:ext>
            </a:extLst>
          </p:cNvPr>
          <p:cNvPicPr>
            <a:picLocks noChangeAspect="1"/>
          </p:cNvPicPr>
          <p:nvPr/>
        </p:nvPicPr>
        <p:blipFill>
          <a:blip r:embed="rId1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" t="27752" r="2239" b="20040"/>
          <a:stretch>
            <a:fillRect/>
          </a:stretch>
        </p:blipFill>
        <p:spPr>
          <a:xfrm>
            <a:off x="2547970" y="17961205"/>
            <a:ext cx="476487" cy="1541581"/>
          </a:xfrm>
          <a:prstGeom prst="rect">
            <a:avLst/>
          </a:prstGeom>
        </p:spPr>
      </p:pic>
      <p:pic>
        <p:nvPicPr>
          <p:cNvPr id="313" name="Picture 312">
            <a:extLst>
              <a:ext uri="{FF2B5EF4-FFF2-40B4-BE49-F238E27FC236}">
                <a16:creationId xmlns:a16="http://schemas.microsoft.com/office/drawing/2014/main" id="{F0991E92-1828-E3A3-5CDB-6142C6E6DA4A}"/>
              </a:ext>
            </a:extLst>
          </p:cNvPr>
          <p:cNvPicPr>
            <a:picLocks noChangeAspect="1"/>
          </p:cNvPicPr>
          <p:nvPr/>
        </p:nvPicPr>
        <p:blipFill>
          <a:blip r:embed="rId1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17" t="29267" b="30457"/>
          <a:stretch>
            <a:fillRect/>
          </a:stretch>
        </p:blipFill>
        <p:spPr>
          <a:xfrm>
            <a:off x="54262" y="17812721"/>
            <a:ext cx="706026" cy="1838548"/>
          </a:xfrm>
          <a:prstGeom prst="rect">
            <a:avLst/>
          </a:prstGeom>
        </p:spPr>
      </p:pic>
      <p:pic>
        <p:nvPicPr>
          <p:cNvPr id="314" name="Picture 313">
            <a:extLst>
              <a:ext uri="{FF2B5EF4-FFF2-40B4-BE49-F238E27FC236}">
                <a16:creationId xmlns:a16="http://schemas.microsoft.com/office/drawing/2014/main" id="{E46BCBB9-B00F-3386-E53C-E48AEC53DF9E}"/>
              </a:ext>
            </a:extLst>
          </p:cNvPr>
          <p:cNvPicPr>
            <a:picLocks noChangeAspect="1"/>
          </p:cNvPicPr>
          <p:nvPr/>
        </p:nvPicPr>
        <p:blipFill>
          <a:blip r:embed="rId1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2" t="87197"/>
          <a:stretch>
            <a:fillRect/>
          </a:stretch>
        </p:blipFill>
        <p:spPr>
          <a:xfrm>
            <a:off x="2566969" y="18987270"/>
            <a:ext cx="457488" cy="378053"/>
          </a:xfrm>
          <a:prstGeom prst="rect">
            <a:avLst/>
          </a:prstGeom>
        </p:spPr>
      </p:pic>
      <p:pic>
        <p:nvPicPr>
          <p:cNvPr id="315" name="Picture 314">
            <a:extLst>
              <a:ext uri="{FF2B5EF4-FFF2-40B4-BE49-F238E27FC236}">
                <a16:creationId xmlns:a16="http://schemas.microsoft.com/office/drawing/2014/main" id="{D743D5ED-E1EA-DEF6-BE0D-3EB3775479CC}"/>
              </a:ext>
            </a:extLst>
          </p:cNvPr>
          <p:cNvPicPr>
            <a:picLocks noChangeAspect="1"/>
          </p:cNvPicPr>
          <p:nvPr/>
        </p:nvPicPr>
        <p:blipFill>
          <a:blip r:embed="rId1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577" r="28926"/>
          <a:stretch>
            <a:fillRect/>
          </a:stretch>
        </p:blipFill>
        <p:spPr>
          <a:xfrm>
            <a:off x="68502" y="19358075"/>
            <a:ext cx="765135" cy="293194"/>
          </a:xfrm>
          <a:prstGeom prst="rect">
            <a:avLst/>
          </a:prstGeom>
        </p:spPr>
      </p:pic>
      <p:sp>
        <p:nvSpPr>
          <p:cNvPr id="316" name="TextBox 315">
            <a:extLst>
              <a:ext uri="{FF2B5EF4-FFF2-40B4-BE49-F238E27FC236}">
                <a16:creationId xmlns:a16="http://schemas.microsoft.com/office/drawing/2014/main" id="{145C9B47-02E7-DF83-D55A-AABB73E38E24}"/>
              </a:ext>
            </a:extLst>
          </p:cNvPr>
          <p:cNvSpPr txBox="1"/>
          <p:nvPr/>
        </p:nvSpPr>
        <p:spPr>
          <a:xfrm>
            <a:off x="339" y="17795443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tentacle_Cnidaria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pic>
        <p:nvPicPr>
          <p:cNvPr id="317" name="Picture 316">
            <a:extLst>
              <a:ext uri="{FF2B5EF4-FFF2-40B4-BE49-F238E27FC236}">
                <a16:creationId xmlns:a16="http://schemas.microsoft.com/office/drawing/2014/main" id="{5B518C19-C68F-016D-AFFC-7BB78EEE2264}"/>
              </a:ext>
            </a:extLst>
          </p:cNvPr>
          <p:cNvPicPr>
            <a:picLocks noChangeAspect="1"/>
          </p:cNvPicPr>
          <p:nvPr/>
        </p:nvPicPr>
        <p:blipFill>
          <a:blip r:embed="rId1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318" r="54310"/>
          <a:stretch>
            <a:fillRect/>
          </a:stretch>
        </p:blipFill>
        <p:spPr>
          <a:xfrm>
            <a:off x="810259" y="19020662"/>
            <a:ext cx="1671806" cy="256874"/>
          </a:xfrm>
          <a:prstGeom prst="rect">
            <a:avLst/>
          </a:prstGeom>
        </p:spPr>
      </p:pic>
      <p:pic>
        <p:nvPicPr>
          <p:cNvPr id="318" name="Picture 317">
            <a:extLst>
              <a:ext uri="{FF2B5EF4-FFF2-40B4-BE49-F238E27FC236}">
                <a16:creationId xmlns:a16="http://schemas.microsoft.com/office/drawing/2014/main" id="{8B8637AE-4FBA-0B9C-F79C-7C77F4C8980A}"/>
              </a:ext>
            </a:extLst>
          </p:cNvPr>
          <p:cNvPicPr>
            <a:picLocks noChangeAspect="1"/>
          </p:cNvPicPr>
          <p:nvPr/>
        </p:nvPicPr>
        <p:blipFill>
          <a:blip r:embed="rId1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4" t="10907" r="24680" b="20886"/>
          <a:stretch>
            <a:fillRect/>
          </a:stretch>
        </p:blipFill>
        <p:spPr>
          <a:xfrm>
            <a:off x="4005466" y="18289119"/>
            <a:ext cx="818443" cy="1078461"/>
          </a:xfrm>
          <a:prstGeom prst="rect">
            <a:avLst/>
          </a:prstGeom>
        </p:spPr>
      </p:pic>
      <p:pic>
        <p:nvPicPr>
          <p:cNvPr id="319" name="Picture 318">
            <a:extLst>
              <a:ext uri="{FF2B5EF4-FFF2-40B4-BE49-F238E27FC236}">
                <a16:creationId xmlns:a16="http://schemas.microsoft.com/office/drawing/2014/main" id="{4FCC3C2F-9FC3-A97F-B96C-33A1B9598E45}"/>
              </a:ext>
            </a:extLst>
          </p:cNvPr>
          <p:cNvPicPr>
            <a:picLocks noChangeAspect="1"/>
          </p:cNvPicPr>
          <p:nvPr/>
        </p:nvPicPr>
        <p:blipFill>
          <a:blip r:embed="rId1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385" y="18195730"/>
            <a:ext cx="884439" cy="1265239"/>
          </a:xfrm>
          <a:prstGeom prst="rect">
            <a:avLst/>
          </a:prstGeom>
        </p:spPr>
      </p:pic>
      <p:pic>
        <p:nvPicPr>
          <p:cNvPr id="320" name="Picture 319">
            <a:extLst>
              <a:ext uri="{FF2B5EF4-FFF2-40B4-BE49-F238E27FC236}">
                <a16:creationId xmlns:a16="http://schemas.microsoft.com/office/drawing/2014/main" id="{F5F2281A-1C90-41B4-EC9E-0089BE0BBA0C}"/>
              </a:ext>
            </a:extLst>
          </p:cNvPr>
          <p:cNvPicPr>
            <a:picLocks noChangeAspect="1"/>
          </p:cNvPicPr>
          <p:nvPr/>
        </p:nvPicPr>
        <p:blipFill>
          <a:blip r:embed="rId1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96" t="27704" r="30359" b="24031"/>
          <a:stretch>
            <a:fillRect/>
          </a:stretch>
        </p:blipFill>
        <p:spPr>
          <a:xfrm>
            <a:off x="4863551" y="18261808"/>
            <a:ext cx="1198801" cy="1133083"/>
          </a:xfrm>
          <a:prstGeom prst="rect">
            <a:avLst/>
          </a:prstGeom>
        </p:spPr>
      </p:pic>
      <p:pic>
        <p:nvPicPr>
          <p:cNvPr id="321" name="Picture 320">
            <a:extLst>
              <a:ext uri="{FF2B5EF4-FFF2-40B4-BE49-F238E27FC236}">
                <a16:creationId xmlns:a16="http://schemas.microsoft.com/office/drawing/2014/main" id="{478C147C-A383-EF4E-EED5-90FB4653D2FC}"/>
              </a:ext>
            </a:extLst>
          </p:cNvPr>
          <p:cNvPicPr>
            <a:picLocks noChangeAspect="1"/>
          </p:cNvPicPr>
          <p:nvPr/>
        </p:nvPicPr>
        <p:blipFill>
          <a:blip r:embed="rId1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616" r="49164" b="-2462"/>
          <a:stretch>
            <a:fillRect/>
          </a:stretch>
        </p:blipFill>
        <p:spPr>
          <a:xfrm>
            <a:off x="3929023" y="19057133"/>
            <a:ext cx="813473" cy="361242"/>
          </a:xfrm>
          <a:prstGeom prst="rect">
            <a:avLst/>
          </a:prstGeom>
        </p:spPr>
      </p:pic>
      <p:pic>
        <p:nvPicPr>
          <p:cNvPr id="322" name="Picture 321">
            <a:extLst>
              <a:ext uri="{FF2B5EF4-FFF2-40B4-BE49-F238E27FC236}">
                <a16:creationId xmlns:a16="http://schemas.microsoft.com/office/drawing/2014/main" id="{9E459B89-B619-2BA4-BB58-F892A85E5991}"/>
              </a:ext>
            </a:extLst>
          </p:cNvPr>
          <p:cNvPicPr>
            <a:picLocks noChangeAspect="1"/>
          </p:cNvPicPr>
          <p:nvPr/>
        </p:nvPicPr>
        <p:blipFill>
          <a:blip r:embed="rId1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260" r="64561" b="413"/>
          <a:stretch>
            <a:fillRect/>
          </a:stretch>
        </p:blipFill>
        <p:spPr>
          <a:xfrm>
            <a:off x="4845445" y="19099252"/>
            <a:ext cx="1153044" cy="265877"/>
          </a:xfrm>
          <a:prstGeom prst="rect">
            <a:avLst/>
          </a:prstGeom>
        </p:spPr>
      </p:pic>
      <p:pic>
        <p:nvPicPr>
          <p:cNvPr id="323" name="Picture 322">
            <a:extLst>
              <a:ext uri="{FF2B5EF4-FFF2-40B4-BE49-F238E27FC236}">
                <a16:creationId xmlns:a16="http://schemas.microsoft.com/office/drawing/2014/main" id="{18955794-3337-935F-9320-39E903731CE5}"/>
              </a:ext>
            </a:extLst>
          </p:cNvPr>
          <p:cNvPicPr>
            <a:picLocks noChangeAspect="1"/>
          </p:cNvPicPr>
          <p:nvPr/>
        </p:nvPicPr>
        <p:blipFill>
          <a:blip r:embed="rId1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33" r="21825"/>
          <a:stretch>
            <a:fillRect/>
          </a:stretch>
        </p:blipFill>
        <p:spPr>
          <a:xfrm>
            <a:off x="6131173" y="18224556"/>
            <a:ext cx="737164" cy="1172993"/>
          </a:xfrm>
          <a:prstGeom prst="rect">
            <a:avLst/>
          </a:prstGeom>
        </p:spPr>
      </p:pic>
      <p:pic>
        <p:nvPicPr>
          <p:cNvPr id="324" name="Picture 323">
            <a:extLst>
              <a:ext uri="{FF2B5EF4-FFF2-40B4-BE49-F238E27FC236}">
                <a16:creationId xmlns:a16="http://schemas.microsoft.com/office/drawing/2014/main" id="{D893B35F-3C2A-E7C8-DD3F-091BED2FF819}"/>
              </a:ext>
            </a:extLst>
          </p:cNvPr>
          <p:cNvPicPr>
            <a:picLocks noChangeAspect="1"/>
          </p:cNvPicPr>
          <p:nvPr/>
        </p:nvPicPr>
        <p:blipFill>
          <a:blip r:embed="rId1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77" t="23423" r="28671" b="24666"/>
          <a:stretch>
            <a:fillRect/>
          </a:stretch>
        </p:blipFill>
        <p:spPr>
          <a:xfrm>
            <a:off x="7032029" y="18352966"/>
            <a:ext cx="914400" cy="924645"/>
          </a:xfrm>
          <a:prstGeom prst="rect">
            <a:avLst/>
          </a:prstGeom>
        </p:spPr>
      </p:pic>
      <p:pic>
        <p:nvPicPr>
          <p:cNvPr id="325" name="Picture 324">
            <a:extLst>
              <a:ext uri="{FF2B5EF4-FFF2-40B4-BE49-F238E27FC236}">
                <a16:creationId xmlns:a16="http://schemas.microsoft.com/office/drawing/2014/main" id="{085B87E5-E125-5A7B-A08F-B5695C457A18}"/>
              </a:ext>
            </a:extLst>
          </p:cNvPr>
          <p:cNvPicPr>
            <a:picLocks noChangeAspect="1"/>
          </p:cNvPicPr>
          <p:nvPr/>
        </p:nvPicPr>
        <p:blipFill>
          <a:blip r:embed="rId1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28" r="27861"/>
          <a:stretch>
            <a:fillRect/>
          </a:stretch>
        </p:blipFill>
        <p:spPr>
          <a:xfrm>
            <a:off x="8110121" y="18216085"/>
            <a:ext cx="1010077" cy="1189935"/>
          </a:xfrm>
          <a:prstGeom prst="rect">
            <a:avLst/>
          </a:prstGeom>
        </p:spPr>
      </p:pic>
      <p:pic>
        <p:nvPicPr>
          <p:cNvPr id="326" name="Picture 325">
            <a:extLst>
              <a:ext uri="{FF2B5EF4-FFF2-40B4-BE49-F238E27FC236}">
                <a16:creationId xmlns:a16="http://schemas.microsoft.com/office/drawing/2014/main" id="{F6AAEE10-9B4B-BD37-1019-B23F368B9A0E}"/>
              </a:ext>
            </a:extLst>
          </p:cNvPr>
          <p:cNvPicPr>
            <a:picLocks noChangeAspect="1"/>
          </p:cNvPicPr>
          <p:nvPr/>
        </p:nvPicPr>
        <p:blipFill>
          <a:blip r:embed="rId1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82521" r="55349"/>
          <a:stretch>
            <a:fillRect/>
          </a:stretch>
        </p:blipFill>
        <p:spPr>
          <a:xfrm>
            <a:off x="7014381" y="18978057"/>
            <a:ext cx="914400" cy="31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296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Picture 224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1DBCA3C5-250D-21B0-DB82-5015D8C0A6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0"/>
          <a:stretch>
            <a:fillRect/>
          </a:stretch>
        </p:blipFill>
        <p:spPr>
          <a:xfrm>
            <a:off x="2199218" y="3792024"/>
            <a:ext cx="800100" cy="1021565"/>
          </a:xfrm>
          <a:prstGeom prst="rect">
            <a:avLst/>
          </a:prstGeom>
        </p:spPr>
      </p:pic>
      <p:pic>
        <p:nvPicPr>
          <p:cNvPr id="227" name="Picture 226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6CC8E957-B927-3482-F002-9BDBF6E3C3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25"/>
          <a:stretch>
            <a:fillRect/>
          </a:stretch>
        </p:blipFill>
        <p:spPr>
          <a:xfrm>
            <a:off x="1492521" y="3891260"/>
            <a:ext cx="628650" cy="931475"/>
          </a:xfrm>
          <a:prstGeom prst="rect">
            <a:avLst/>
          </a:prstGeom>
        </p:spPr>
      </p:pic>
      <p:pic>
        <p:nvPicPr>
          <p:cNvPr id="229" name="Picture 228" descr="A black and white image of a round object&#10;&#10;AI-generated content may be incorrect.">
            <a:extLst>
              <a:ext uri="{FF2B5EF4-FFF2-40B4-BE49-F238E27FC236}">
                <a16:creationId xmlns:a16="http://schemas.microsoft.com/office/drawing/2014/main" id="{1C08BFB1-3D1E-47A1-D245-CCA5FC03A5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31"/>
          <a:stretch>
            <a:fillRect/>
          </a:stretch>
        </p:blipFill>
        <p:spPr>
          <a:xfrm>
            <a:off x="702482" y="3813411"/>
            <a:ext cx="914400" cy="1041151"/>
          </a:xfrm>
          <a:prstGeom prst="rect">
            <a:avLst/>
          </a:prstGeom>
        </p:spPr>
      </p:pic>
      <p:pic>
        <p:nvPicPr>
          <p:cNvPr id="231" name="Picture 230" descr="A black hole in a white surface&#10;&#10;AI-generated content may be incorrect.">
            <a:extLst>
              <a:ext uri="{FF2B5EF4-FFF2-40B4-BE49-F238E27FC236}">
                <a16:creationId xmlns:a16="http://schemas.microsoft.com/office/drawing/2014/main" id="{C2DD62F1-C756-1D48-36BB-6CA730081D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27"/>
          <a:stretch>
            <a:fillRect/>
          </a:stretch>
        </p:blipFill>
        <p:spPr>
          <a:xfrm>
            <a:off x="47676" y="3806077"/>
            <a:ext cx="714375" cy="1041151"/>
          </a:xfrm>
          <a:prstGeom prst="rect">
            <a:avLst/>
          </a:prstGeom>
        </p:spPr>
      </p:pic>
      <p:pic>
        <p:nvPicPr>
          <p:cNvPr id="185" name="Picture 184" descr="A close-up of a spider&#10;&#10;AI-generated content may be incorrect.">
            <a:extLst>
              <a:ext uri="{FF2B5EF4-FFF2-40B4-BE49-F238E27FC236}">
                <a16:creationId xmlns:a16="http://schemas.microsoft.com/office/drawing/2014/main" id="{02A7701F-48B7-6E55-9F75-B48868F220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88" t="30091" r="26798" b="30106"/>
          <a:stretch>
            <a:fillRect/>
          </a:stretch>
        </p:blipFill>
        <p:spPr>
          <a:xfrm>
            <a:off x="1260999" y="2704618"/>
            <a:ext cx="649777" cy="1032907"/>
          </a:xfrm>
          <a:prstGeom prst="rect">
            <a:avLst/>
          </a:prstGeom>
        </p:spPr>
      </p:pic>
      <p:pic>
        <p:nvPicPr>
          <p:cNvPr id="190" name="Picture 189" descr="A close-up of a spider&#10;&#10;AI-generated content may be incorrect.">
            <a:extLst>
              <a:ext uri="{FF2B5EF4-FFF2-40B4-BE49-F238E27FC236}">
                <a16:creationId xmlns:a16="http://schemas.microsoft.com/office/drawing/2014/main" id="{3B45E6AC-51AE-47A4-9B83-4B8F154254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655" r="54841"/>
          <a:stretch>
            <a:fillRect/>
          </a:stretch>
        </p:blipFill>
        <p:spPr>
          <a:xfrm>
            <a:off x="1252460" y="3595045"/>
            <a:ext cx="659191" cy="138726"/>
          </a:xfrm>
          <a:prstGeom prst="rect">
            <a:avLst/>
          </a:prstGeom>
        </p:spPr>
      </p:pic>
      <p:pic>
        <p:nvPicPr>
          <p:cNvPr id="161" name="Picture 160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6F174F42-FE94-5C90-DEE6-C9DD9CA882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47" b="37325"/>
          <a:stretch>
            <a:fillRect/>
          </a:stretch>
        </p:blipFill>
        <p:spPr>
          <a:xfrm>
            <a:off x="6841023" y="1541268"/>
            <a:ext cx="828675" cy="868779"/>
          </a:xfrm>
          <a:prstGeom prst="rect">
            <a:avLst/>
          </a:prstGeom>
        </p:spPr>
      </p:pic>
      <p:pic>
        <p:nvPicPr>
          <p:cNvPr id="163" name="Picture 162" descr="A close-up of a black circle&#10;&#10;AI-generated content may be incorrect.">
            <a:extLst>
              <a:ext uri="{FF2B5EF4-FFF2-40B4-BE49-F238E27FC236}">
                <a16:creationId xmlns:a16="http://schemas.microsoft.com/office/drawing/2014/main" id="{61FD0C2E-FE29-E678-B383-8D604731451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00" t="22687" r="31145" b="18792"/>
          <a:stretch>
            <a:fillRect/>
          </a:stretch>
        </p:blipFill>
        <p:spPr>
          <a:xfrm>
            <a:off x="7679594" y="1566473"/>
            <a:ext cx="710882" cy="908585"/>
          </a:xfrm>
          <a:prstGeom prst="rect">
            <a:avLst/>
          </a:prstGeom>
        </p:spPr>
      </p:pic>
      <p:pic>
        <p:nvPicPr>
          <p:cNvPr id="130" name="Picture 129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01288905-AB8D-95CA-F274-2C9864CA27C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014" y="64562"/>
            <a:ext cx="914400" cy="1266825"/>
          </a:xfrm>
          <a:prstGeom prst="rect">
            <a:avLst/>
          </a:prstGeom>
        </p:spPr>
      </p:pic>
      <p:pic>
        <p:nvPicPr>
          <p:cNvPr id="136" name="Picture 135" descr="A black hole in a white surface&#10;&#10;AI-generated content may be incorrect.">
            <a:extLst>
              <a:ext uri="{FF2B5EF4-FFF2-40B4-BE49-F238E27FC236}">
                <a16:creationId xmlns:a16="http://schemas.microsoft.com/office/drawing/2014/main" id="{C80D1233-219E-DDA0-E84A-7AA60E52A6F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413" y="23518"/>
            <a:ext cx="771525" cy="1266825"/>
          </a:xfrm>
          <a:prstGeom prst="rect">
            <a:avLst/>
          </a:prstGeom>
        </p:spPr>
      </p:pic>
      <p:pic>
        <p:nvPicPr>
          <p:cNvPr id="138" name="Picture 137" descr="A bullet hole in a white background&#10;&#10;AI-generated content may be incorrect.">
            <a:extLst>
              <a:ext uri="{FF2B5EF4-FFF2-40B4-BE49-F238E27FC236}">
                <a16:creationId xmlns:a16="http://schemas.microsoft.com/office/drawing/2014/main" id="{A5D632B1-4F81-7A16-F73D-09CC03C1062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5782" y="52093"/>
            <a:ext cx="714375" cy="1209675"/>
          </a:xfrm>
          <a:prstGeom prst="rect">
            <a:avLst/>
          </a:prstGeom>
        </p:spPr>
      </p:pic>
      <p:pic>
        <p:nvPicPr>
          <p:cNvPr id="140" name="Picture 139" descr="A black circle in a white background&#10;&#10;AI-generated content may be incorrect.">
            <a:extLst>
              <a:ext uri="{FF2B5EF4-FFF2-40B4-BE49-F238E27FC236}">
                <a16:creationId xmlns:a16="http://schemas.microsoft.com/office/drawing/2014/main" id="{B33BA44C-6BAE-B493-22DE-AF861340F99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8837" y="9230"/>
            <a:ext cx="742950" cy="1295400"/>
          </a:xfrm>
          <a:prstGeom prst="rect">
            <a:avLst/>
          </a:prstGeom>
        </p:spPr>
      </p:pic>
      <p:pic>
        <p:nvPicPr>
          <p:cNvPr id="142" name="Picture 141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59DE2C4A-BA3E-F783-D9D4-152511DF1FA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1132" y="173611"/>
            <a:ext cx="800100" cy="11239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07DDDE1-7BC3-A8EA-4BD6-9417E99640A3}"/>
              </a:ext>
            </a:extLst>
          </p:cNvPr>
          <p:cNvSpPr/>
          <p:nvPr/>
        </p:nvSpPr>
        <p:spPr>
          <a:xfrm>
            <a:off x="3048000" y="1356856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98D0A8-731E-E6F2-C4E4-0A0446A3328C}"/>
              </a:ext>
            </a:extLst>
          </p:cNvPr>
          <p:cNvSpPr/>
          <p:nvPr/>
        </p:nvSpPr>
        <p:spPr>
          <a:xfrm>
            <a:off x="0" y="1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5EEE7D-10EB-FABE-CF8B-C1759ADE1C19}"/>
              </a:ext>
            </a:extLst>
          </p:cNvPr>
          <p:cNvSpPr/>
          <p:nvPr/>
        </p:nvSpPr>
        <p:spPr>
          <a:xfrm>
            <a:off x="3048000" y="1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4E959D-29BC-5C40-FCC6-79CD593BF0A0}"/>
              </a:ext>
            </a:extLst>
          </p:cNvPr>
          <p:cNvSpPr/>
          <p:nvPr/>
        </p:nvSpPr>
        <p:spPr>
          <a:xfrm>
            <a:off x="0" y="1356856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330211-CC15-0108-0A34-59700F5751FC}"/>
              </a:ext>
            </a:extLst>
          </p:cNvPr>
          <p:cNvSpPr/>
          <p:nvPr/>
        </p:nvSpPr>
        <p:spPr>
          <a:xfrm>
            <a:off x="6096000" y="1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141A91-3F0F-9127-511A-652A29F6F47E}"/>
              </a:ext>
            </a:extLst>
          </p:cNvPr>
          <p:cNvSpPr/>
          <p:nvPr/>
        </p:nvSpPr>
        <p:spPr>
          <a:xfrm>
            <a:off x="9144000" y="1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E0769C-2EF6-1E62-0C83-73695FBFE2D8}"/>
              </a:ext>
            </a:extLst>
          </p:cNvPr>
          <p:cNvSpPr/>
          <p:nvPr/>
        </p:nvSpPr>
        <p:spPr>
          <a:xfrm>
            <a:off x="6096000" y="1356856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B0E74A-DD78-6AA8-2764-3263FA1F2A5C}"/>
              </a:ext>
            </a:extLst>
          </p:cNvPr>
          <p:cNvSpPr/>
          <p:nvPr/>
        </p:nvSpPr>
        <p:spPr>
          <a:xfrm>
            <a:off x="9144000" y="1356856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A74DF4-A428-C3B6-CE5F-3FFA5295D55C}"/>
              </a:ext>
            </a:extLst>
          </p:cNvPr>
          <p:cNvSpPr/>
          <p:nvPr/>
        </p:nvSpPr>
        <p:spPr>
          <a:xfrm>
            <a:off x="3048333" y="3760855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D3FC76-95AD-94F7-7139-1FC97064C093}"/>
              </a:ext>
            </a:extLst>
          </p:cNvPr>
          <p:cNvSpPr/>
          <p:nvPr/>
        </p:nvSpPr>
        <p:spPr>
          <a:xfrm>
            <a:off x="333" y="2600643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F73133-AB74-4894-4AE2-5E9B0C2B55A2}"/>
              </a:ext>
            </a:extLst>
          </p:cNvPr>
          <p:cNvSpPr/>
          <p:nvPr/>
        </p:nvSpPr>
        <p:spPr>
          <a:xfrm>
            <a:off x="3048333" y="2600643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79D4BE-BF57-0B32-F185-5385A9A8D548}"/>
              </a:ext>
            </a:extLst>
          </p:cNvPr>
          <p:cNvSpPr/>
          <p:nvPr/>
        </p:nvSpPr>
        <p:spPr>
          <a:xfrm>
            <a:off x="333" y="3760855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C9DE58-052D-5F94-B879-C51AE212D769}"/>
              </a:ext>
            </a:extLst>
          </p:cNvPr>
          <p:cNvSpPr/>
          <p:nvPr/>
        </p:nvSpPr>
        <p:spPr>
          <a:xfrm>
            <a:off x="6096333" y="2600643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325A04-58AE-E16C-ACD0-97750C9C6CE9}"/>
              </a:ext>
            </a:extLst>
          </p:cNvPr>
          <p:cNvSpPr/>
          <p:nvPr/>
        </p:nvSpPr>
        <p:spPr>
          <a:xfrm>
            <a:off x="9144333" y="2600643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24479C-62CF-EDE3-AD3E-C4B81D6FAE4B}"/>
              </a:ext>
            </a:extLst>
          </p:cNvPr>
          <p:cNvSpPr/>
          <p:nvPr/>
        </p:nvSpPr>
        <p:spPr>
          <a:xfrm>
            <a:off x="6096333" y="3760855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FCA3E5-4948-6EBD-B3A3-A4501813AB61}"/>
              </a:ext>
            </a:extLst>
          </p:cNvPr>
          <p:cNvSpPr/>
          <p:nvPr/>
        </p:nvSpPr>
        <p:spPr>
          <a:xfrm>
            <a:off x="9144333" y="3760855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4BC2E6-98FC-646A-BBB4-A93C4AA6D142}"/>
              </a:ext>
            </a:extLst>
          </p:cNvPr>
          <p:cNvSpPr txBox="1"/>
          <p:nvPr/>
        </p:nvSpPr>
        <p:spPr>
          <a:xfrm>
            <a:off x="3038502" y="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Phaeodaria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217EDF-C7F3-6EF3-8B1E-DA0B8AFB631C}"/>
              </a:ext>
            </a:extLst>
          </p:cNvPr>
          <p:cNvSpPr txBox="1"/>
          <p:nvPr/>
        </p:nvSpPr>
        <p:spPr>
          <a:xfrm>
            <a:off x="9151071" y="561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Circoporidae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1FA31AF-78C6-8332-A57A-83B843E24C52}"/>
              </a:ext>
            </a:extLst>
          </p:cNvPr>
          <p:cNvSpPr txBox="1"/>
          <p:nvPr/>
        </p:nvSpPr>
        <p:spPr>
          <a:xfrm>
            <a:off x="6098156" y="1362085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Aulographis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37F30E8-2EB5-9E46-CA91-B7E0EE5F0639}"/>
              </a:ext>
            </a:extLst>
          </p:cNvPr>
          <p:cNvSpPr txBox="1"/>
          <p:nvPr/>
        </p:nvSpPr>
        <p:spPr>
          <a:xfrm>
            <a:off x="339" y="2610093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Coelodendrum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28661F3-09A1-A29D-AFB2-BE51FEAB0658}"/>
              </a:ext>
            </a:extLst>
          </p:cNvPr>
          <p:cNvSpPr txBox="1"/>
          <p:nvPr/>
        </p:nvSpPr>
        <p:spPr>
          <a:xfrm>
            <a:off x="-5172" y="3773589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Aulosphaeridae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D137C93-E193-811B-6D7C-1B541025AE50}"/>
              </a:ext>
            </a:extLst>
          </p:cNvPr>
          <p:cNvSpPr txBox="1"/>
          <p:nvPr/>
        </p:nvSpPr>
        <p:spPr>
          <a:xfrm>
            <a:off x="3049669" y="3767698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Aulatractus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08F1186-E75D-B51F-6652-07DFF6E2B09F}"/>
              </a:ext>
            </a:extLst>
          </p:cNvPr>
          <p:cNvSpPr/>
          <p:nvPr/>
        </p:nvSpPr>
        <p:spPr>
          <a:xfrm>
            <a:off x="3043417" y="4857151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F627A39-5D72-2693-A555-73D3101AF5D3}"/>
              </a:ext>
            </a:extLst>
          </p:cNvPr>
          <p:cNvSpPr/>
          <p:nvPr/>
        </p:nvSpPr>
        <p:spPr>
          <a:xfrm>
            <a:off x="-4583" y="4857151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64CA210-B341-815C-491D-F8476C0C5B5E}"/>
              </a:ext>
            </a:extLst>
          </p:cNvPr>
          <p:cNvSpPr/>
          <p:nvPr/>
        </p:nvSpPr>
        <p:spPr>
          <a:xfrm>
            <a:off x="6091417" y="4857151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DCF21E9-AF09-88B4-11E3-626470C5445D}"/>
              </a:ext>
            </a:extLst>
          </p:cNvPr>
          <p:cNvSpPr/>
          <p:nvPr/>
        </p:nvSpPr>
        <p:spPr>
          <a:xfrm>
            <a:off x="9139417" y="4857151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82A0183-63EA-EF81-8E36-26181978AC48}"/>
              </a:ext>
            </a:extLst>
          </p:cNvPr>
          <p:cNvSpPr txBox="1"/>
          <p:nvPr/>
        </p:nvSpPr>
        <p:spPr>
          <a:xfrm>
            <a:off x="6109321" y="4864303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unknown_Phaeodaria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7A6C4E2-2788-C7D0-5723-96907DDBFC29}"/>
              </a:ext>
            </a:extLst>
          </p:cNvPr>
          <p:cNvSpPr/>
          <p:nvPr/>
        </p:nvSpPr>
        <p:spPr>
          <a:xfrm>
            <a:off x="3048335" y="5943616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CB2C0591-6C2C-BD3A-6078-400251EB9EFB}"/>
              </a:ext>
            </a:extLst>
          </p:cNvPr>
          <p:cNvSpPr/>
          <p:nvPr/>
        </p:nvSpPr>
        <p:spPr>
          <a:xfrm>
            <a:off x="335" y="5943616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963D1B32-0D83-5B65-6CCF-CB7242D2FB0C}"/>
              </a:ext>
            </a:extLst>
          </p:cNvPr>
          <p:cNvSpPr/>
          <p:nvPr/>
        </p:nvSpPr>
        <p:spPr>
          <a:xfrm>
            <a:off x="6096335" y="5943616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87D4563B-7F5C-305D-36DC-9D5C7D5DABB1}"/>
              </a:ext>
            </a:extLst>
          </p:cNvPr>
          <p:cNvSpPr/>
          <p:nvPr/>
        </p:nvSpPr>
        <p:spPr>
          <a:xfrm>
            <a:off x="9144335" y="5943616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B2A032F-2BA3-69EC-FAD0-561287F96A61}"/>
              </a:ext>
            </a:extLst>
          </p:cNvPr>
          <p:cNvSpPr/>
          <p:nvPr/>
        </p:nvSpPr>
        <p:spPr>
          <a:xfrm>
            <a:off x="-4582" y="7039912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122" name="Picture 121" descr="A blurry image of a black dot&#10;&#10;AI-generated content may be incorrect.">
            <a:extLst>
              <a:ext uri="{FF2B5EF4-FFF2-40B4-BE49-F238E27FC236}">
                <a16:creationId xmlns:a16="http://schemas.microsoft.com/office/drawing/2014/main" id="{D433BDA2-F950-7FDD-6C73-1FED6B481CB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82" y="152105"/>
            <a:ext cx="685800" cy="1009650"/>
          </a:xfrm>
          <a:prstGeom prst="rect">
            <a:avLst/>
          </a:prstGeom>
        </p:spPr>
      </p:pic>
      <p:pic>
        <p:nvPicPr>
          <p:cNvPr id="124" name="Picture 123" descr="A black circle in a white background&#10;&#10;AI-generated content may be incorrect.">
            <a:extLst>
              <a:ext uri="{FF2B5EF4-FFF2-40B4-BE49-F238E27FC236}">
                <a16:creationId xmlns:a16="http://schemas.microsoft.com/office/drawing/2014/main" id="{4E5AE66C-CC83-F150-4CB8-0A368341D2B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888" y="180680"/>
            <a:ext cx="714375" cy="952500"/>
          </a:xfrm>
          <a:prstGeom prst="rect">
            <a:avLst/>
          </a:prstGeom>
        </p:spPr>
      </p:pic>
      <p:pic>
        <p:nvPicPr>
          <p:cNvPr id="126" name="Picture 125" descr="A black spot on a white surface&#10;&#10;AI-generated content may be incorrect.">
            <a:extLst>
              <a:ext uri="{FF2B5EF4-FFF2-40B4-BE49-F238E27FC236}">
                <a16:creationId xmlns:a16="http://schemas.microsoft.com/office/drawing/2014/main" id="{F3AD1028-A685-602B-D61E-E317B2547BD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569" y="23518"/>
            <a:ext cx="657225" cy="1266825"/>
          </a:xfrm>
          <a:prstGeom prst="rect">
            <a:avLst/>
          </a:prstGeom>
        </p:spPr>
      </p:pic>
      <p:pic>
        <p:nvPicPr>
          <p:cNvPr id="128" name="Picture 127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15824D14-2A99-7ACB-0CD5-A2DB8C69D2E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6" y="180680"/>
            <a:ext cx="685800" cy="952500"/>
          </a:xfrm>
          <a:prstGeom prst="rect">
            <a:avLst/>
          </a:prstGeom>
        </p:spPr>
      </p:pic>
      <p:pic>
        <p:nvPicPr>
          <p:cNvPr id="132" name="Picture 131" descr="A black dot with numbers&#10;&#10;AI-generated content may be incorrect.">
            <a:extLst>
              <a:ext uri="{FF2B5EF4-FFF2-40B4-BE49-F238E27FC236}">
                <a16:creationId xmlns:a16="http://schemas.microsoft.com/office/drawing/2014/main" id="{C5EA2D09-4443-9843-42C3-1135069FF8E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6114" y="266405"/>
            <a:ext cx="542925" cy="866775"/>
          </a:xfrm>
          <a:prstGeom prst="rect">
            <a:avLst/>
          </a:prstGeom>
        </p:spPr>
      </p:pic>
      <p:pic>
        <p:nvPicPr>
          <p:cNvPr id="134" name="Picture 133" descr="A black circle with a number and a black text&#10;&#10;AI-generated content may be incorrect.">
            <a:extLst>
              <a:ext uri="{FF2B5EF4-FFF2-40B4-BE49-F238E27FC236}">
                <a16:creationId xmlns:a16="http://schemas.microsoft.com/office/drawing/2014/main" id="{9AE7581B-EEB5-689D-45E0-B3E5FB847EA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732" y="111773"/>
            <a:ext cx="914400" cy="103822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49432CA-39B7-0165-91F6-46C8B497A20E}"/>
              </a:ext>
            </a:extLst>
          </p:cNvPr>
          <p:cNvSpPr txBox="1"/>
          <p:nvPr/>
        </p:nvSpPr>
        <p:spPr>
          <a:xfrm>
            <a:off x="-9499" y="-5306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BD00"/>
                </a:solidFill>
              </a:rPr>
              <a:t>Rhizaria</a:t>
            </a:r>
          </a:p>
        </p:txBody>
      </p:sp>
      <p:pic>
        <p:nvPicPr>
          <p:cNvPr id="146" name="Picture 145" descr="A black dots on a white background&#10;&#10;AI-generated content may be incorrect.">
            <a:extLst>
              <a:ext uri="{FF2B5EF4-FFF2-40B4-BE49-F238E27FC236}">
                <a16:creationId xmlns:a16="http://schemas.microsoft.com/office/drawing/2014/main" id="{90944AAD-B8DB-B2A7-A227-C13E7B1E21B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4" t="28869" r="29934" b="29361"/>
          <a:stretch>
            <a:fillRect/>
          </a:stretch>
        </p:blipFill>
        <p:spPr>
          <a:xfrm>
            <a:off x="24424" y="1376795"/>
            <a:ext cx="789831" cy="1196068"/>
          </a:xfrm>
          <a:prstGeom prst="rect">
            <a:avLst/>
          </a:prstGeom>
        </p:spPr>
      </p:pic>
      <p:pic>
        <p:nvPicPr>
          <p:cNvPr id="148" name="Picture 147" descr="A black blotch on a white background&#10;&#10;AI-generated content may be incorrect.">
            <a:extLst>
              <a:ext uri="{FF2B5EF4-FFF2-40B4-BE49-F238E27FC236}">
                <a16:creationId xmlns:a16="http://schemas.microsoft.com/office/drawing/2014/main" id="{6F0CA861-ED0E-6BA1-9636-34326A94669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0" t="24674" r="12299" b="28212"/>
          <a:stretch>
            <a:fillRect/>
          </a:stretch>
        </p:blipFill>
        <p:spPr>
          <a:xfrm>
            <a:off x="816782" y="1447803"/>
            <a:ext cx="1453021" cy="1065092"/>
          </a:xfrm>
          <a:prstGeom prst="rect">
            <a:avLst/>
          </a:prstGeom>
        </p:spPr>
      </p:pic>
      <p:pic>
        <p:nvPicPr>
          <p:cNvPr id="149" name="Picture 148" descr="A black dots on a white background&#10;&#10;AI-generated content may be incorrect.">
            <a:extLst>
              <a:ext uri="{FF2B5EF4-FFF2-40B4-BE49-F238E27FC236}">
                <a16:creationId xmlns:a16="http://schemas.microsoft.com/office/drawing/2014/main" id="{DEA76C76-ACAE-9B34-1F16-40A07FF693B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20" r="60196" b="7"/>
          <a:stretch>
            <a:fillRect/>
          </a:stretch>
        </p:blipFill>
        <p:spPr>
          <a:xfrm>
            <a:off x="17841" y="2328923"/>
            <a:ext cx="793659" cy="199677"/>
          </a:xfrm>
          <a:prstGeom prst="rect">
            <a:avLst/>
          </a:prstGeom>
        </p:spPr>
      </p:pic>
      <p:pic>
        <p:nvPicPr>
          <p:cNvPr id="150" name="Picture 149" descr="A black blotch on a white background&#10;&#10;AI-generated content may be incorrect.">
            <a:extLst>
              <a:ext uri="{FF2B5EF4-FFF2-40B4-BE49-F238E27FC236}">
                <a16:creationId xmlns:a16="http://schemas.microsoft.com/office/drawing/2014/main" id="{483F0AF5-9C89-239A-9F34-FEFE45948D9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056" r="37945" b="29"/>
          <a:stretch>
            <a:fillRect/>
          </a:stretch>
        </p:blipFill>
        <p:spPr>
          <a:xfrm>
            <a:off x="827437" y="2320301"/>
            <a:ext cx="1447300" cy="178948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E407018F-1577-442A-D686-4D95BBA197EA}"/>
              </a:ext>
            </a:extLst>
          </p:cNvPr>
          <p:cNvSpPr txBox="1"/>
          <p:nvPr/>
        </p:nvSpPr>
        <p:spPr>
          <a:xfrm>
            <a:off x="-14413" y="1356470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Tuscaroridae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44" name="Picture 143" descr="A black blotches of smoke&#10;&#10;AI-generated content may be incorrect.">
            <a:extLst>
              <a:ext uri="{FF2B5EF4-FFF2-40B4-BE49-F238E27FC236}">
                <a16:creationId xmlns:a16="http://schemas.microsoft.com/office/drawing/2014/main" id="{B2349EFE-251D-D066-6666-EC4F612F7BC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30" t="27514" r="26854" b="28931"/>
          <a:stretch>
            <a:fillRect/>
          </a:stretch>
        </p:blipFill>
        <p:spPr>
          <a:xfrm>
            <a:off x="2182425" y="1386742"/>
            <a:ext cx="836703" cy="1109167"/>
          </a:xfrm>
          <a:prstGeom prst="rect">
            <a:avLst/>
          </a:prstGeom>
        </p:spPr>
      </p:pic>
      <p:pic>
        <p:nvPicPr>
          <p:cNvPr id="151" name="Picture 150" descr="A black blotches of smoke&#10;&#10;AI-generated content may be incorrect.">
            <a:extLst>
              <a:ext uri="{FF2B5EF4-FFF2-40B4-BE49-F238E27FC236}">
                <a16:creationId xmlns:a16="http://schemas.microsoft.com/office/drawing/2014/main" id="{AD77D718-86DB-A499-C18B-2222511D566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17" r="58084" b="799"/>
          <a:stretch>
            <a:fillRect/>
          </a:stretch>
        </p:blipFill>
        <p:spPr>
          <a:xfrm>
            <a:off x="2182426" y="2287480"/>
            <a:ext cx="836704" cy="190597"/>
          </a:xfrm>
          <a:prstGeom prst="rect">
            <a:avLst/>
          </a:prstGeom>
        </p:spPr>
      </p:pic>
      <p:pic>
        <p:nvPicPr>
          <p:cNvPr id="153" name="Picture 152" descr="A bullet hole in a white background&#10;&#10;AI-generated content may be incorrect.">
            <a:extLst>
              <a:ext uri="{FF2B5EF4-FFF2-40B4-BE49-F238E27FC236}">
                <a16:creationId xmlns:a16="http://schemas.microsoft.com/office/drawing/2014/main" id="{0E02E0F0-C753-790B-D3BF-84B437B235A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568" y="1381526"/>
            <a:ext cx="571500" cy="1123950"/>
          </a:xfrm>
          <a:prstGeom prst="rect">
            <a:avLst/>
          </a:prstGeom>
        </p:spPr>
      </p:pic>
      <p:pic>
        <p:nvPicPr>
          <p:cNvPr id="155" name="Picture 154" descr="A close-up of a bullet hole&#10;&#10;AI-generated content may be incorrect.">
            <a:extLst>
              <a:ext uri="{FF2B5EF4-FFF2-40B4-BE49-F238E27FC236}">
                <a16:creationId xmlns:a16="http://schemas.microsoft.com/office/drawing/2014/main" id="{BB6E33C7-9828-9FB2-896A-537C79C1700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82" r="19021"/>
          <a:stretch>
            <a:fillRect/>
          </a:stretch>
        </p:blipFill>
        <p:spPr>
          <a:xfrm>
            <a:off x="5220973" y="1374116"/>
            <a:ext cx="809890" cy="1126610"/>
          </a:xfrm>
          <a:prstGeom prst="rect">
            <a:avLst/>
          </a:prstGeom>
        </p:spPr>
      </p:pic>
      <p:pic>
        <p:nvPicPr>
          <p:cNvPr id="157" name="Picture 156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ED9D9159-ABE2-A64D-4A7F-B57A8C0A045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375" y="1389833"/>
            <a:ext cx="600075" cy="1123950"/>
          </a:xfrm>
          <a:prstGeom prst="rect">
            <a:avLst/>
          </a:prstGeom>
        </p:spPr>
      </p:pic>
      <p:pic>
        <p:nvPicPr>
          <p:cNvPr id="159" name="Picture 158" descr="A bullet hole in a white background&#10;&#10;AI-generated content may be incorrect.">
            <a:extLst>
              <a:ext uri="{FF2B5EF4-FFF2-40B4-BE49-F238E27FC236}">
                <a16:creationId xmlns:a16="http://schemas.microsoft.com/office/drawing/2014/main" id="{D817CFC5-8C31-C290-A8E2-BC533F9EEB2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410" y="1389734"/>
            <a:ext cx="714375" cy="109537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3AA7680C-C9AD-40C9-E34C-78E748D343BD}"/>
              </a:ext>
            </a:extLst>
          </p:cNvPr>
          <p:cNvSpPr txBox="1"/>
          <p:nvPr/>
        </p:nvSpPr>
        <p:spPr>
          <a:xfrm>
            <a:off x="3033588" y="136177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Aulacantha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65" name="Picture 164" descr="A close-up of a eyeball&#10;&#10;AI-generated content may be incorrect.">
            <a:extLst>
              <a:ext uri="{FF2B5EF4-FFF2-40B4-BE49-F238E27FC236}">
                <a16:creationId xmlns:a16="http://schemas.microsoft.com/office/drawing/2014/main" id="{D33CF1EA-BDAE-6878-68A2-34D35FBBAEB9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830"/>
          <a:stretch>
            <a:fillRect/>
          </a:stretch>
        </p:blipFill>
        <p:spPr>
          <a:xfrm>
            <a:off x="8400383" y="1387475"/>
            <a:ext cx="710882" cy="1114425"/>
          </a:xfrm>
          <a:prstGeom prst="rect">
            <a:avLst/>
          </a:prstGeom>
        </p:spPr>
      </p:pic>
      <p:pic>
        <p:nvPicPr>
          <p:cNvPr id="167" name="Picture 166" descr="A black dot in a white circle&#10;&#10;AI-generated content may be incorrect.">
            <a:extLst>
              <a:ext uri="{FF2B5EF4-FFF2-40B4-BE49-F238E27FC236}">
                <a16:creationId xmlns:a16="http://schemas.microsoft.com/office/drawing/2014/main" id="{A38425D1-BE88-A269-6421-728A6ED1EF0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37" b="22370"/>
          <a:stretch>
            <a:fillRect/>
          </a:stretch>
        </p:blipFill>
        <p:spPr>
          <a:xfrm>
            <a:off x="6138914" y="1532454"/>
            <a:ext cx="800100" cy="859431"/>
          </a:xfrm>
          <a:prstGeom prst="rect">
            <a:avLst/>
          </a:prstGeom>
        </p:spPr>
      </p:pic>
      <p:pic>
        <p:nvPicPr>
          <p:cNvPr id="168" name="Picture 167" descr="A close-up of a black circle&#10;&#10;AI-generated content may be incorrect.">
            <a:extLst>
              <a:ext uri="{FF2B5EF4-FFF2-40B4-BE49-F238E27FC236}">
                <a16:creationId xmlns:a16="http://schemas.microsoft.com/office/drawing/2014/main" id="{136D189F-C3FD-82C2-33F4-6C8CE86328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7137" r="49107" b="253"/>
          <a:stretch>
            <a:fillRect/>
          </a:stretch>
        </p:blipFill>
        <p:spPr>
          <a:xfrm>
            <a:off x="7692167" y="2114196"/>
            <a:ext cx="727129" cy="351030"/>
          </a:xfrm>
          <a:prstGeom prst="rect">
            <a:avLst/>
          </a:prstGeom>
        </p:spPr>
      </p:pic>
      <p:pic>
        <p:nvPicPr>
          <p:cNvPr id="169" name="Picture 168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F99E7C7A-3604-9C18-C6DA-B7B6FB90985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04"/>
          <a:stretch>
            <a:fillRect/>
          </a:stretch>
        </p:blipFill>
        <p:spPr>
          <a:xfrm>
            <a:off x="6846468" y="2099522"/>
            <a:ext cx="828675" cy="307428"/>
          </a:xfrm>
          <a:prstGeom prst="rect">
            <a:avLst/>
          </a:prstGeom>
        </p:spPr>
      </p:pic>
      <p:pic>
        <p:nvPicPr>
          <p:cNvPr id="170" name="Picture 169" descr="A black dot in a white circle&#10;&#10;AI-generated content may be incorrect.">
            <a:extLst>
              <a:ext uri="{FF2B5EF4-FFF2-40B4-BE49-F238E27FC236}">
                <a16:creationId xmlns:a16="http://schemas.microsoft.com/office/drawing/2014/main" id="{B7A5BA02-9B83-F7C4-7BBE-BDC8303521A5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15" b="-1"/>
          <a:stretch>
            <a:fillRect/>
          </a:stretch>
        </p:blipFill>
        <p:spPr>
          <a:xfrm>
            <a:off x="6133766" y="2104017"/>
            <a:ext cx="800100" cy="300015"/>
          </a:xfrm>
          <a:prstGeom prst="rect">
            <a:avLst/>
          </a:prstGeom>
        </p:spPr>
      </p:pic>
      <p:pic>
        <p:nvPicPr>
          <p:cNvPr id="172" name="Picture 171" descr="A black circle with a white background&#10;&#10;AI-generated content may be incorrect.">
            <a:extLst>
              <a:ext uri="{FF2B5EF4-FFF2-40B4-BE49-F238E27FC236}">
                <a16:creationId xmlns:a16="http://schemas.microsoft.com/office/drawing/2014/main" id="{81FCF925-7B28-791B-DDC7-2B970BBB5ED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38" r="20480"/>
          <a:stretch>
            <a:fillRect/>
          </a:stretch>
        </p:blipFill>
        <p:spPr>
          <a:xfrm>
            <a:off x="9171393" y="1509338"/>
            <a:ext cx="727129" cy="1039582"/>
          </a:xfrm>
          <a:prstGeom prst="rect">
            <a:avLst/>
          </a:prstGeom>
        </p:spPr>
      </p:pic>
      <p:pic>
        <p:nvPicPr>
          <p:cNvPr id="174" name="Picture 173" descr="A black circle with a hole in it&#10;&#10;AI-generated content may be incorrect.">
            <a:extLst>
              <a:ext uri="{FF2B5EF4-FFF2-40B4-BE49-F238E27FC236}">
                <a16:creationId xmlns:a16="http://schemas.microsoft.com/office/drawing/2014/main" id="{43B738A1-D48E-7DCF-7F75-170D5D7B612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07" b="16808"/>
          <a:stretch>
            <a:fillRect/>
          </a:stretch>
        </p:blipFill>
        <p:spPr>
          <a:xfrm>
            <a:off x="9863871" y="1531104"/>
            <a:ext cx="971550" cy="899172"/>
          </a:xfrm>
          <a:prstGeom prst="rect">
            <a:avLst/>
          </a:prstGeom>
        </p:spPr>
      </p:pic>
      <p:pic>
        <p:nvPicPr>
          <p:cNvPr id="178" name="Picture 177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A9BBC529-C041-6DFF-F651-4498829E0148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51" r="25327" b="19635"/>
          <a:stretch>
            <a:fillRect/>
          </a:stretch>
        </p:blipFill>
        <p:spPr>
          <a:xfrm>
            <a:off x="11292094" y="1617209"/>
            <a:ext cx="874847" cy="937854"/>
          </a:xfrm>
          <a:prstGeom prst="rect">
            <a:avLst/>
          </a:prstGeom>
        </p:spPr>
      </p:pic>
      <p:pic>
        <p:nvPicPr>
          <p:cNvPr id="179" name="Picture 178" descr="A black circle with a hole in it&#10;&#10;AI-generated content may be incorrect.">
            <a:extLst>
              <a:ext uri="{FF2B5EF4-FFF2-40B4-BE49-F238E27FC236}">
                <a16:creationId xmlns:a16="http://schemas.microsoft.com/office/drawing/2014/main" id="{46447FEA-307A-F282-CCF4-BF38307AE5F3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48"/>
          <a:stretch>
            <a:fillRect/>
          </a:stretch>
        </p:blipFill>
        <p:spPr>
          <a:xfrm>
            <a:off x="9851845" y="2138125"/>
            <a:ext cx="971550" cy="36443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9104960D-8507-865A-5566-3B50A89F8D6C}"/>
              </a:ext>
            </a:extLst>
          </p:cNvPr>
          <p:cNvSpPr txBox="1"/>
          <p:nvPr/>
        </p:nvSpPr>
        <p:spPr>
          <a:xfrm>
            <a:off x="9146157" y="1367391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mc_aulacantha_to_foraminifera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76" name="Picture 175" descr="A black circle with a white background&#10;&#10;AI-generated content may be incorrect.">
            <a:extLst>
              <a:ext uri="{FF2B5EF4-FFF2-40B4-BE49-F238E27FC236}">
                <a16:creationId xmlns:a16="http://schemas.microsoft.com/office/drawing/2014/main" id="{630891AE-0575-DE9C-A720-AF75DAC61A2F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9" r="16679" b="17406"/>
          <a:stretch>
            <a:fillRect/>
          </a:stretch>
        </p:blipFill>
        <p:spPr>
          <a:xfrm>
            <a:off x="10572634" y="1702276"/>
            <a:ext cx="714265" cy="849920"/>
          </a:xfrm>
          <a:prstGeom prst="rect">
            <a:avLst/>
          </a:prstGeom>
        </p:spPr>
      </p:pic>
      <p:pic>
        <p:nvPicPr>
          <p:cNvPr id="180" name="Picture 179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DF8F3E92-48D5-8FAA-1BA6-A8566E221666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47" r="25327"/>
          <a:stretch>
            <a:fillRect/>
          </a:stretch>
        </p:blipFill>
        <p:spPr>
          <a:xfrm>
            <a:off x="11292729" y="2226434"/>
            <a:ext cx="874847" cy="326553"/>
          </a:xfrm>
          <a:prstGeom prst="rect">
            <a:avLst/>
          </a:prstGeom>
        </p:spPr>
      </p:pic>
      <p:pic>
        <p:nvPicPr>
          <p:cNvPr id="181" name="Picture 180" descr="A black circle with a white background&#10;&#10;AI-generated content may be incorrect.">
            <a:extLst>
              <a:ext uri="{FF2B5EF4-FFF2-40B4-BE49-F238E27FC236}">
                <a16:creationId xmlns:a16="http://schemas.microsoft.com/office/drawing/2014/main" id="{74102D60-7046-B7B5-6BEC-F981DA81618C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43" r="16679"/>
          <a:stretch>
            <a:fillRect/>
          </a:stretch>
        </p:blipFill>
        <p:spPr>
          <a:xfrm>
            <a:off x="10576556" y="2209119"/>
            <a:ext cx="714265" cy="34234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43FB268-BB28-1FA0-12F1-FEB1ED892993}"/>
              </a:ext>
            </a:extLst>
          </p:cNvPr>
          <p:cNvSpPr txBox="1"/>
          <p:nvPr/>
        </p:nvSpPr>
        <p:spPr>
          <a:xfrm>
            <a:off x="6103070" y="30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Castanellidae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183" name="Picture 182" descr="A bullet hole in a glass&#10;&#10;AI-generated content may be incorrect.">
            <a:extLst>
              <a:ext uri="{FF2B5EF4-FFF2-40B4-BE49-F238E27FC236}">
                <a16:creationId xmlns:a16="http://schemas.microsoft.com/office/drawing/2014/main" id="{80DE3726-AF74-0954-11F6-46CB86293003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37" b="20314"/>
          <a:stretch>
            <a:fillRect/>
          </a:stretch>
        </p:blipFill>
        <p:spPr>
          <a:xfrm>
            <a:off x="2188061" y="2649093"/>
            <a:ext cx="812848" cy="1094023"/>
          </a:xfrm>
          <a:prstGeom prst="rect">
            <a:avLst/>
          </a:prstGeom>
        </p:spPr>
      </p:pic>
      <p:pic>
        <p:nvPicPr>
          <p:cNvPr id="187" name="Picture 186" descr="A close-up of a black circle&#10;&#10;AI-generated content may be incorrect.">
            <a:extLst>
              <a:ext uri="{FF2B5EF4-FFF2-40B4-BE49-F238E27FC236}">
                <a16:creationId xmlns:a16="http://schemas.microsoft.com/office/drawing/2014/main" id="{F1B7FA9F-6E2D-9816-1AE5-DFA53DE07733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45" t="27662" r="30374" b="24715"/>
          <a:stretch>
            <a:fillRect/>
          </a:stretch>
        </p:blipFill>
        <p:spPr>
          <a:xfrm>
            <a:off x="26996" y="2632665"/>
            <a:ext cx="820105" cy="1086497"/>
          </a:xfrm>
          <a:prstGeom prst="rect">
            <a:avLst/>
          </a:prstGeom>
        </p:spPr>
      </p:pic>
      <p:pic>
        <p:nvPicPr>
          <p:cNvPr id="188" name="Picture 187" descr="A close-up of a black circle&#10;&#10;AI-generated content may be incorrect.">
            <a:extLst>
              <a:ext uri="{FF2B5EF4-FFF2-40B4-BE49-F238E27FC236}">
                <a16:creationId xmlns:a16="http://schemas.microsoft.com/office/drawing/2014/main" id="{75A893A5-BCE3-581A-F3F9-3BCF19627B3A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07" r="50605" b="-1997"/>
          <a:stretch>
            <a:fillRect/>
          </a:stretch>
        </p:blipFill>
        <p:spPr>
          <a:xfrm>
            <a:off x="26997" y="3511206"/>
            <a:ext cx="877174" cy="284986"/>
          </a:xfrm>
          <a:prstGeom prst="rect">
            <a:avLst/>
          </a:prstGeom>
        </p:spPr>
      </p:pic>
      <p:pic>
        <p:nvPicPr>
          <p:cNvPr id="189" name="Picture 188" descr="A bullet hole in a glass&#10;&#10;AI-generated content may be incorrect.">
            <a:extLst>
              <a:ext uri="{FF2B5EF4-FFF2-40B4-BE49-F238E27FC236}">
                <a16:creationId xmlns:a16="http://schemas.microsoft.com/office/drawing/2014/main" id="{857FCFD4-081E-E70C-AE93-7A2AF44B513B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572"/>
          <a:stretch>
            <a:fillRect/>
          </a:stretch>
        </p:blipFill>
        <p:spPr>
          <a:xfrm>
            <a:off x="2200885" y="3412979"/>
            <a:ext cx="812849" cy="319264"/>
          </a:xfrm>
          <a:prstGeom prst="rect">
            <a:avLst/>
          </a:prstGeom>
        </p:spPr>
      </p:pic>
      <p:pic>
        <p:nvPicPr>
          <p:cNvPr id="192" name="Picture 191" descr="A black and white drop of water&#10;&#10;AI-generated content may be incorrect.">
            <a:extLst>
              <a:ext uri="{FF2B5EF4-FFF2-40B4-BE49-F238E27FC236}">
                <a16:creationId xmlns:a16="http://schemas.microsoft.com/office/drawing/2014/main" id="{83037306-02C9-5A3C-5C27-47F055E2F73D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568" y="2657468"/>
            <a:ext cx="542925" cy="1066800"/>
          </a:xfrm>
          <a:prstGeom prst="rect">
            <a:avLst/>
          </a:prstGeom>
        </p:spPr>
      </p:pic>
      <p:pic>
        <p:nvPicPr>
          <p:cNvPr id="194" name="Picture 193" descr="A close up of an eye&#10;&#10;AI-generated content may be incorrect.">
            <a:extLst>
              <a:ext uri="{FF2B5EF4-FFF2-40B4-BE49-F238E27FC236}">
                <a16:creationId xmlns:a16="http://schemas.microsoft.com/office/drawing/2014/main" id="{A585A0D5-4089-11A6-E6AC-9AE151FADB92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6785" y="2725240"/>
            <a:ext cx="942975" cy="952500"/>
          </a:xfrm>
          <a:prstGeom prst="rect">
            <a:avLst/>
          </a:prstGeom>
        </p:spPr>
      </p:pic>
      <p:pic>
        <p:nvPicPr>
          <p:cNvPr id="196" name="Picture 195" descr="A hole in a white surface&#10;&#10;AI-generated content may be incorrect.">
            <a:extLst>
              <a:ext uri="{FF2B5EF4-FFF2-40B4-BE49-F238E27FC236}">
                <a16:creationId xmlns:a16="http://schemas.microsoft.com/office/drawing/2014/main" id="{D144AC64-4789-8D13-FF88-EF4E9E02F47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88"/>
          <a:stretch>
            <a:fillRect/>
          </a:stretch>
        </p:blipFill>
        <p:spPr>
          <a:xfrm>
            <a:off x="5285269" y="2625231"/>
            <a:ext cx="800100" cy="1059792"/>
          </a:xfrm>
          <a:prstGeom prst="rect">
            <a:avLst/>
          </a:prstGeom>
        </p:spPr>
      </p:pic>
      <p:pic>
        <p:nvPicPr>
          <p:cNvPr id="198" name="Picture 197" descr="A close-up of a black and white photo&#10;&#10;AI-generated content may be incorrect.">
            <a:extLst>
              <a:ext uri="{FF2B5EF4-FFF2-40B4-BE49-F238E27FC236}">
                <a16:creationId xmlns:a16="http://schemas.microsoft.com/office/drawing/2014/main" id="{10A3C348-D141-B5E2-82A6-0F99DD8E77AC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406" y="2671679"/>
            <a:ext cx="771525" cy="981075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050877B0-DFFC-1AAE-EEDB-556ACC073BA7}"/>
              </a:ext>
            </a:extLst>
          </p:cNvPr>
          <p:cNvSpPr txBox="1"/>
          <p:nvPr/>
        </p:nvSpPr>
        <p:spPr>
          <a:xfrm>
            <a:off x="3048340" y="2625231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Coelographis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200" name="Picture 199" descr="A black circle with a pointy center&#10;&#10;AI-generated content may be incorrect.">
            <a:extLst>
              <a:ext uri="{FF2B5EF4-FFF2-40B4-BE49-F238E27FC236}">
                <a16:creationId xmlns:a16="http://schemas.microsoft.com/office/drawing/2014/main" id="{8587CD19-BE21-970F-7C20-FEFEF18BDCE5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192" y="2717009"/>
            <a:ext cx="942975" cy="1009650"/>
          </a:xfrm>
          <a:prstGeom prst="rect">
            <a:avLst/>
          </a:prstGeom>
        </p:spPr>
      </p:pic>
      <p:pic>
        <p:nvPicPr>
          <p:cNvPr id="202" name="Picture 201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B6C9E040-4C6E-D175-FAD3-07D0CDC6B325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4" t="23333" r="22546" b="25002"/>
          <a:stretch>
            <a:fillRect/>
          </a:stretch>
        </p:blipFill>
        <p:spPr>
          <a:xfrm>
            <a:off x="6113635" y="2662331"/>
            <a:ext cx="632467" cy="1008830"/>
          </a:xfrm>
          <a:prstGeom prst="rect">
            <a:avLst/>
          </a:prstGeom>
        </p:spPr>
      </p:pic>
      <p:pic>
        <p:nvPicPr>
          <p:cNvPr id="204" name="Picture 203" descr="A bullet hole in a glass&#10;&#10;AI-generated content may be incorrect.">
            <a:extLst>
              <a:ext uri="{FF2B5EF4-FFF2-40B4-BE49-F238E27FC236}">
                <a16:creationId xmlns:a16="http://schemas.microsoft.com/office/drawing/2014/main" id="{796B4D58-5D75-C5DF-142B-ECAE7527B880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41" b="25583"/>
          <a:stretch>
            <a:fillRect/>
          </a:stretch>
        </p:blipFill>
        <p:spPr>
          <a:xfrm>
            <a:off x="7669698" y="2665654"/>
            <a:ext cx="828675" cy="1060742"/>
          </a:xfrm>
          <a:prstGeom prst="rect">
            <a:avLst/>
          </a:prstGeom>
        </p:spPr>
      </p:pic>
      <p:pic>
        <p:nvPicPr>
          <p:cNvPr id="208" name="Picture 207" descr="A black hole in a white background&#10;&#10;AI-generated content may be incorrect.">
            <a:extLst>
              <a:ext uri="{FF2B5EF4-FFF2-40B4-BE49-F238E27FC236}">
                <a16:creationId xmlns:a16="http://schemas.microsoft.com/office/drawing/2014/main" id="{6CDB6E14-0C51-190D-66C2-C6C936D5A0DE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54" t="21185" r="19517" b="23003"/>
          <a:stretch>
            <a:fillRect/>
          </a:stretch>
        </p:blipFill>
        <p:spPr>
          <a:xfrm>
            <a:off x="8458200" y="2719316"/>
            <a:ext cx="648564" cy="914374"/>
          </a:xfrm>
          <a:prstGeom prst="rect">
            <a:avLst/>
          </a:prstGeom>
        </p:spPr>
      </p:pic>
      <p:pic>
        <p:nvPicPr>
          <p:cNvPr id="209" name="Picture 208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9A84CEC4-0545-83B0-14BD-E67FF7F3CA4D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64" r="40541"/>
          <a:stretch>
            <a:fillRect/>
          </a:stretch>
        </p:blipFill>
        <p:spPr>
          <a:xfrm>
            <a:off x="6109321" y="3368603"/>
            <a:ext cx="594663" cy="297511"/>
          </a:xfrm>
          <a:prstGeom prst="rect">
            <a:avLst/>
          </a:prstGeom>
        </p:spPr>
      </p:pic>
      <p:pic>
        <p:nvPicPr>
          <p:cNvPr id="210" name="Picture 209" descr="A bullet hole in a glass&#10;&#10;AI-generated content may be incorrect.">
            <a:extLst>
              <a:ext uri="{FF2B5EF4-FFF2-40B4-BE49-F238E27FC236}">
                <a16:creationId xmlns:a16="http://schemas.microsoft.com/office/drawing/2014/main" id="{7C9C8647-CF8C-9575-AAE9-D96552D1CD1B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728"/>
          <a:stretch>
            <a:fillRect/>
          </a:stretch>
        </p:blipFill>
        <p:spPr>
          <a:xfrm>
            <a:off x="7672781" y="3420334"/>
            <a:ext cx="828675" cy="307241"/>
          </a:xfrm>
          <a:prstGeom prst="rect">
            <a:avLst/>
          </a:prstGeom>
        </p:spPr>
      </p:pic>
      <p:pic>
        <p:nvPicPr>
          <p:cNvPr id="211" name="Picture 210" descr="A black hole in a white background&#10;&#10;AI-generated content may be incorrect.">
            <a:extLst>
              <a:ext uri="{FF2B5EF4-FFF2-40B4-BE49-F238E27FC236}">
                <a16:creationId xmlns:a16="http://schemas.microsoft.com/office/drawing/2014/main" id="{C43F4A41-6EFE-3560-EB4F-20D0BF806EB8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701" r="39730"/>
          <a:stretch>
            <a:fillRect/>
          </a:stretch>
        </p:blipFill>
        <p:spPr>
          <a:xfrm>
            <a:off x="8456828" y="3329610"/>
            <a:ext cx="654437" cy="299794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0C1D3345-5B63-43D8-BD0E-414D97BC283D}"/>
              </a:ext>
            </a:extLst>
          </p:cNvPr>
          <p:cNvSpPr txBox="1"/>
          <p:nvPr/>
        </p:nvSpPr>
        <p:spPr>
          <a:xfrm>
            <a:off x="6112908" y="2625540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leg_Coelodendridae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213" name="Picture 212" descr="A close-up of a spider&#10;&#10;AI-generated content may be incorrect.">
            <a:extLst>
              <a:ext uri="{FF2B5EF4-FFF2-40B4-BE49-F238E27FC236}">
                <a16:creationId xmlns:a16="http://schemas.microsoft.com/office/drawing/2014/main" id="{ACADF1E7-DE7C-F700-3A48-B9FE968E8801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76" t="22694" r="21992" b="18834"/>
          <a:stretch>
            <a:fillRect/>
          </a:stretch>
        </p:blipFill>
        <p:spPr>
          <a:xfrm>
            <a:off x="9178413" y="2687581"/>
            <a:ext cx="753905" cy="1008087"/>
          </a:xfrm>
          <a:prstGeom prst="rect">
            <a:avLst/>
          </a:prstGeom>
        </p:spPr>
      </p:pic>
      <p:pic>
        <p:nvPicPr>
          <p:cNvPr id="215" name="Picture 214" descr="A black blot on a white background&#10;&#10;AI-generated content may be incorrect.">
            <a:extLst>
              <a:ext uri="{FF2B5EF4-FFF2-40B4-BE49-F238E27FC236}">
                <a16:creationId xmlns:a16="http://schemas.microsoft.com/office/drawing/2014/main" id="{695C672D-749A-824F-DB3A-FE73572FBB7B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72" t="23970" r="22457" b="24374"/>
          <a:stretch>
            <a:fillRect/>
          </a:stretch>
        </p:blipFill>
        <p:spPr>
          <a:xfrm>
            <a:off x="9863871" y="2688693"/>
            <a:ext cx="842839" cy="1067685"/>
          </a:xfrm>
          <a:prstGeom prst="rect">
            <a:avLst/>
          </a:prstGeom>
        </p:spPr>
      </p:pic>
      <p:pic>
        <p:nvPicPr>
          <p:cNvPr id="217" name="Picture 216" descr="A spider on a white background&#10;&#10;AI-generated content may be incorrect.">
            <a:extLst>
              <a:ext uri="{FF2B5EF4-FFF2-40B4-BE49-F238E27FC236}">
                <a16:creationId xmlns:a16="http://schemas.microsoft.com/office/drawing/2014/main" id="{A64544F1-53A5-5AC0-3BA8-46E0B2F577A4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07" t="18788" r="24425" b="17793"/>
          <a:stretch>
            <a:fillRect/>
          </a:stretch>
        </p:blipFill>
        <p:spPr>
          <a:xfrm>
            <a:off x="10670157" y="2798996"/>
            <a:ext cx="867544" cy="912135"/>
          </a:xfrm>
          <a:prstGeom prst="rect">
            <a:avLst/>
          </a:prstGeom>
        </p:spPr>
      </p:pic>
      <p:pic>
        <p:nvPicPr>
          <p:cNvPr id="219" name="Picture 218" descr="A spider on a white background&#10;&#10;AI-generated content may be incorrect.">
            <a:extLst>
              <a:ext uri="{FF2B5EF4-FFF2-40B4-BE49-F238E27FC236}">
                <a16:creationId xmlns:a16="http://schemas.microsoft.com/office/drawing/2014/main" id="{B640AD7A-3A50-474F-54C8-584BDAB5760C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2" t="21379" r="21228" b="21041"/>
          <a:stretch>
            <a:fillRect/>
          </a:stretch>
        </p:blipFill>
        <p:spPr>
          <a:xfrm>
            <a:off x="11551946" y="2785844"/>
            <a:ext cx="597778" cy="926872"/>
          </a:xfrm>
          <a:prstGeom prst="rect">
            <a:avLst/>
          </a:prstGeom>
        </p:spPr>
      </p:pic>
      <p:pic>
        <p:nvPicPr>
          <p:cNvPr id="220" name="Picture 219" descr="A spider on a white background&#10;&#10;AI-generated content may be incorrect.">
            <a:extLst>
              <a:ext uri="{FF2B5EF4-FFF2-40B4-BE49-F238E27FC236}">
                <a16:creationId xmlns:a16="http://schemas.microsoft.com/office/drawing/2014/main" id="{7193CE11-451F-14BA-02E8-ADFA5098A22D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7832" r="56445" b="1124"/>
          <a:stretch>
            <a:fillRect/>
          </a:stretch>
        </p:blipFill>
        <p:spPr>
          <a:xfrm>
            <a:off x="10670157" y="3408452"/>
            <a:ext cx="771635" cy="302679"/>
          </a:xfrm>
          <a:prstGeom prst="rect">
            <a:avLst/>
          </a:prstGeom>
        </p:spPr>
      </p:pic>
      <p:pic>
        <p:nvPicPr>
          <p:cNvPr id="221" name="Picture 220" descr="A black blot on a white background&#10;&#10;AI-generated content may be incorrect.">
            <a:extLst>
              <a:ext uri="{FF2B5EF4-FFF2-40B4-BE49-F238E27FC236}">
                <a16:creationId xmlns:a16="http://schemas.microsoft.com/office/drawing/2014/main" id="{3BA714FB-620F-9C93-CC2D-ABBAE3043FC9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604" r="48425" b="-3507"/>
          <a:stretch>
            <a:fillRect/>
          </a:stretch>
        </p:blipFill>
        <p:spPr>
          <a:xfrm>
            <a:off x="9873453" y="3428621"/>
            <a:ext cx="825305" cy="370032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08A0CEC9-7A96-A9D3-EEA0-ECB05FA3720A}"/>
              </a:ext>
            </a:extLst>
          </p:cNvPr>
          <p:cNvSpPr txBox="1"/>
          <p:nvPr/>
        </p:nvSpPr>
        <p:spPr>
          <a:xfrm>
            <a:off x="9160909" y="263084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Medusettidae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222" name="Picture 221" descr="A close-up of a spider&#10;&#10;AI-generated content may be incorrect.">
            <a:extLst>
              <a:ext uri="{FF2B5EF4-FFF2-40B4-BE49-F238E27FC236}">
                <a16:creationId xmlns:a16="http://schemas.microsoft.com/office/drawing/2014/main" id="{6651F01C-CCE8-9532-475E-76DC65E6F868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419" r="50648"/>
          <a:stretch>
            <a:fillRect/>
          </a:stretch>
        </p:blipFill>
        <p:spPr>
          <a:xfrm>
            <a:off x="9182760" y="3313782"/>
            <a:ext cx="719222" cy="389297"/>
          </a:xfrm>
          <a:prstGeom prst="rect">
            <a:avLst/>
          </a:prstGeom>
        </p:spPr>
      </p:pic>
      <p:pic>
        <p:nvPicPr>
          <p:cNvPr id="223" name="Picture 222" descr="A spider on a white background&#10;&#10;AI-generated content may be incorrect.">
            <a:extLst>
              <a:ext uri="{FF2B5EF4-FFF2-40B4-BE49-F238E27FC236}">
                <a16:creationId xmlns:a16="http://schemas.microsoft.com/office/drawing/2014/main" id="{7053CD9E-31A6-70CF-A3FB-800EDD05B24F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8560" r="39188" b="-2872"/>
          <a:stretch>
            <a:fillRect/>
          </a:stretch>
        </p:blipFill>
        <p:spPr>
          <a:xfrm>
            <a:off x="11535661" y="3338427"/>
            <a:ext cx="625571" cy="391350"/>
          </a:xfrm>
          <a:prstGeom prst="rect">
            <a:avLst/>
          </a:prstGeom>
        </p:spPr>
      </p:pic>
      <p:pic>
        <p:nvPicPr>
          <p:cNvPr id="233" name="Picture 232" descr="A close-up of a fish eye&#10;&#10;AI-generated content may be incorrect.">
            <a:extLst>
              <a:ext uri="{FF2B5EF4-FFF2-40B4-BE49-F238E27FC236}">
                <a16:creationId xmlns:a16="http://schemas.microsoft.com/office/drawing/2014/main" id="{A5DFF597-6D74-4B29-469C-DB2366D36766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81" r="21951"/>
          <a:stretch>
            <a:fillRect/>
          </a:stretch>
        </p:blipFill>
        <p:spPr>
          <a:xfrm>
            <a:off x="5043255" y="3819785"/>
            <a:ext cx="914401" cy="966041"/>
          </a:xfrm>
          <a:prstGeom prst="rect">
            <a:avLst/>
          </a:prstGeom>
        </p:spPr>
      </p:pic>
      <p:pic>
        <p:nvPicPr>
          <p:cNvPr id="235" name="Picture 234" descr="A close up of a white eye&#10;&#10;AI-generated content may be incorrect.">
            <a:extLst>
              <a:ext uri="{FF2B5EF4-FFF2-40B4-BE49-F238E27FC236}">
                <a16:creationId xmlns:a16="http://schemas.microsoft.com/office/drawing/2014/main" id="{6B404B6A-B12F-4FE4-4DDD-B616263CDFA7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48" r="24882"/>
          <a:stretch>
            <a:fillRect/>
          </a:stretch>
        </p:blipFill>
        <p:spPr>
          <a:xfrm>
            <a:off x="3059396" y="3847651"/>
            <a:ext cx="987381" cy="998960"/>
          </a:xfrm>
          <a:prstGeom prst="rect">
            <a:avLst/>
          </a:prstGeom>
        </p:spPr>
      </p:pic>
      <p:pic>
        <p:nvPicPr>
          <p:cNvPr id="237" name="Picture 236" descr="A close-up of a white object&#10;&#10;AI-generated content may be incorrect.">
            <a:extLst>
              <a:ext uri="{FF2B5EF4-FFF2-40B4-BE49-F238E27FC236}">
                <a16:creationId xmlns:a16="http://schemas.microsoft.com/office/drawing/2014/main" id="{4076D3CB-C456-29E6-022B-B6ACDB2B6C71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95" t="23710" r="25955" b="27921"/>
          <a:stretch>
            <a:fillRect/>
          </a:stretch>
        </p:blipFill>
        <p:spPr>
          <a:xfrm>
            <a:off x="7592361" y="3916475"/>
            <a:ext cx="826935" cy="889161"/>
          </a:xfrm>
          <a:prstGeom prst="rect">
            <a:avLst/>
          </a:prstGeom>
        </p:spPr>
      </p:pic>
      <p:pic>
        <p:nvPicPr>
          <p:cNvPr id="239" name="Picture 238" descr="A group of white gears&#10;&#10;AI-generated content may be incorrect.">
            <a:extLst>
              <a:ext uri="{FF2B5EF4-FFF2-40B4-BE49-F238E27FC236}">
                <a16:creationId xmlns:a16="http://schemas.microsoft.com/office/drawing/2014/main" id="{12ACA941-23E0-F490-425C-38C40EF547CA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08" t="26738" r="28985" b="28094"/>
          <a:stretch>
            <a:fillRect/>
          </a:stretch>
        </p:blipFill>
        <p:spPr>
          <a:xfrm>
            <a:off x="8519785" y="3775650"/>
            <a:ext cx="606644" cy="1055036"/>
          </a:xfrm>
          <a:prstGeom prst="rect">
            <a:avLst/>
          </a:prstGeom>
        </p:spPr>
      </p:pic>
      <p:pic>
        <p:nvPicPr>
          <p:cNvPr id="241" name="Picture 240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391704AD-EB96-9AC5-400F-477FA6B90316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45" r="20033" b="32635"/>
          <a:stretch>
            <a:fillRect/>
          </a:stretch>
        </p:blipFill>
        <p:spPr>
          <a:xfrm>
            <a:off x="6123737" y="3776260"/>
            <a:ext cx="571262" cy="953993"/>
          </a:xfrm>
          <a:prstGeom prst="rect">
            <a:avLst/>
          </a:prstGeom>
        </p:spPr>
      </p:pic>
      <p:pic>
        <p:nvPicPr>
          <p:cNvPr id="243" name="Picture 242" descr="A close-up of a white object&#10;&#10;AI-generated content may be incorrect.">
            <a:extLst>
              <a:ext uri="{FF2B5EF4-FFF2-40B4-BE49-F238E27FC236}">
                <a16:creationId xmlns:a16="http://schemas.microsoft.com/office/drawing/2014/main" id="{2B7A43BE-5F36-9BC7-26B9-4AAABB3F130F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112"/>
          <a:stretch>
            <a:fillRect/>
          </a:stretch>
        </p:blipFill>
        <p:spPr>
          <a:xfrm>
            <a:off x="6833334" y="3927385"/>
            <a:ext cx="645435" cy="895350"/>
          </a:xfrm>
          <a:prstGeom prst="rect">
            <a:avLst/>
          </a:prstGeom>
        </p:spPr>
      </p:pic>
      <p:pic>
        <p:nvPicPr>
          <p:cNvPr id="244" name="Picture 243" descr="A close-up of a white object&#10;&#10;AI-generated content may be incorrect.">
            <a:extLst>
              <a:ext uri="{FF2B5EF4-FFF2-40B4-BE49-F238E27FC236}">
                <a16:creationId xmlns:a16="http://schemas.microsoft.com/office/drawing/2014/main" id="{3D440CD1-DD17-8926-5D73-F7F2794BF753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062" r="52601" b="94"/>
          <a:stretch>
            <a:fillRect/>
          </a:stretch>
        </p:blipFill>
        <p:spPr>
          <a:xfrm>
            <a:off x="7604281" y="4529627"/>
            <a:ext cx="799113" cy="309648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9D2DFBF0-CDA3-0109-9187-2D5CDC3FD5F7}"/>
              </a:ext>
            </a:extLst>
          </p:cNvPr>
          <p:cNvSpPr txBox="1"/>
          <p:nvPr/>
        </p:nvSpPr>
        <p:spPr>
          <a:xfrm>
            <a:off x="6114237" y="3768007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colonial_Aulosphaeridae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245" name="Picture 244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D689FBE8-0406-E126-ADC9-6688851343E0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14" r="20441" b="-195"/>
          <a:stretch>
            <a:fillRect/>
          </a:stretch>
        </p:blipFill>
        <p:spPr>
          <a:xfrm>
            <a:off x="6126649" y="4487271"/>
            <a:ext cx="568350" cy="359957"/>
          </a:xfrm>
          <a:prstGeom prst="rect">
            <a:avLst/>
          </a:prstGeom>
        </p:spPr>
      </p:pic>
      <p:pic>
        <p:nvPicPr>
          <p:cNvPr id="247" name="Picture 246" descr="A group of white gears&#10;&#10;AI-generated content may be incorrect.">
            <a:extLst>
              <a:ext uri="{FF2B5EF4-FFF2-40B4-BE49-F238E27FC236}">
                <a16:creationId xmlns:a16="http://schemas.microsoft.com/office/drawing/2014/main" id="{29306A87-4A4D-2601-FA6A-5DE397F649AD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2" r="60568" b="652"/>
          <a:stretch>
            <a:fillRect/>
          </a:stretch>
        </p:blipFill>
        <p:spPr>
          <a:xfrm>
            <a:off x="8519689" y="4567371"/>
            <a:ext cx="574935" cy="273401"/>
          </a:xfrm>
          <a:prstGeom prst="rect">
            <a:avLst/>
          </a:prstGeom>
        </p:spPr>
      </p:pic>
      <p:pic>
        <p:nvPicPr>
          <p:cNvPr id="249" name="Picture 248" descr="A close up of a black circle&#10;&#10;AI-generated content may be incorrect.">
            <a:extLst>
              <a:ext uri="{FF2B5EF4-FFF2-40B4-BE49-F238E27FC236}">
                <a16:creationId xmlns:a16="http://schemas.microsoft.com/office/drawing/2014/main" id="{F67D8F57-F346-1E29-FCD8-CA0A48DDFFE7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000" y="3947256"/>
            <a:ext cx="514350" cy="866775"/>
          </a:xfrm>
          <a:prstGeom prst="rect">
            <a:avLst/>
          </a:prstGeom>
        </p:spPr>
      </p:pic>
      <p:pic>
        <p:nvPicPr>
          <p:cNvPr id="251" name="Picture 250" descr="A black dot in a circle&#10;&#10;AI-generated content may be incorrect.">
            <a:extLst>
              <a:ext uri="{FF2B5EF4-FFF2-40B4-BE49-F238E27FC236}">
                <a16:creationId xmlns:a16="http://schemas.microsoft.com/office/drawing/2014/main" id="{01CFA513-4945-2D9A-AC5F-33D93C50B47F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3556" y="4004145"/>
            <a:ext cx="485775" cy="838200"/>
          </a:xfrm>
          <a:prstGeom prst="rect">
            <a:avLst/>
          </a:prstGeom>
        </p:spPr>
      </p:pic>
      <p:pic>
        <p:nvPicPr>
          <p:cNvPr id="253" name="Picture 252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DB356B43-27A2-03F8-6417-3A8069830C02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537" y="4070260"/>
            <a:ext cx="485775" cy="752475"/>
          </a:xfrm>
          <a:prstGeom prst="rect">
            <a:avLst/>
          </a:prstGeom>
        </p:spPr>
      </p:pic>
      <p:pic>
        <p:nvPicPr>
          <p:cNvPr id="255" name="Picture 254" descr="A black dot in a circle&#10;&#10;AI-generated content may be incorrect.">
            <a:extLst>
              <a:ext uri="{FF2B5EF4-FFF2-40B4-BE49-F238E27FC236}">
                <a16:creationId xmlns:a16="http://schemas.microsoft.com/office/drawing/2014/main" id="{3FE667E8-06A4-4C81-03D4-7768B01861DE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9518" y="3880747"/>
            <a:ext cx="571500" cy="952500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12767003-7BB5-66B9-68E7-0026366D6016}"/>
              </a:ext>
            </a:extLst>
          </p:cNvPr>
          <p:cNvSpPr txBox="1"/>
          <p:nvPr/>
        </p:nvSpPr>
        <p:spPr>
          <a:xfrm>
            <a:off x="9162238" y="3773313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Mc_aulosphaeridae_to_cannosphaeridae</a:t>
            </a:r>
            <a:endParaRPr lang="en-US" sz="1200" b="1" dirty="0">
              <a:solidFill>
                <a:srgbClr val="FFBD00"/>
              </a:solidFill>
            </a:endParaRPr>
          </a:p>
          <a:p>
            <a:pPr algn="ctr"/>
            <a:r>
              <a:rPr lang="it-IT" sz="1200" b="1" dirty="0">
                <a:solidFill>
                  <a:srgbClr val="FFBD00"/>
                </a:solidFill>
              </a:rPr>
              <a:t>Aulo./Canno. Unknown in Figure 7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257" name="Picture 256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995F58FF-C854-D5C4-0DE9-2479B00BA3B0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09" t="21819" r="15946" b="18369"/>
          <a:stretch>
            <a:fillRect/>
          </a:stretch>
        </p:blipFill>
        <p:spPr>
          <a:xfrm>
            <a:off x="945395" y="5065503"/>
            <a:ext cx="622524" cy="860269"/>
          </a:xfrm>
          <a:prstGeom prst="rect">
            <a:avLst/>
          </a:prstGeom>
        </p:spPr>
      </p:pic>
      <p:pic>
        <p:nvPicPr>
          <p:cNvPr id="259" name="Picture 258" descr="A black circle with a black center&#10;&#10;AI-generated content may be incorrect.">
            <a:extLst>
              <a:ext uri="{FF2B5EF4-FFF2-40B4-BE49-F238E27FC236}">
                <a16:creationId xmlns:a16="http://schemas.microsoft.com/office/drawing/2014/main" id="{C61FEDCC-F130-657E-562D-5C73D2EC1493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607" y="4886599"/>
            <a:ext cx="771525" cy="1038225"/>
          </a:xfrm>
          <a:prstGeom prst="rect">
            <a:avLst/>
          </a:prstGeom>
        </p:spPr>
      </p:pic>
      <p:pic>
        <p:nvPicPr>
          <p:cNvPr id="261" name="Picture 260" descr="A black dot in a web&#10;&#10;AI-generated content may be incorrect.">
            <a:extLst>
              <a:ext uri="{FF2B5EF4-FFF2-40B4-BE49-F238E27FC236}">
                <a16:creationId xmlns:a16="http://schemas.microsoft.com/office/drawing/2014/main" id="{F4CECAF2-28EA-225F-E98A-279B142362E6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56" b="19559"/>
          <a:stretch>
            <a:fillRect/>
          </a:stretch>
        </p:blipFill>
        <p:spPr>
          <a:xfrm>
            <a:off x="50477" y="4962819"/>
            <a:ext cx="828675" cy="923950"/>
          </a:xfrm>
          <a:prstGeom prst="rect">
            <a:avLst/>
          </a:prstGeom>
        </p:spPr>
      </p:pic>
      <p:pic>
        <p:nvPicPr>
          <p:cNvPr id="263" name="Picture 262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198329B2-10D8-ECD9-37FD-B762B810C6A5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983" y="5017797"/>
            <a:ext cx="542925" cy="895350"/>
          </a:xfrm>
          <a:prstGeom prst="rect">
            <a:avLst/>
          </a:prstGeom>
        </p:spPr>
      </p:pic>
      <p:pic>
        <p:nvPicPr>
          <p:cNvPr id="264" name="Picture 263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697066E8-4F53-63F1-0D20-930DBE595674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1" r="32485" b="-1"/>
          <a:stretch>
            <a:fillRect/>
          </a:stretch>
        </p:blipFill>
        <p:spPr>
          <a:xfrm>
            <a:off x="941645" y="5611219"/>
            <a:ext cx="675237" cy="314553"/>
          </a:xfrm>
          <a:prstGeom prst="rect">
            <a:avLst/>
          </a:prstGeom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DC52E8CC-8ED9-F70A-3E01-220D169538B8}"/>
              </a:ext>
            </a:extLst>
          </p:cNvPr>
          <p:cNvSpPr txBox="1"/>
          <p:nvPr/>
        </p:nvSpPr>
        <p:spPr>
          <a:xfrm>
            <a:off x="-10088" y="486988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Cannosphaeridae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265" name="Picture 264" descr="A black dot in a web&#10;&#10;AI-generated content may be incorrect.">
            <a:extLst>
              <a:ext uri="{FF2B5EF4-FFF2-40B4-BE49-F238E27FC236}">
                <a16:creationId xmlns:a16="http://schemas.microsoft.com/office/drawing/2014/main" id="{7E2B410E-1811-4C8C-C573-66A8CFC56F39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843"/>
          <a:stretch>
            <a:fillRect/>
          </a:stretch>
        </p:blipFill>
        <p:spPr>
          <a:xfrm>
            <a:off x="47676" y="5578350"/>
            <a:ext cx="828675" cy="319840"/>
          </a:xfrm>
          <a:prstGeom prst="rect">
            <a:avLst/>
          </a:prstGeom>
        </p:spPr>
      </p:pic>
      <p:pic>
        <p:nvPicPr>
          <p:cNvPr id="267" name="Picture 266" descr="A close-up of black dots&#10;&#10;AI-generated content may be incorrect.">
            <a:extLst>
              <a:ext uri="{FF2B5EF4-FFF2-40B4-BE49-F238E27FC236}">
                <a16:creationId xmlns:a16="http://schemas.microsoft.com/office/drawing/2014/main" id="{635F26CD-F02E-30C0-0D0D-FAB9B67B455F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154" y="4881772"/>
            <a:ext cx="545426" cy="1032674"/>
          </a:xfrm>
          <a:prstGeom prst="rect">
            <a:avLst/>
          </a:prstGeom>
        </p:spPr>
      </p:pic>
      <p:pic>
        <p:nvPicPr>
          <p:cNvPr id="269" name="Picture 268" descr="A close-up of several black spots&#10;&#10;AI-generated content may be incorrect.">
            <a:extLst>
              <a:ext uri="{FF2B5EF4-FFF2-40B4-BE49-F238E27FC236}">
                <a16:creationId xmlns:a16="http://schemas.microsoft.com/office/drawing/2014/main" id="{2CE9B5E3-8D72-05F6-CF3C-ADED2CB320FC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97" t="24631" r="24229" b="16687"/>
          <a:stretch>
            <a:fillRect/>
          </a:stretch>
        </p:blipFill>
        <p:spPr>
          <a:xfrm>
            <a:off x="3077608" y="4885791"/>
            <a:ext cx="910890" cy="1042818"/>
          </a:xfrm>
          <a:prstGeom prst="rect">
            <a:avLst/>
          </a:prstGeom>
        </p:spPr>
      </p:pic>
      <p:pic>
        <p:nvPicPr>
          <p:cNvPr id="271" name="Picture 270" descr="A close-up of a bullet hole&#10;&#10;AI-generated content may be incorrect.">
            <a:extLst>
              <a:ext uri="{FF2B5EF4-FFF2-40B4-BE49-F238E27FC236}">
                <a16:creationId xmlns:a16="http://schemas.microsoft.com/office/drawing/2014/main" id="{9EF23349-A136-1BBD-B836-8393F014D183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83" r="17316"/>
          <a:stretch>
            <a:fillRect/>
          </a:stretch>
        </p:blipFill>
        <p:spPr>
          <a:xfrm>
            <a:off x="4133654" y="4942669"/>
            <a:ext cx="618344" cy="995147"/>
          </a:xfrm>
          <a:prstGeom prst="rect">
            <a:avLst/>
          </a:prstGeom>
        </p:spPr>
      </p:pic>
      <p:pic>
        <p:nvPicPr>
          <p:cNvPr id="273" name="Picture 272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48F766FB-2A54-0CC7-BD61-BCDA8817D45E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737" y="4890383"/>
            <a:ext cx="485775" cy="1038225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494E5187-66F9-F33D-ADC5-F2C3B376EB28}"/>
              </a:ext>
            </a:extLst>
          </p:cNvPr>
          <p:cNvSpPr txBox="1"/>
          <p:nvPr/>
        </p:nvSpPr>
        <p:spPr>
          <a:xfrm>
            <a:off x="3044753" y="4863994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colonial_Cannosphaeridae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2" name="Picture 1" descr="A close-up of several black spots&#10;&#10;AI-generated content may be incorrect.">
            <a:extLst>
              <a:ext uri="{FF2B5EF4-FFF2-40B4-BE49-F238E27FC236}">
                <a16:creationId xmlns:a16="http://schemas.microsoft.com/office/drawing/2014/main" id="{C3181464-AA13-B430-1463-505A1CB4DE72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916" r="38636" b="1"/>
          <a:stretch>
            <a:fillRect/>
          </a:stretch>
        </p:blipFill>
        <p:spPr>
          <a:xfrm>
            <a:off x="3076119" y="5646925"/>
            <a:ext cx="927015" cy="290455"/>
          </a:xfrm>
          <a:prstGeom prst="rect">
            <a:avLst/>
          </a:prstGeom>
        </p:spPr>
      </p:pic>
      <p:pic>
        <p:nvPicPr>
          <p:cNvPr id="20" name="Picture 19" descr="A white object with black dots&#10;&#10;AI-generated content may be incorrect.">
            <a:extLst>
              <a:ext uri="{FF2B5EF4-FFF2-40B4-BE49-F238E27FC236}">
                <a16:creationId xmlns:a16="http://schemas.microsoft.com/office/drawing/2014/main" id="{8613FB5C-3818-1E01-92FB-AD891C12BAFA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600" y="5006292"/>
            <a:ext cx="533400" cy="923925"/>
          </a:xfrm>
          <a:prstGeom prst="rect">
            <a:avLst/>
          </a:prstGeom>
        </p:spPr>
      </p:pic>
      <p:pic>
        <p:nvPicPr>
          <p:cNvPr id="22" name="Picture 21" descr="A close up of a ball&#10;&#10;AI-generated content may be incorrect.">
            <a:extLst>
              <a:ext uri="{FF2B5EF4-FFF2-40B4-BE49-F238E27FC236}">
                <a16:creationId xmlns:a16="http://schemas.microsoft.com/office/drawing/2014/main" id="{651C1D49-0BD4-2D4C-FBC2-2BC0EB171B08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0416" y="5055937"/>
            <a:ext cx="514350" cy="866775"/>
          </a:xfrm>
          <a:prstGeom prst="rect">
            <a:avLst/>
          </a:prstGeom>
        </p:spPr>
      </p:pic>
      <p:pic>
        <p:nvPicPr>
          <p:cNvPr id="25" name="Picture 24" descr="A close up of a black and white photo&#10;&#10;AI-generated content may be incorrect.">
            <a:extLst>
              <a:ext uri="{FF2B5EF4-FFF2-40B4-BE49-F238E27FC236}">
                <a16:creationId xmlns:a16="http://schemas.microsoft.com/office/drawing/2014/main" id="{2AB72A4E-4986-96CF-1B15-24ECB9E44BE9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056" y="5084512"/>
            <a:ext cx="771525" cy="809625"/>
          </a:xfrm>
          <a:prstGeom prst="rect">
            <a:avLst/>
          </a:prstGeom>
        </p:spPr>
      </p:pic>
      <p:pic>
        <p:nvPicPr>
          <p:cNvPr id="27" name="Picture 26" descr="A black and white image of a bullet&#10;&#10;AI-generated content may be incorrect.">
            <a:extLst>
              <a:ext uri="{FF2B5EF4-FFF2-40B4-BE49-F238E27FC236}">
                <a16:creationId xmlns:a16="http://schemas.microsoft.com/office/drawing/2014/main" id="{8B9494FB-A8E9-1875-1F35-D9F733236688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446" y="5084512"/>
            <a:ext cx="485775" cy="809625"/>
          </a:xfrm>
          <a:prstGeom prst="rect">
            <a:avLst/>
          </a:prstGeom>
        </p:spPr>
      </p:pic>
      <p:pic>
        <p:nvPicPr>
          <p:cNvPr id="30" name="Picture 29" descr="A clock on a white background&#10;&#10;AI-generated content may be incorrect.">
            <a:extLst>
              <a:ext uri="{FF2B5EF4-FFF2-40B4-BE49-F238E27FC236}">
                <a16:creationId xmlns:a16="http://schemas.microsoft.com/office/drawing/2014/main" id="{0DC7153D-01E8-6EFB-2E0D-05BC72FEB819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88" r="16851" b="20670"/>
          <a:stretch>
            <a:fillRect/>
          </a:stretch>
        </p:blipFill>
        <p:spPr>
          <a:xfrm>
            <a:off x="11620138" y="5003710"/>
            <a:ext cx="498956" cy="901916"/>
          </a:xfrm>
          <a:prstGeom prst="rect">
            <a:avLst/>
          </a:prstGeom>
        </p:spPr>
      </p:pic>
      <p:pic>
        <p:nvPicPr>
          <p:cNvPr id="32" name="Picture 31" descr="A black dot in a white background&#10;&#10;AI-generated content may be incorrect.">
            <a:extLst>
              <a:ext uri="{FF2B5EF4-FFF2-40B4-BE49-F238E27FC236}">
                <a16:creationId xmlns:a16="http://schemas.microsoft.com/office/drawing/2014/main" id="{E4881342-F913-BBEE-490D-2A380B111A54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34" r="14891"/>
          <a:stretch>
            <a:fillRect/>
          </a:stretch>
        </p:blipFill>
        <p:spPr>
          <a:xfrm>
            <a:off x="10893234" y="4927844"/>
            <a:ext cx="617755" cy="976079"/>
          </a:xfrm>
          <a:prstGeom prst="rect">
            <a:avLst/>
          </a:prstGeom>
        </p:spPr>
      </p:pic>
      <p:pic>
        <p:nvPicPr>
          <p:cNvPr id="35" name="Picture 34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A9D51071-C550-A4B0-135A-CCC40F87BD2C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41" r="15428" b="20502"/>
          <a:stretch>
            <a:fillRect/>
          </a:stretch>
        </p:blipFill>
        <p:spPr>
          <a:xfrm>
            <a:off x="10059087" y="5057336"/>
            <a:ext cx="724998" cy="834289"/>
          </a:xfrm>
          <a:prstGeom prst="rect">
            <a:avLst/>
          </a:prstGeom>
        </p:spPr>
      </p:pic>
      <p:pic>
        <p:nvPicPr>
          <p:cNvPr id="37" name="Picture 36" descr="A black object with a pointy center&#10;&#10;AI-generated content may be incorrect.">
            <a:extLst>
              <a:ext uri="{FF2B5EF4-FFF2-40B4-BE49-F238E27FC236}">
                <a16:creationId xmlns:a16="http://schemas.microsoft.com/office/drawing/2014/main" id="{78D0108C-9623-C78D-5334-4F9143CBC3F8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17" r="14857" b="21795"/>
          <a:stretch>
            <a:fillRect/>
          </a:stretch>
        </p:blipFill>
        <p:spPr>
          <a:xfrm>
            <a:off x="9171393" y="4979173"/>
            <a:ext cx="778545" cy="869619"/>
          </a:xfrm>
          <a:prstGeom prst="rect">
            <a:avLst/>
          </a:prstGeom>
        </p:spPr>
      </p:pic>
      <p:pic>
        <p:nvPicPr>
          <p:cNvPr id="38" name="Picture 37" descr="A black object with a pointy center&#10;&#10;AI-generated content may be incorrect.">
            <a:extLst>
              <a:ext uri="{FF2B5EF4-FFF2-40B4-BE49-F238E27FC236}">
                <a16:creationId xmlns:a16="http://schemas.microsoft.com/office/drawing/2014/main" id="{D03EFD54-22F0-A419-0538-89FFFF7B8ECD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191" r="14857"/>
          <a:stretch>
            <a:fillRect/>
          </a:stretch>
        </p:blipFill>
        <p:spPr>
          <a:xfrm>
            <a:off x="9178413" y="5564652"/>
            <a:ext cx="778545" cy="321532"/>
          </a:xfrm>
          <a:prstGeom prst="rect">
            <a:avLst/>
          </a:prstGeom>
        </p:spPr>
      </p:pic>
      <p:pic>
        <p:nvPicPr>
          <p:cNvPr id="40" name="Picture 39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09AB4F04-149C-4A11-26AC-3723188671C8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586" r="15428"/>
          <a:stretch>
            <a:fillRect/>
          </a:stretch>
        </p:blipFill>
        <p:spPr>
          <a:xfrm>
            <a:off x="9996648" y="5601954"/>
            <a:ext cx="724998" cy="309283"/>
          </a:xfrm>
          <a:prstGeom prst="rect">
            <a:avLst/>
          </a:prstGeom>
        </p:spPr>
      </p:pic>
      <p:pic>
        <p:nvPicPr>
          <p:cNvPr id="41" name="Picture 40" descr="A clock on a white background&#10;&#10;AI-generated content may be incorrect.">
            <a:extLst>
              <a:ext uri="{FF2B5EF4-FFF2-40B4-BE49-F238E27FC236}">
                <a16:creationId xmlns:a16="http://schemas.microsoft.com/office/drawing/2014/main" id="{C1E4559B-90FE-2BA7-B33F-2B34AF1850EF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853" r="16851"/>
          <a:stretch>
            <a:fillRect/>
          </a:stretch>
        </p:blipFill>
        <p:spPr>
          <a:xfrm>
            <a:off x="11620138" y="5554311"/>
            <a:ext cx="498956" cy="318558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115C6211-9C53-E7EE-9BEF-4D7B27A87340}"/>
              </a:ext>
            </a:extLst>
          </p:cNvPr>
          <p:cNvSpPr txBox="1"/>
          <p:nvPr/>
        </p:nvSpPr>
        <p:spPr>
          <a:xfrm>
            <a:off x="9157322" y="4869609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Acantharea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43" name="Picture 42" descr="A bullet hole with text&#10;&#10;AI-generated content may be incorrect.">
            <a:extLst>
              <a:ext uri="{FF2B5EF4-FFF2-40B4-BE49-F238E27FC236}">
                <a16:creationId xmlns:a16="http://schemas.microsoft.com/office/drawing/2014/main" id="{AF893A6C-05AE-E239-278B-2717A4A18226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48" r="16456"/>
          <a:stretch>
            <a:fillRect/>
          </a:stretch>
        </p:blipFill>
        <p:spPr>
          <a:xfrm>
            <a:off x="1621283" y="6161675"/>
            <a:ext cx="763724" cy="833322"/>
          </a:xfrm>
          <a:prstGeom prst="rect">
            <a:avLst/>
          </a:prstGeom>
        </p:spPr>
      </p:pic>
      <p:pic>
        <p:nvPicPr>
          <p:cNvPr id="45" name="Picture 44" descr="A bullet hole in a glass&#10;&#10;AI-generated content may be incorrect.">
            <a:extLst>
              <a:ext uri="{FF2B5EF4-FFF2-40B4-BE49-F238E27FC236}">
                <a16:creationId xmlns:a16="http://schemas.microsoft.com/office/drawing/2014/main" id="{9B1D7AA6-F603-0AA0-1655-0715898FC590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4" t="8048" r="5469" b="17879"/>
          <a:stretch>
            <a:fillRect/>
          </a:stretch>
        </p:blipFill>
        <p:spPr>
          <a:xfrm>
            <a:off x="638202" y="6074264"/>
            <a:ext cx="977610" cy="923580"/>
          </a:xfrm>
          <a:prstGeom prst="rect">
            <a:avLst/>
          </a:prstGeom>
        </p:spPr>
      </p:pic>
      <p:pic>
        <p:nvPicPr>
          <p:cNvPr id="47" name="Picture 46" descr="A close up of a spider&#10;&#10;AI-generated content may be incorrect.">
            <a:extLst>
              <a:ext uri="{FF2B5EF4-FFF2-40B4-BE49-F238E27FC236}">
                <a16:creationId xmlns:a16="http://schemas.microsoft.com/office/drawing/2014/main" id="{1DD0A9CF-C515-C7A1-35E1-D38DC5FD8929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30"/>
          <a:stretch>
            <a:fillRect/>
          </a:stretch>
        </p:blipFill>
        <p:spPr>
          <a:xfrm>
            <a:off x="2390478" y="5983140"/>
            <a:ext cx="628650" cy="1037540"/>
          </a:xfrm>
          <a:prstGeom prst="rect">
            <a:avLst/>
          </a:prstGeom>
        </p:spPr>
      </p:pic>
      <p:pic>
        <p:nvPicPr>
          <p:cNvPr id="49" name="Picture 48" descr="A bullet hole in a white background&#10;&#10;AI-generated content may be incorrect.">
            <a:extLst>
              <a:ext uri="{FF2B5EF4-FFF2-40B4-BE49-F238E27FC236}">
                <a16:creationId xmlns:a16="http://schemas.microsoft.com/office/drawing/2014/main" id="{ED7D87BC-4F3A-C47B-12CA-30EA95340E79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6" y="6100589"/>
            <a:ext cx="600075" cy="895350"/>
          </a:xfrm>
          <a:prstGeom prst="rect">
            <a:avLst/>
          </a:prstGeom>
        </p:spPr>
      </p:pic>
      <p:pic>
        <p:nvPicPr>
          <p:cNvPr id="50" name="Picture 49" descr="A bullet hole in a glass&#10;&#10;AI-generated content may be incorrect.">
            <a:extLst>
              <a:ext uri="{FF2B5EF4-FFF2-40B4-BE49-F238E27FC236}">
                <a16:creationId xmlns:a16="http://schemas.microsoft.com/office/drawing/2014/main" id="{DCED5551-8C44-5C71-E0B1-938495A9443A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443" r="13512" b="1444"/>
          <a:stretch>
            <a:fillRect/>
          </a:stretch>
        </p:blipFill>
        <p:spPr>
          <a:xfrm>
            <a:off x="633568" y="6786248"/>
            <a:ext cx="979783" cy="213383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4AF00FCE-FAA0-1917-D838-79C156126559}"/>
              </a:ext>
            </a:extLst>
          </p:cNvPr>
          <p:cNvSpPr txBox="1"/>
          <p:nvPr/>
        </p:nvSpPr>
        <p:spPr>
          <a:xfrm>
            <a:off x="-5170" y="595635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BD00"/>
                </a:solidFill>
              </a:rPr>
              <a:t>Foraminifera</a:t>
            </a:r>
          </a:p>
        </p:txBody>
      </p:sp>
      <p:pic>
        <p:nvPicPr>
          <p:cNvPr id="21" name="Picture 20" descr="A close-up of a white circle&#10;&#10;AI-generated content may be incorrect.">
            <a:extLst>
              <a:ext uri="{FF2B5EF4-FFF2-40B4-BE49-F238E27FC236}">
                <a16:creationId xmlns:a16="http://schemas.microsoft.com/office/drawing/2014/main" id="{5F5036A6-F524-1D7A-ACDB-98E40C6D10E3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68" t="22255" r="18756" b="21466"/>
          <a:stretch>
            <a:fillRect/>
          </a:stretch>
        </p:blipFill>
        <p:spPr>
          <a:xfrm>
            <a:off x="3863294" y="6204809"/>
            <a:ext cx="661018" cy="712963"/>
          </a:xfrm>
          <a:prstGeom prst="rect">
            <a:avLst/>
          </a:prstGeom>
        </p:spPr>
      </p:pic>
      <p:pic>
        <p:nvPicPr>
          <p:cNvPr id="26" name="Picture 25" descr="A blurry image of a circle&#10;&#10;AI-generated content may be incorrect.">
            <a:extLst>
              <a:ext uri="{FF2B5EF4-FFF2-40B4-BE49-F238E27FC236}">
                <a16:creationId xmlns:a16="http://schemas.microsoft.com/office/drawing/2014/main" id="{B3C35B5D-DF64-9A21-90DF-D82A777683A3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32" r="18179"/>
          <a:stretch>
            <a:fillRect/>
          </a:stretch>
        </p:blipFill>
        <p:spPr>
          <a:xfrm>
            <a:off x="4648023" y="6091116"/>
            <a:ext cx="607894" cy="881668"/>
          </a:xfrm>
          <a:prstGeom prst="rect">
            <a:avLst/>
          </a:prstGeom>
        </p:spPr>
      </p:pic>
      <p:pic>
        <p:nvPicPr>
          <p:cNvPr id="31" name="Picture 30" descr="A white circle with black text&#10;&#10;AI-generated content may be incorrect.">
            <a:extLst>
              <a:ext uri="{FF2B5EF4-FFF2-40B4-BE49-F238E27FC236}">
                <a16:creationId xmlns:a16="http://schemas.microsoft.com/office/drawing/2014/main" id="{CE26857C-04BD-2EA2-0F65-2F621FE2E3F7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55" r="18328"/>
          <a:stretch>
            <a:fillRect/>
          </a:stretch>
        </p:blipFill>
        <p:spPr>
          <a:xfrm>
            <a:off x="5379629" y="6085888"/>
            <a:ext cx="700134" cy="892124"/>
          </a:xfrm>
          <a:prstGeom prst="rect">
            <a:avLst/>
          </a:prstGeom>
        </p:spPr>
      </p:pic>
      <p:pic>
        <p:nvPicPr>
          <p:cNvPr id="36" name="Picture 35" descr="A close-up of a eye&#10;&#10;AI-generated content may be incorrect.">
            <a:extLst>
              <a:ext uri="{FF2B5EF4-FFF2-40B4-BE49-F238E27FC236}">
                <a16:creationId xmlns:a16="http://schemas.microsoft.com/office/drawing/2014/main" id="{202BF72C-0120-B53E-60F4-F5ADE54FFC85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53" t="26163" r="27169" b="23737"/>
          <a:stretch>
            <a:fillRect/>
          </a:stretch>
        </p:blipFill>
        <p:spPr>
          <a:xfrm>
            <a:off x="3082897" y="6092933"/>
            <a:ext cx="656686" cy="878035"/>
          </a:xfrm>
          <a:prstGeom prst="rect">
            <a:avLst/>
          </a:prstGeom>
        </p:spPr>
      </p:pic>
      <p:pic>
        <p:nvPicPr>
          <p:cNvPr id="42" name="Picture 41" descr="A close-up of a eye&#10;&#10;AI-generated content may be incorrect.">
            <a:extLst>
              <a:ext uri="{FF2B5EF4-FFF2-40B4-BE49-F238E27FC236}">
                <a16:creationId xmlns:a16="http://schemas.microsoft.com/office/drawing/2014/main" id="{B4B23437-D965-F169-2D12-C0D38421E90A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359" r="53446" b="-2065"/>
          <a:stretch>
            <a:fillRect/>
          </a:stretch>
        </p:blipFill>
        <p:spPr>
          <a:xfrm>
            <a:off x="3089827" y="6610741"/>
            <a:ext cx="638530" cy="362882"/>
          </a:xfrm>
          <a:prstGeom prst="rect">
            <a:avLst/>
          </a:prstGeom>
        </p:spPr>
      </p:pic>
      <p:pic>
        <p:nvPicPr>
          <p:cNvPr id="44" name="Picture 43" descr="A close-up of a white circle&#10;&#10;AI-generated content may be incorrect.">
            <a:extLst>
              <a:ext uri="{FF2B5EF4-FFF2-40B4-BE49-F238E27FC236}">
                <a16:creationId xmlns:a16="http://schemas.microsoft.com/office/drawing/2014/main" id="{BA57DD64-0E20-C9E9-2309-5A0F812FC110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77119" r="39508" b="-2009"/>
          <a:stretch>
            <a:fillRect/>
          </a:stretch>
        </p:blipFill>
        <p:spPr>
          <a:xfrm>
            <a:off x="3859624" y="6659056"/>
            <a:ext cx="656860" cy="315311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C6CAB351-3DBA-1764-9CCB-18A4127BE108}"/>
              </a:ext>
            </a:extLst>
          </p:cNvPr>
          <p:cNvSpPr txBox="1"/>
          <p:nvPr/>
        </p:nvSpPr>
        <p:spPr>
          <a:xfrm>
            <a:off x="3049671" y="5950459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Collodaria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48" name="Picture 47" descr="A black and white image of a foot print&#10;&#10;AI-generated content may be incorrect.">
            <a:extLst>
              <a:ext uri="{FF2B5EF4-FFF2-40B4-BE49-F238E27FC236}">
                <a16:creationId xmlns:a16="http://schemas.microsoft.com/office/drawing/2014/main" id="{7E26B6A5-BDCE-950D-3001-53AE725918B0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66" t="19114" r="22308" b="25302"/>
          <a:stretch>
            <a:fillRect/>
          </a:stretch>
        </p:blipFill>
        <p:spPr>
          <a:xfrm>
            <a:off x="7359552" y="6177648"/>
            <a:ext cx="687974" cy="751808"/>
          </a:xfrm>
          <a:prstGeom prst="rect">
            <a:avLst/>
          </a:prstGeom>
        </p:spPr>
      </p:pic>
      <p:pic>
        <p:nvPicPr>
          <p:cNvPr id="52" name="Picture 51" descr="A white line on a white background&#10;&#10;AI-generated content may be incorrect.">
            <a:extLst>
              <a:ext uri="{FF2B5EF4-FFF2-40B4-BE49-F238E27FC236}">
                <a16:creationId xmlns:a16="http://schemas.microsoft.com/office/drawing/2014/main" id="{8A9F2261-1BC1-2F9F-C331-2D719FE98E3B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34" t="27517" r="28131" b="27062"/>
          <a:stretch>
            <a:fillRect/>
          </a:stretch>
        </p:blipFill>
        <p:spPr>
          <a:xfrm>
            <a:off x="6180439" y="5987677"/>
            <a:ext cx="836163" cy="978648"/>
          </a:xfrm>
          <a:prstGeom prst="rect">
            <a:avLst/>
          </a:prstGeom>
        </p:spPr>
      </p:pic>
      <p:pic>
        <p:nvPicPr>
          <p:cNvPr id="56" name="Picture 55" descr="A black and white image of a round object&#10;&#10;AI-generated content may be incorrect.">
            <a:extLst>
              <a:ext uri="{FF2B5EF4-FFF2-40B4-BE49-F238E27FC236}">
                <a16:creationId xmlns:a16="http://schemas.microsoft.com/office/drawing/2014/main" id="{99432235-CA16-0186-52F5-FD7E7B190363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59" t="24292" r="26992" b="21626"/>
          <a:stretch>
            <a:fillRect/>
          </a:stretch>
        </p:blipFill>
        <p:spPr>
          <a:xfrm>
            <a:off x="8390476" y="6002335"/>
            <a:ext cx="694358" cy="963298"/>
          </a:xfrm>
          <a:prstGeom prst="rect">
            <a:avLst/>
          </a:prstGeom>
        </p:spPr>
      </p:pic>
      <p:pic>
        <p:nvPicPr>
          <p:cNvPr id="61" name="Picture 60" descr="A black and white image of a foot print&#10;&#10;AI-generated content may be incorrect.">
            <a:extLst>
              <a:ext uri="{FF2B5EF4-FFF2-40B4-BE49-F238E27FC236}">
                <a16:creationId xmlns:a16="http://schemas.microsoft.com/office/drawing/2014/main" id="{176EA64C-D7D5-DC55-87DF-67DFF0000060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62" r="50405" b="20"/>
          <a:stretch>
            <a:fillRect/>
          </a:stretch>
        </p:blipFill>
        <p:spPr>
          <a:xfrm>
            <a:off x="7369384" y="6601363"/>
            <a:ext cx="666076" cy="332984"/>
          </a:xfrm>
          <a:prstGeom prst="rect">
            <a:avLst/>
          </a:prstGeom>
        </p:spPr>
      </p:pic>
      <p:pic>
        <p:nvPicPr>
          <p:cNvPr id="62" name="Picture 61" descr="A white line on a white background&#10;&#10;AI-generated content may be incorrect.">
            <a:extLst>
              <a:ext uri="{FF2B5EF4-FFF2-40B4-BE49-F238E27FC236}">
                <a16:creationId xmlns:a16="http://schemas.microsoft.com/office/drawing/2014/main" id="{7AA5D82D-F6DB-EB3A-6BFF-4F39C65C17E9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918" r="57757"/>
          <a:stretch>
            <a:fillRect/>
          </a:stretch>
        </p:blipFill>
        <p:spPr>
          <a:xfrm>
            <a:off x="6172417" y="6727950"/>
            <a:ext cx="842315" cy="260318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47633A9E-5DED-EBFD-44C5-983B56EF3A2E}"/>
              </a:ext>
            </a:extLst>
          </p:cNvPr>
          <p:cNvSpPr txBox="1"/>
          <p:nvPr/>
        </p:nvSpPr>
        <p:spPr>
          <a:xfrm>
            <a:off x="6114239" y="5950768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colonial_Collodaria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63" name="Picture 62" descr="A black and white image of a round object&#10;&#10;AI-generated content may be incorrect.">
            <a:extLst>
              <a:ext uri="{FF2B5EF4-FFF2-40B4-BE49-F238E27FC236}">
                <a16:creationId xmlns:a16="http://schemas.microsoft.com/office/drawing/2014/main" id="{D7FE16C5-BB88-A052-1A02-5E7C1C6F8BED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951" r="53499"/>
          <a:stretch>
            <a:fillRect/>
          </a:stretch>
        </p:blipFill>
        <p:spPr>
          <a:xfrm>
            <a:off x="8390371" y="6630852"/>
            <a:ext cx="704242" cy="339290"/>
          </a:xfrm>
          <a:prstGeom prst="rect">
            <a:avLst/>
          </a:prstGeom>
        </p:spPr>
      </p:pic>
      <p:pic>
        <p:nvPicPr>
          <p:cNvPr id="65" name="Picture 64" descr="A black do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643F01B9-9580-4FF3-2FF1-C50C548CD036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127" y="6197350"/>
            <a:ext cx="485775" cy="609600"/>
          </a:xfrm>
          <a:prstGeom prst="rect">
            <a:avLst/>
          </a:prstGeom>
        </p:spPr>
      </p:pic>
      <p:pic>
        <p:nvPicPr>
          <p:cNvPr id="67" name="Picture 66" descr="A close up of a black circle&#10;&#10;AI-generated content may be incorrect.">
            <a:extLst>
              <a:ext uri="{FF2B5EF4-FFF2-40B4-BE49-F238E27FC236}">
                <a16:creationId xmlns:a16="http://schemas.microsoft.com/office/drawing/2014/main" id="{8B60350C-A04E-270B-D122-3C530013FF1F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1538" y="6054475"/>
            <a:ext cx="571500" cy="895350"/>
          </a:xfrm>
          <a:prstGeom prst="rect">
            <a:avLst/>
          </a:prstGeom>
        </p:spPr>
      </p:pic>
      <p:pic>
        <p:nvPicPr>
          <p:cNvPr id="69" name="Picture 68" descr="A bullet hole in a white background&#10;&#10;AI-generated content may be incorrect.">
            <a:extLst>
              <a:ext uri="{FF2B5EF4-FFF2-40B4-BE49-F238E27FC236}">
                <a16:creationId xmlns:a16="http://schemas.microsoft.com/office/drawing/2014/main" id="{FBFD0861-9B69-B053-BE5D-08121864F3FA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142" y="6040188"/>
            <a:ext cx="514350" cy="923925"/>
          </a:xfrm>
          <a:prstGeom prst="rect">
            <a:avLst/>
          </a:prstGeom>
        </p:spPr>
      </p:pic>
      <p:pic>
        <p:nvPicPr>
          <p:cNvPr id="71" name="Picture 70" descr="A close up of a black eyeball&#10;&#10;AI-generated content may be incorrect.">
            <a:extLst>
              <a:ext uri="{FF2B5EF4-FFF2-40B4-BE49-F238E27FC236}">
                <a16:creationId xmlns:a16="http://schemas.microsoft.com/office/drawing/2014/main" id="{97F3550E-81EB-8ABB-2680-3EB4B066C6A4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6582" y="5997325"/>
            <a:ext cx="542925" cy="1009650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46310A8E-A702-B045-C20F-DCF43481A2C9}"/>
              </a:ext>
            </a:extLst>
          </p:cNvPr>
          <p:cNvSpPr txBox="1"/>
          <p:nvPr/>
        </p:nvSpPr>
        <p:spPr>
          <a:xfrm>
            <a:off x="9162240" y="5956074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mc_solitary_black_to_puff</a:t>
            </a:r>
            <a:endParaRPr lang="en-US" sz="1200" b="1" dirty="0">
              <a:solidFill>
                <a:srgbClr val="FFBD00"/>
              </a:solidFill>
            </a:endParaRPr>
          </a:p>
        </p:txBody>
      </p:sp>
      <p:pic>
        <p:nvPicPr>
          <p:cNvPr id="73" name="Picture 72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7BBE700D-1F0F-7B69-7C36-F729B4FAC393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002" y="7314730"/>
            <a:ext cx="485775" cy="609600"/>
          </a:xfrm>
          <a:prstGeom prst="rect">
            <a:avLst/>
          </a:prstGeom>
        </p:spPr>
      </p:pic>
      <p:pic>
        <p:nvPicPr>
          <p:cNvPr id="75" name="Picture 74" descr="A black dot with a number&#10;&#10;AI-generated content may be incorrect.">
            <a:extLst>
              <a:ext uri="{FF2B5EF4-FFF2-40B4-BE49-F238E27FC236}">
                <a16:creationId xmlns:a16="http://schemas.microsoft.com/office/drawing/2014/main" id="{18B1E76E-BF19-CC82-4AB0-9F9FDEDC27CC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373" y="7214718"/>
            <a:ext cx="485775" cy="809625"/>
          </a:xfrm>
          <a:prstGeom prst="rect">
            <a:avLst/>
          </a:prstGeom>
        </p:spPr>
      </p:pic>
      <p:pic>
        <p:nvPicPr>
          <p:cNvPr id="81" name="Picture 80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BC25B1E6-1441-6AA1-FDD0-BE0A5DA17FB5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30" y="7243293"/>
            <a:ext cx="485775" cy="752475"/>
          </a:xfrm>
          <a:prstGeom prst="rect">
            <a:avLst/>
          </a:prstGeom>
        </p:spPr>
      </p:pic>
      <p:pic>
        <p:nvPicPr>
          <p:cNvPr id="83" name="Picture 82" descr="A black dot with numbers and a black line&#10;&#10;AI-generated content may be incorrect.">
            <a:extLst>
              <a:ext uri="{FF2B5EF4-FFF2-40B4-BE49-F238E27FC236}">
                <a16:creationId xmlns:a16="http://schemas.microsoft.com/office/drawing/2014/main" id="{C493080C-2286-2FB9-20CA-B61AE4EC4D1E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58" y="7300443"/>
            <a:ext cx="485775" cy="638175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6AA27476-14B1-9AB0-A392-57E137595AB9}"/>
              </a:ext>
            </a:extLst>
          </p:cNvPr>
          <p:cNvSpPr txBox="1"/>
          <p:nvPr/>
        </p:nvSpPr>
        <p:spPr>
          <a:xfrm>
            <a:off x="-10087" y="705264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BD00"/>
                </a:solidFill>
              </a:rPr>
              <a:t>solitaryblack</a:t>
            </a:r>
            <a:endParaRPr lang="en-US" sz="1200" b="1" dirty="0">
              <a:solidFill>
                <a:srgbClr val="FFBD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948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 descr="A black and white image of a feather&#10;&#10;AI-generated content may be incorrect.">
            <a:extLst>
              <a:ext uri="{FF2B5EF4-FFF2-40B4-BE49-F238E27FC236}">
                <a16:creationId xmlns:a16="http://schemas.microsoft.com/office/drawing/2014/main" id="{387C15EE-9244-0917-8623-367EEB75D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80" t="26511" r="12045" b="32930"/>
          <a:stretch>
            <a:fillRect/>
          </a:stretch>
        </p:blipFill>
        <p:spPr>
          <a:xfrm rot="16200000">
            <a:off x="3883809" y="-99216"/>
            <a:ext cx="1241555" cy="155528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D0D7C3D-98C2-DAAC-A237-F4954DC3CF81}"/>
              </a:ext>
            </a:extLst>
          </p:cNvPr>
          <p:cNvSpPr/>
          <p:nvPr/>
        </p:nvSpPr>
        <p:spPr>
          <a:xfrm>
            <a:off x="3048000" y="1356856"/>
            <a:ext cx="3048000" cy="1612086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B391BB-21AC-80FC-436B-58D807C1FC2C}"/>
              </a:ext>
            </a:extLst>
          </p:cNvPr>
          <p:cNvSpPr/>
          <p:nvPr/>
        </p:nvSpPr>
        <p:spPr>
          <a:xfrm>
            <a:off x="0" y="1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676B46-47FE-3616-FB01-815C29C40728}"/>
              </a:ext>
            </a:extLst>
          </p:cNvPr>
          <p:cNvSpPr/>
          <p:nvPr/>
        </p:nvSpPr>
        <p:spPr>
          <a:xfrm>
            <a:off x="0" y="1356855"/>
            <a:ext cx="3048000" cy="161412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76FF84-A9CE-922B-405F-02B6DBF3F6A1}"/>
              </a:ext>
            </a:extLst>
          </p:cNvPr>
          <p:cNvSpPr/>
          <p:nvPr/>
        </p:nvSpPr>
        <p:spPr>
          <a:xfrm>
            <a:off x="6096000" y="1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9B4051-290C-A9A8-32E0-AE9C04194B3C}"/>
              </a:ext>
            </a:extLst>
          </p:cNvPr>
          <p:cNvSpPr/>
          <p:nvPr/>
        </p:nvSpPr>
        <p:spPr>
          <a:xfrm>
            <a:off x="9144000" y="1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FA4BF4-5823-C070-0DF4-86E71F4CB538}"/>
              </a:ext>
            </a:extLst>
          </p:cNvPr>
          <p:cNvSpPr/>
          <p:nvPr/>
        </p:nvSpPr>
        <p:spPr>
          <a:xfrm>
            <a:off x="6096000" y="1356855"/>
            <a:ext cx="3048000" cy="161412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0A143D-8C57-ACD0-D6E1-B0E02D48384A}"/>
              </a:ext>
            </a:extLst>
          </p:cNvPr>
          <p:cNvSpPr/>
          <p:nvPr/>
        </p:nvSpPr>
        <p:spPr>
          <a:xfrm>
            <a:off x="9144000" y="1356855"/>
            <a:ext cx="3048000" cy="161412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EE6CC7-55AD-0400-6630-CA040D4F7F49}"/>
              </a:ext>
            </a:extLst>
          </p:cNvPr>
          <p:cNvSpPr/>
          <p:nvPr/>
        </p:nvSpPr>
        <p:spPr>
          <a:xfrm>
            <a:off x="333" y="2968943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85C607-9DDB-7B73-BA2D-6C97A8AC7B7F}"/>
              </a:ext>
            </a:extLst>
          </p:cNvPr>
          <p:cNvSpPr txBox="1"/>
          <p:nvPr/>
        </p:nvSpPr>
        <p:spPr>
          <a:xfrm>
            <a:off x="3038502" y="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Eumalacostraca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9D61C4-5189-563E-E3BA-CF3FCC82518D}"/>
              </a:ext>
            </a:extLst>
          </p:cNvPr>
          <p:cNvSpPr txBox="1"/>
          <p:nvPr/>
        </p:nvSpPr>
        <p:spPr>
          <a:xfrm>
            <a:off x="9151071" y="561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like_Amphipoda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4FE5D2-3D6C-7DE0-475C-B34566330BE0}"/>
              </a:ext>
            </a:extLst>
          </p:cNvPr>
          <p:cNvSpPr txBox="1"/>
          <p:nvPr/>
        </p:nvSpPr>
        <p:spPr>
          <a:xfrm>
            <a:off x="-9499" y="-5306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EC7727"/>
                </a:solidFill>
              </a:rPr>
              <a:t>Crustacea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71D6D1-A18A-3B1E-01EE-0419B9BE10BA}"/>
              </a:ext>
            </a:extLst>
          </p:cNvPr>
          <p:cNvSpPr txBox="1"/>
          <p:nvPr/>
        </p:nvSpPr>
        <p:spPr>
          <a:xfrm>
            <a:off x="-14413" y="1356470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shrimp_like</a:t>
            </a:r>
            <a:endParaRPr lang="en-US" sz="1200" b="1" dirty="0">
              <a:solidFill>
                <a:srgbClr val="EC7727"/>
              </a:solidFill>
            </a:endParaRPr>
          </a:p>
          <a:p>
            <a:pPr algn="ctr"/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2DA8541-5330-B005-F4C9-FB8236D4FB64}"/>
              </a:ext>
            </a:extLst>
          </p:cNvPr>
          <p:cNvSpPr txBox="1"/>
          <p:nvPr/>
        </p:nvSpPr>
        <p:spPr>
          <a:xfrm>
            <a:off x="6103070" y="30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Hyperia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pic>
        <p:nvPicPr>
          <p:cNvPr id="89" name="Picture 88" descr="A black and white feather&#10;&#10;AI-generated content may be incorrect.">
            <a:extLst>
              <a:ext uri="{FF2B5EF4-FFF2-40B4-BE49-F238E27FC236}">
                <a16:creationId xmlns:a16="http://schemas.microsoft.com/office/drawing/2014/main" id="{B8A296A0-825B-D2FF-40B3-688C20CF14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66" b="23307"/>
          <a:stretch>
            <a:fillRect/>
          </a:stretch>
        </p:blipFill>
        <p:spPr>
          <a:xfrm>
            <a:off x="50868" y="36472"/>
            <a:ext cx="942975" cy="1296220"/>
          </a:xfrm>
          <a:prstGeom prst="rect">
            <a:avLst/>
          </a:prstGeom>
        </p:spPr>
      </p:pic>
      <p:pic>
        <p:nvPicPr>
          <p:cNvPr id="91" name="Picture 90" descr="A black and white image of a squid&#10;&#10;AI-generated content may be incorrect.">
            <a:extLst>
              <a:ext uri="{FF2B5EF4-FFF2-40B4-BE49-F238E27FC236}">
                <a16:creationId xmlns:a16="http://schemas.microsoft.com/office/drawing/2014/main" id="{1C133F76-8A03-26E7-2A4C-675DC7DE10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67" r="16165" b="20050"/>
          <a:stretch>
            <a:fillRect/>
          </a:stretch>
        </p:blipFill>
        <p:spPr>
          <a:xfrm>
            <a:off x="1896973" y="178169"/>
            <a:ext cx="1121545" cy="1012826"/>
          </a:xfrm>
          <a:prstGeom prst="rect">
            <a:avLst/>
          </a:prstGeom>
        </p:spPr>
      </p:pic>
      <p:pic>
        <p:nvPicPr>
          <p:cNvPr id="93" name="Picture 92" descr="A black and white image of a fish&#10;&#10;AI-generated content may be incorrect.">
            <a:extLst>
              <a:ext uri="{FF2B5EF4-FFF2-40B4-BE49-F238E27FC236}">
                <a16:creationId xmlns:a16="http://schemas.microsoft.com/office/drawing/2014/main" id="{A25EA454-57D9-2967-2B93-78AC434531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62"/>
          <a:stretch>
            <a:fillRect/>
          </a:stretch>
        </p:blipFill>
        <p:spPr>
          <a:xfrm>
            <a:off x="914586" y="236907"/>
            <a:ext cx="1061645" cy="895350"/>
          </a:xfrm>
          <a:prstGeom prst="rect">
            <a:avLst/>
          </a:prstGeom>
        </p:spPr>
      </p:pic>
      <p:pic>
        <p:nvPicPr>
          <p:cNvPr id="96" name="Picture 95" descr="A black and white feather&#10;&#10;AI-generated content may be incorrect.">
            <a:extLst>
              <a:ext uri="{FF2B5EF4-FFF2-40B4-BE49-F238E27FC236}">
                <a16:creationId xmlns:a16="http://schemas.microsoft.com/office/drawing/2014/main" id="{E53B19F6-F4CA-CC0E-63A0-C8EBD2C075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783" b="-1"/>
          <a:stretch>
            <a:fillRect/>
          </a:stretch>
        </p:blipFill>
        <p:spPr>
          <a:xfrm>
            <a:off x="45692" y="913514"/>
            <a:ext cx="942975" cy="419177"/>
          </a:xfrm>
          <a:prstGeom prst="rect">
            <a:avLst/>
          </a:prstGeom>
        </p:spPr>
      </p:pic>
      <p:pic>
        <p:nvPicPr>
          <p:cNvPr id="97" name="Picture 96" descr="A black and white image of a squid&#10;&#10;AI-generated content may be incorrect.">
            <a:extLst>
              <a:ext uri="{FF2B5EF4-FFF2-40B4-BE49-F238E27FC236}">
                <a16:creationId xmlns:a16="http://schemas.microsoft.com/office/drawing/2014/main" id="{F3E42446-449F-9F83-A77A-BD58F9534D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187" r="40532"/>
          <a:stretch>
            <a:fillRect/>
          </a:stretch>
        </p:blipFill>
        <p:spPr>
          <a:xfrm>
            <a:off x="1896973" y="904097"/>
            <a:ext cx="1121545" cy="301671"/>
          </a:xfrm>
          <a:prstGeom prst="rect">
            <a:avLst/>
          </a:prstGeom>
        </p:spPr>
      </p:pic>
      <p:pic>
        <p:nvPicPr>
          <p:cNvPr id="100" name="Picture 99" descr="A black and white image of a feather&#10;&#10;AI-generated content may be incorrect.">
            <a:extLst>
              <a:ext uri="{FF2B5EF4-FFF2-40B4-BE49-F238E27FC236}">
                <a16:creationId xmlns:a16="http://schemas.microsoft.com/office/drawing/2014/main" id="{C1731EA2-ECA2-58FB-4066-7FD37D575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420" r="12045"/>
          <a:stretch>
            <a:fillRect/>
          </a:stretch>
        </p:blipFill>
        <p:spPr>
          <a:xfrm>
            <a:off x="3624653" y="1131798"/>
            <a:ext cx="1704256" cy="175590"/>
          </a:xfrm>
          <a:prstGeom prst="rect">
            <a:avLst/>
          </a:prstGeom>
        </p:spPr>
      </p:pic>
      <p:pic>
        <p:nvPicPr>
          <p:cNvPr id="102" name="Picture 101" descr="A black silhouette of a bird&#10;&#10;AI-generated content may be incorrect.">
            <a:extLst>
              <a:ext uri="{FF2B5EF4-FFF2-40B4-BE49-F238E27FC236}">
                <a16:creationId xmlns:a16="http://schemas.microsoft.com/office/drawing/2014/main" id="{F28C263B-1210-44AC-5030-39371E7820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74" t="27776" b="23320"/>
          <a:stretch>
            <a:fillRect/>
          </a:stretch>
        </p:blipFill>
        <p:spPr>
          <a:xfrm>
            <a:off x="6163331" y="82190"/>
            <a:ext cx="732674" cy="1192477"/>
          </a:xfrm>
          <a:prstGeom prst="rect">
            <a:avLst/>
          </a:prstGeom>
        </p:spPr>
      </p:pic>
      <p:pic>
        <p:nvPicPr>
          <p:cNvPr id="104" name="Picture 103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555D67AD-BD83-818C-8301-5453976FD2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6" t="18089" r="23333" b="20918"/>
          <a:stretch>
            <a:fillRect/>
          </a:stretch>
        </p:blipFill>
        <p:spPr>
          <a:xfrm>
            <a:off x="6845157" y="291478"/>
            <a:ext cx="875103" cy="929527"/>
          </a:xfrm>
          <a:prstGeom prst="rect">
            <a:avLst/>
          </a:prstGeom>
        </p:spPr>
      </p:pic>
      <p:pic>
        <p:nvPicPr>
          <p:cNvPr id="106" name="Picture 105" descr="A black shadow of a bird&#10;&#10;AI-generated content may be incorrect.">
            <a:extLst>
              <a:ext uri="{FF2B5EF4-FFF2-40B4-BE49-F238E27FC236}">
                <a16:creationId xmlns:a16="http://schemas.microsoft.com/office/drawing/2014/main" id="{569BAB10-FF00-30DA-D175-3CD10AAF5C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61" t="20884" r="24045" b="24527"/>
          <a:stretch>
            <a:fillRect/>
          </a:stretch>
        </p:blipFill>
        <p:spPr>
          <a:xfrm>
            <a:off x="7669412" y="272479"/>
            <a:ext cx="665037" cy="956740"/>
          </a:xfrm>
          <a:prstGeom prst="rect">
            <a:avLst/>
          </a:prstGeom>
        </p:spPr>
      </p:pic>
      <p:pic>
        <p:nvPicPr>
          <p:cNvPr id="108" name="Picture 107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7E8083F7-55A3-0E70-B65C-0673E7D6E3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71" r="9786" b="21105"/>
          <a:stretch>
            <a:fillRect/>
          </a:stretch>
        </p:blipFill>
        <p:spPr>
          <a:xfrm>
            <a:off x="8283602" y="83775"/>
            <a:ext cx="824912" cy="1113407"/>
          </a:xfrm>
          <a:prstGeom prst="rect">
            <a:avLst/>
          </a:prstGeom>
        </p:spPr>
      </p:pic>
      <p:pic>
        <p:nvPicPr>
          <p:cNvPr id="109" name="Picture 108" descr="A black silhouette of a bird&#10;&#10;AI-generated content may be incorrect.">
            <a:extLst>
              <a:ext uri="{FF2B5EF4-FFF2-40B4-BE49-F238E27FC236}">
                <a16:creationId xmlns:a16="http://schemas.microsoft.com/office/drawing/2014/main" id="{B5B80F3D-5569-882E-72D0-2F5585DE3A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807"/>
          <a:stretch>
            <a:fillRect/>
          </a:stretch>
        </p:blipFill>
        <p:spPr>
          <a:xfrm>
            <a:off x="6114970" y="879812"/>
            <a:ext cx="914400" cy="394855"/>
          </a:xfrm>
          <a:prstGeom prst="rect">
            <a:avLst/>
          </a:prstGeom>
        </p:spPr>
      </p:pic>
      <p:pic>
        <p:nvPicPr>
          <p:cNvPr id="110" name="Picture 109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4C9C2A9E-A6B9-F8B2-E9EC-29E9429838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706" r="56057" b="-539"/>
          <a:stretch>
            <a:fillRect/>
          </a:stretch>
        </p:blipFill>
        <p:spPr>
          <a:xfrm>
            <a:off x="6758129" y="850778"/>
            <a:ext cx="753386" cy="378441"/>
          </a:xfrm>
          <a:prstGeom prst="rect">
            <a:avLst/>
          </a:prstGeom>
        </p:spPr>
      </p:pic>
      <p:pic>
        <p:nvPicPr>
          <p:cNvPr id="111" name="Picture 110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E9F56F50-ECBA-C785-9D43-B48B18CB25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976" r="23964" b="-978"/>
          <a:stretch>
            <a:fillRect/>
          </a:stretch>
        </p:blipFill>
        <p:spPr>
          <a:xfrm>
            <a:off x="8283602" y="809399"/>
            <a:ext cx="695271" cy="407719"/>
          </a:xfrm>
          <a:prstGeom prst="rect">
            <a:avLst/>
          </a:prstGeom>
        </p:spPr>
      </p:pic>
      <p:pic>
        <p:nvPicPr>
          <p:cNvPr id="112" name="Picture 111" descr="A black shadow of a bird&#10;&#10;AI-generated content may be incorrect.">
            <a:extLst>
              <a:ext uri="{FF2B5EF4-FFF2-40B4-BE49-F238E27FC236}">
                <a16:creationId xmlns:a16="http://schemas.microsoft.com/office/drawing/2014/main" id="{E8DAC5A5-EE30-BB23-2B13-DE816A56B2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81226" r="49405"/>
          <a:stretch>
            <a:fillRect/>
          </a:stretch>
        </p:blipFill>
        <p:spPr>
          <a:xfrm>
            <a:off x="7601996" y="900173"/>
            <a:ext cx="665037" cy="329046"/>
          </a:xfrm>
          <a:prstGeom prst="rect">
            <a:avLst/>
          </a:prstGeom>
        </p:spPr>
      </p:pic>
      <p:pic>
        <p:nvPicPr>
          <p:cNvPr id="115" name="Picture 114" descr="A black object with numbers and text&#10;&#10;AI-generated content may be incorrect.">
            <a:extLst>
              <a:ext uri="{FF2B5EF4-FFF2-40B4-BE49-F238E27FC236}">
                <a16:creationId xmlns:a16="http://schemas.microsoft.com/office/drawing/2014/main" id="{B845C306-BFDA-D006-F171-6AAF3B31B3A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0990" y="426325"/>
            <a:ext cx="714375" cy="666750"/>
          </a:xfrm>
          <a:prstGeom prst="rect">
            <a:avLst/>
          </a:prstGeom>
        </p:spPr>
      </p:pic>
      <p:pic>
        <p:nvPicPr>
          <p:cNvPr id="117" name="Picture 116" descr="A black and white image of a leaf&#10;&#10;AI-generated content may be incorrect.">
            <a:extLst>
              <a:ext uri="{FF2B5EF4-FFF2-40B4-BE49-F238E27FC236}">
                <a16:creationId xmlns:a16="http://schemas.microsoft.com/office/drawing/2014/main" id="{6A2E4099-005D-E5E7-76FE-3D3725A2E80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2561" y="212013"/>
            <a:ext cx="600075" cy="1095375"/>
          </a:xfrm>
          <a:prstGeom prst="rect">
            <a:avLst/>
          </a:prstGeom>
        </p:spPr>
      </p:pic>
      <p:pic>
        <p:nvPicPr>
          <p:cNvPr id="119" name="Picture 118" descr="A bug on a white background&#10;&#10;AI-generated content may be incorrect.">
            <a:extLst>
              <a:ext uri="{FF2B5EF4-FFF2-40B4-BE49-F238E27FC236}">
                <a16:creationId xmlns:a16="http://schemas.microsoft.com/office/drawing/2014/main" id="{282F8B60-6FAD-BAF6-6008-DB9C0B5A359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832" y="369175"/>
            <a:ext cx="657225" cy="781050"/>
          </a:xfrm>
          <a:prstGeom prst="rect">
            <a:avLst/>
          </a:prstGeom>
        </p:spPr>
      </p:pic>
      <p:pic>
        <p:nvPicPr>
          <p:cNvPr id="121" name="Picture 120" descr="A black and white image of a black oval&#10;&#10;AI-generated content may be incorrect.">
            <a:extLst>
              <a:ext uri="{FF2B5EF4-FFF2-40B4-BE49-F238E27FC236}">
                <a16:creationId xmlns:a16="http://schemas.microsoft.com/office/drawing/2014/main" id="{6BC7B9BB-90A2-F7B3-D5DF-D9A4FEAF7D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4254" y="383463"/>
            <a:ext cx="514350" cy="752475"/>
          </a:xfrm>
          <a:prstGeom prst="rect">
            <a:avLst/>
          </a:prstGeom>
        </p:spPr>
      </p:pic>
      <p:pic>
        <p:nvPicPr>
          <p:cNvPr id="123" name="Picture 122" descr="A black and white image of a person on a white background&#10;&#10;AI-generated content may be incorrect.">
            <a:extLst>
              <a:ext uri="{FF2B5EF4-FFF2-40B4-BE49-F238E27FC236}">
                <a16:creationId xmlns:a16="http://schemas.microsoft.com/office/drawing/2014/main" id="{3ECAB6A1-1577-D624-EC1A-60C5DB44074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7411" r="664" b="29257"/>
          <a:stretch>
            <a:fillRect/>
          </a:stretch>
        </p:blipFill>
        <p:spPr>
          <a:xfrm>
            <a:off x="69612" y="1372792"/>
            <a:ext cx="539318" cy="1589041"/>
          </a:xfrm>
          <a:prstGeom prst="rect">
            <a:avLst/>
          </a:prstGeom>
        </p:spPr>
      </p:pic>
      <p:pic>
        <p:nvPicPr>
          <p:cNvPr id="125" name="Picture 124" descr="A close-up of a fish&#10;&#10;AI-generated content may be incorrect.">
            <a:extLst>
              <a:ext uri="{FF2B5EF4-FFF2-40B4-BE49-F238E27FC236}">
                <a16:creationId xmlns:a16="http://schemas.microsoft.com/office/drawing/2014/main" id="{3A01A199-41B2-BA52-5B4E-E84732292A9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11" t="29172" r="27843" b="28485"/>
          <a:stretch>
            <a:fillRect/>
          </a:stretch>
        </p:blipFill>
        <p:spPr>
          <a:xfrm>
            <a:off x="2084004" y="1488149"/>
            <a:ext cx="747481" cy="1236521"/>
          </a:xfrm>
          <a:prstGeom prst="rect">
            <a:avLst/>
          </a:prstGeom>
        </p:spPr>
      </p:pic>
      <p:pic>
        <p:nvPicPr>
          <p:cNvPr id="126" name="Picture 125" descr="A black and white image of a person on a white background&#10;&#10;AI-generated content may be incorrect.">
            <a:extLst>
              <a:ext uri="{FF2B5EF4-FFF2-40B4-BE49-F238E27FC236}">
                <a16:creationId xmlns:a16="http://schemas.microsoft.com/office/drawing/2014/main" id="{A641E613-3F74-3CBE-77EA-AC43F6C7C55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90866" r="664"/>
          <a:stretch>
            <a:fillRect/>
          </a:stretch>
        </p:blipFill>
        <p:spPr>
          <a:xfrm>
            <a:off x="72287" y="2608583"/>
            <a:ext cx="539318" cy="334962"/>
          </a:xfrm>
          <a:prstGeom prst="rect">
            <a:avLst/>
          </a:prstGeom>
        </p:spPr>
      </p:pic>
      <p:pic>
        <p:nvPicPr>
          <p:cNvPr id="127" name="Picture 126" descr="A close-up of a fish&#10;&#10;AI-generated content may be incorrect.">
            <a:extLst>
              <a:ext uri="{FF2B5EF4-FFF2-40B4-BE49-F238E27FC236}">
                <a16:creationId xmlns:a16="http://schemas.microsoft.com/office/drawing/2014/main" id="{3868B996-8578-BB02-FC4D-E121F6946FF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91364" r="52653" b="-2532"/>
          <a:stretch>
            <a:fillRect/>
          </a:stretch>
        </p:blipFill>
        <p:spPr>
          <a:xfrm>
            <a:off x="2024575" y="2502271"/>
            <a:ext cx="747481" cy="326127"/>
          </a:xfrm>
          <a:prstGeom prst="rect">
            <a:avLst/>
          </a:prstGeom>
        </p:spPr>
      </p:pic>
      <p:pic>
        <p:nvPicPr>
          <p:cNvPr id="129" name="Picture 128" descr="A black and white object&#10;&#10;AI-generated content may be incorrect.">
            <a:extLst>
              <a:ext uri="{FF2B5EF4-FFF2-40B4-BE49-F238E27FC236}">
                <a16:creationId xmlns:a16="http://schemas.microsoft.com/office/drawing/2014/main" id="{8ABD5F0B-8ECE-D7EB-37B3-D02364AA538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56"/>
          <a:stretch>
            <a:fillRect/>
          </a:stretch>
        </p:blipFill>
        <p:spPr>
          <a:xfrm>
            <a:off x="4514602" y="1609236"/>
            <a:ext cx="914400" cy="1168051"/>
          </a:xfrm>
          <a:prstGeom prst="rect">
            <a:avLst/>
          </a:prstGeom>
        </p:spPr>
      </p:pic>
      <p:pic>
        <p:nvPicPr>
          <p:cNvPr id="131" name="Picture 130" descr="A close up of a cup&#10;&#10;AI-generated content may be incorrect.">
            <a:extLst>
              <a:ext uri="{FF2B5EF4-FFF2-40B4-BE49-F238E27FC236}">
                <a16:creationId xmlns:a16="http://schemas.microsoft.com/office/drawing/2014/main" id="{C9F1296C-7464-1841-2A59-0DB3BF99E4A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29"/>
          <a:stretch>
            <a:fillRect/>
          </a:stretch>
        </p:blipFill>
        <p:spPr>
          <a:xfrm>
            <a:off x="3887056" y="1407626"/>
            <a:ext cx="590550" cy="1506747"/>
          </a:xfrm>
          <a:prstGeom prst="rect">
            <a:avLst/>
          </a:prstGeom>
        </p:spPr>
      </p:pic>
      <p:pic>
        <p:nvPicPr>
          <p:cNvPr id="133" name="Picture 132" descr="A black circle with a white background&#10;&#10;AI-generated content may be incorrect.">
            <a:extLst>
              <a:ext uri="{FF2B5EF4-FFF2-40B4-BE49-F238E27FC236}">
                <a16:creationId xmlns:a16="http://schemas.microsoft.com/office/drawing/2014/main" id="{C31AF2FB-7869-9080-E2A2-D177F70861A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84" r="25634"/>
          <a:stretch>
            <a:fillRect/>
          </a:stretch>
        </p:blipFill>
        <p:spPr>
          <a:xfrm>
            <a:off x="5341855" y="1393104"/>
            <a:ext cx="722507" cy="1426612"/>
          </a:xfrm>
          <a:prstGeom prst="rect">
            <a:avLst/>
          </a:prstGeom>
        </p:spPr>
      </p:pic>
      <p:pic>
        <p:nvPicPr>
          <p:cNvPr id="135" name="Picture 134" descr="A black insect on a white background&#10;&#10;AI-generated content may be incorrect.">
            <a:extLst>
              <a:ext uri="{FF2B5EF4-FFF2-40B4-BE49-F238E27FC236}">
                <a16:creationId xmlns:a16="http://schemas.microsoft.com/office/drawing/2014/main" id="{4F79F91A-DB06-F654-3CFD-3CBE1147B0B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11" r="22941"/>
          <a:stretch>
            <a:fillRect/>
          </a:stretch>
        </p:blipFill>
        <p:spPr>
          <a:xfrm>
            <a:off x="3068256" y="1393104"/>
            <a:ext cx="836746" cy="1313516"/>
          </a:xfrm>
          <a:prstGeom prst="rect">
            <a:avLst/>
          </a:prstGeom>
        </p:spPr>
      </p:pic>
      <p:pic>
        <p:nvPicPr>
          <p:cNvPr id="136" name="Picture 135" descr="A close up of a cup&#10;&#10;AI-generated content may be incorrect.">
            <a:extLst>
              <a:ext uri="{FF2B5EF4-FFF2-40B4-BE49-F238E27FC236}">
                <a16:creationId xmlns:a16="http://schemas.microsoft.com/office/drawing/2014/main" id="{A8AA2100-611D-2615-F5A4-23CCF835007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08"/>
          <a:stretch>
            <a:fillRect/>
          </a:stretch>
        </p:blipFill>
        <p:spPr>
          <a:xfrm>
            <a:off x="3875437" y="2619098"/>
            <a:ext cx="590550" cy="295275"/>
          </a:xfrm>
          <a:prstGeom prst="rect">
            <a:avLst/>
          </a:prstGeom>
        </p:spPr>
      </p:pic>
      <p:pic>
        <p:nvPicPr>
          <p:cNvPr id="138" name="Picture 137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7295F905-38F9-7483-5FAF-AF246A02D8C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58" r="21938" b="26551"/>
          <a:stretch>
            <a:fillRect/>
          </a:stretch>
        </p:blipFill>
        <p:spPr>
          <a:xfrm>
            <a:off x="6163331" y="1494008"/>
            <a:ext cx="1048390" cy="1414054"/>
          </a:xfrm>
          <a:prstGeom prst="rect">
            <a:avLst/>
          </a:prstGeom>
        </p:spPr>
      </p:pic>
      <p:pic>
        <p:nvPicPr>
          <p:cNvPr id="139" name="Picture 138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518010F2-7A0F-39E7-7D49-7797BD7D9A3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193" r="21938"/>
          <a:stretch>
            <a:fillRect/>
          </a:stretch>
        </p:blipFill>
        <p:spPr>
          <a:xfrm>
            <a:off x="6165608" y="2595776"/>
            <a:ext cx="1048390" cy="312286"/>
          </a:xfrm>
          <a:prstGeom prst="rect">
            <a:avLst/>
          </a:prstGeom>
        </p:spPr>
      </p:pic>
      <p:pic>
        <p:nvPicPr>
          <p:cNvPr id="141" name="Picture 140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75C5F26B-7680-B6FA-7C70-6D53B54D9DC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42" b="27561"/>
          <a:stretch>
            <a:fillRect/>
          </a:stretch>
        </p:blipFill>
        <p:spPr>
          <a:xfrm>
            <a:off x="9171007" y="1602502"/>
            <a:ext cx="685800" cy="1142129"/>
          </a:xfrm>
          <a:prstGeom prst="rect">
            <a:avLst/>
          </a:prstGeom>
        </p:spPr>
      </p:pic>
      <p:pic>
        <p:nvPicPr>
          <p:cNvPr id="143" name="Picture 142" descr="A black object with a white background&#10;&#10;AI-generated content may be incorrect.">
            <a:extLst>
              <a:ext uri="{FF2B5EF4-FFF2-40B4-BE49-F238E27FC236}">
                <a16:creationId xmlns:a16="http://schemas.microsoft.com/office/drawing/2014/main" id="{4B5E4682-922C-4E31-D37C-3A79A882318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80" r="22784"/>
          <a:stretch>
            <a:fillRect/>
          </a:stretch>
        </p:blipFill>
        <p:spPr>
          <a:xfrm>
            <a:off x="10657315" y="1639322"/>
            <a:ext cx="728124" cy="1277025"/>
          </a:xfrm>
          <a:prstGeom prst="rect">
            <a:avLst/>
          </a:prstGeom>
        </p:spPr>
      </p:pic>
      <p:pic>
        <p:nvPicPr>
          <p:cNvPr id="145" name="Picture 144" descr="A black object on a white background&#10;&#10;AI-generated content may be incorrect.">
            <a:extLst>
              <a:ext uri="{FF2B5EF4-FFF2-40B4-BE49-F238E27FC236}">
                <a16:creationId xmlns:a16="http://schemas.microsoft.com/office/drawing/2014/main" id="{0F7AD745-81B1-E99C-18AC-A8DE54231E8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23"/>
          <a:stretch>
            <a:fillRect/>
          </a:stretch>
        </p:blipFill>
        <p:spPr>
          <a:xfrm>
            <a:off x="11533089" y="1413047"/>
            <a:ext cx="600075" cy="1501477"/>
          </a:xfrm>
          <a:prstGeom prst="rect">
            <a:avLst/>
          </a:prstGeom>
        </p:spPr>
      </p:pic>
      <p:pic>
        <p:nvPicPr>
          <p:cNvPr id="147" name="Picture 146" descr="A close-up of a black object&#10;&#10;AI-generated content may be incorrect.">
            <a:extLst>
              <a:ext uri="{FF2B5EF4-FFF2-40B4-BE49-F238E27FC236}">
                <a16:creationId xmlns:a16="http://schemas.microsoft.com/office/drawing/2014/main" id="{EA35DEEB-138A-98DA-BD3D-49722FF0012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314" y="1457262"/>
            <a:ext cx="514350" cy="1295400"/>
          </a:xfrm>
          <a:prstGeom prst="rect">
            <a:avLst/>
          </a:prstGeom>
        </p:spPr>
      </p:pic>
      <p:pic>
        <p:nvPicPr>
          <p:cNvPr id="148" name="Picture 147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4F409907-4F53-4777-3B18-5BB05907D0F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556"/>
          <a:stretch>
            <a:fillRect/>
          </a:stretch>
        </p:blipFill>
        <p:spPr>
          <a:xfrm>
            <a:off x="9158910" y="2382690"/>
            <a:ext cx="685800" cy="331657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CFA7F9FF-57C6-0D7D-B534-7F9FFA354FBE}"/>
              </a:ext>
            </a:extLst>
          </p:cNvPr>
          <p:cNvSpPr txBox="1"/>
          <p:nvPr/>
        </p:nvSpPr>
        <p:spPr>
          <a:xfrm>
            <a:off x="9146157" y="1367391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like_Copepoda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1A4BE1-6023-737B-11B7-7A5FDFF96025}"/>
              </a:ext>
            </a:extLst>
          </p:cNvPr>
          <p:cNvSpPr txBox="1"/>
          <p:nvPr/>
        </p:nvSpPr>
        <p:spPr>
          <a:xfrm>
            <a:off x="6098156" y="1362085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Eucalanidae</a:t>
            </a:r>
            <a:endParaRPr lang="en-US" sz="1200" b="1" dirty="0">
              <a:solidFill>
                <a:srgbClr val="EC7727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B97A3B-643F-3A10-C0BF-8B56F4ED6DEC}"/>
              </a:ext>
            </a:extLst>
          </p:cNvPr>
          <p:cNvSpPr txBox="1"/>
          <p:nvPr/>
        </p:nvSpPr>
        <p:spPr>
          <a:xfrm>
            <a:off x="3033588" y="136177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EC7727"/>
                </a:solidFill>
              </a:rPr>
              <a:t>Copepoda_Maxillopoda</a:t>
            </a:r>
            <a:endParaRPr lang="en-US" sz="1200" b="1" dirty="0">
              <a:solidFill>
                <a:srgbClr val="EC7727"/>
              </a:solidFill>
            </a:endParaRPr>
          </a:p>
        </p:txBody>
      </p:sp>
      <p:pic>
        <p:nvPicPr>
          <p:cNvPr id="150" name="Picture 149" descr="A black leaf on a white background&#10;&#10;AI-generated content may be incorrect.">
            <a:extLst>
              <a:ext uri="{FF2B5EF4-FFF2-40B4-BE49-F238E27FC236}">
                <a16:creationId xmlns:a16="http://schemas.microsoft.com/office/drawing/2014/main" id="{84906006-BCB3-6675-EE7B-9DD4B44709A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52"/>
          <a:stretch>
            <a:fillRect/>
          </a:stretch>
        </p:blipFill>
        <p:spPr>
          <a:xfrm>
            <a:off x="42027" y="3035617"/>
            <a:ext cx="742950" cy="1025473"/>
          </a:xfrm>
          <a:prstGeom prst="rect">
            <a:avLst/>
          </a:prstGeom>
        </p:spPr>
      </p:pic>
      <p:pic>
        <p:nvPicPr>
          <p:cNvPr id="152" name="Picture 151" descr="A black and white image of a leaf&#10;&#10;AI-generated content may be incorrect.">
            <a:extLst>
              <a:ext uri="{FF2B5EF4-FFF2-40B4-BE49-F238E27FC236}">
                <a16:creationId xmlns:a16="http://schemas.microsoft.com/office/drawing/2014/main" id="{477FAF5F-5DC5-C148-5846-E63D44DE156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405" y="3029241"/>
            <a:ext cx="485775" cy="1038225"/>
          </a:xfrm>
          <a:prstGeom prst="rect">
            <a:avLst/>
          </a:prstGeom>
        </p:spPr>
      </p:pic>
      <p:pic>
        <p:nvPicPr>
          <p:cNvPr id="154" name="Picture 153" descr="A black object with text&#10;&#10;AI-generated content may be incorrect.">
            <a:extLst>
              <a:ext uri="{FF2B5EF4-FFF2-40B4-BE49-F238E27FC236}">
                <a16:creationId xmlns:a16="http://schemas.microsoft.com/office/drawing/2014/main" id="{0CB4B210-78AF-07E5-0540-089C5D9BB38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376"/>
          <a:stretch>
            <a:fillRect/>
          </a:stretch>
        </p:blipFill>
        <p:spPr>
          <a:xfrm>
            <a:off x="2218418" y="3043528"/>
            <a:ext cx="613067" cy="1009650"/>
          </a:xfrm>
          <a:prstGeom prst="rect">
            <a:avLst/>
          </a:prstGeom>
        </p:spPr>
      </p:pic>
      <p:pic>
        <p:nvPicPr>
          <p:cNvPr id="156" name="Picture 155" descr="A black object on a white background&#10;&#10;AI-generated content may be incorrect.">
            <a:extLst>
              <a:ext uri="{FF2B5EF4-FFF2-40B4-BE49-F238E27FC236}">
                <a16:creationId xmlns:a16="http://schemas.microsoft.com/office/drawing/2014/main" id="{9880C7DB-66D1-2BC7-F465-B07BBD3A7E1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530"/>
          <a:stretch>
            <a:fillRect/>
          </a:stretch>
        </p:blipFill>
        <p:spPr>
          <a:xfrm>
            <a:off x="853216" y="3157828"/>
            <a:ext cx="742950" cy="78105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1C5CDC8-C8E2-18A8-19D9-9EC2C10C53B4}"/>
              </a:ext>
            </a:extLst>
          </p:cNvPr>
          <p:cNvSpPr txBox="1"/>
          <p:nvPr/>
        </p:nvSpPr>
        <p:spPr>
          <a:xfrm>
            <a:off x="339" y="2991093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EC7727"/>
                </a:solidFill>
              </a:rPr>
              <a:t>Ostracoda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9506DA5E-F65A-112B-3A99-207C0C44E1D6}"/>
              </a:ext>
            </a:extLst>
          </p:cNvPr>
          <p:cNvSpPr/>
          <p:nvPr/>
        </p:nvSpPr>
        <p:spPr>
          <a:xfrm>
            <a:off x="3048000" y="1"/>
            <a:ext cx="3048000" cy="135815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281964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F252F-0CA9-42FC-559A-29991370E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43ACCC-8DCF-F629-E6F2-B2292586B7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79" t="28851" r="8749" b="30261"/>
          <a:stretch>
            <a:fillRect/>
          </a:stretch>
        </p:blipFill>
        <p:spPr>
          <a:xfrm>
            <a:off x="2106257" y="354506"/>
            <a:ext cx="929494" cy="128856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7545898-1899-F12A-EBAB-435B66FDCC28}"/>
              </a:ext>
            </a:extLst>
          </p:cNvPr>
          <p:cNvSpPr/>
          <p:nvPr/>
        </p:nvSpPr>
        <p:spPr>
          <a:xfrm>
            <a:off x="3048000" y="1757551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6459A9-55AA-77FD-EF8C-8784A5C67871}"/>
              </a:ext>
            </a:extLst>
          </p:cNvPr>
          <p:cNvSpPr/>
          <p:nvPr/>
        </p:nvSpPr>
        <p:spPr>
          <a:xfrm>
            <a:off x="0" y="1"/>
            <a:ext cx="3048000" cy="1758766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33311A-94E7-18EC-172A-B01D51B107F8}"/>
              </a:ext>
            </a:extLst>
          </p:cNvPr>
          <p:cNvSpPr/>
          <p:nvPr/>
        </p:nvSpPr>
        <p:spPr>
          <a:xfrm>
            <a:off x="3048000" y="1"/>
            <a:ext cx="3048000" cy="1758766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6A1058-E9BD-C385-31AC-D07BC37B4325}"/>
              </a:ext>
            </a:extLst>
          </p:cNvPr>
          <p:cNvSpPr/>
          <p:nvPr/>
        </p:nvSpPr>
        <p:spPr>
          <a:xfrm>
            <a:off x="0" y="1757551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A8D86C-7B4A-3B9E-4420-842A1ED3EC6F}"/>
              </a:ext>
            </a:extLst>
          </p:cNvPr>
          <p:cNvSpPr/>
          <p:nvPr/>
        </p:nvSpPr>
        <p:spPr>
          <a:xfrm>
            <a:off x="6096000" y="1"/>
            <a:ext cx="3048000" cy="1758766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2FC349-BC4E-50FC-4307-C8A876FF1B76}"/>
              </a:ext>
            </a:extLst>
          </p:cNvPr>
          <p:cNvSpPr/>
          <p:nvPr/>
        </p:nvSpPr>
        <p:spPr>
          <a:xfrm>
            <a:off x="9144000" y="1"/>
            <a:ext cx="3048000" cy="1758766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A3515E-2088-67A4-0A9E-49C1F5547F32}"/>
              </a:ext>
            </a:extLst>
          </p:cNvPr>
          <p:cNvSpPr/>
          <p:nvPr/>
        </p:nvSpPr>
        <p:spPr>
          <a:xfrm>
            <a:off x="6096000" y="1757551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DC5924-09AF-6908-80CD-B626F8BE6924}"/>
              </a:ext>
            </a:extLst>
          </p:cNvPr>
          <p:cNvSpPr/>
          <p:nvPr/>
        </p:nvSpPr>
        <p:spPr>
          <a:xfrm>
            <a:off x="9144000" y="1757551"/>
            <a:ext cx="3048000" cy="124831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B8A136-1720-20C7-C7B5-17981C537CA2}"/>
              </a:ext>
            </a:extLst>
          </p:cNvPr>
          <p:cNvSpPr/>
          <p:nvPr/>
        </p:nvSpPr>
        <p:spPr>
          <a:xfrm>
            <a:off x="333" y="3001338"/>
            <a:ext cx="3048000" cy="190970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12B345-854E-5EAF-F00A-AC1E35033BF1}"/>
              </a:ext>
            </a:extLst>
          </p:cNvPr>
          <p:cNvSpPr/>
          <p:nvPr/>
        </p:nvSpPr>
        <p:spPr>
          <a:xfrm>
            <a:off x="3048333" y="3001338"/>
            <a:ext cx="3048000" cy="190970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C3841F-FF14-3012-3BA6-6E3205731A62}"/>
              </a:ext>
            </a:extLst>
          </p:cNvPr>
          <p:cNvSpPr/>
          <p:nvPr/>
        </p:nvSpPr>
        <p:spPr>
          <a:xfrm>
            <a:off x="6096333" y="3001338"/>
            <a:ext cx="3048000" cy="190970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AE3796-B209-A5A1-9891-9C0B77BDCE29}"/>
              </a:ext>
            </a:extLst>
          </p:cNvPr>
          <p:cNvSpPr txBox="1"/>
          <p:nvPr/>
        </p:nvSpPr>
        <p:spPr>
          <a:xfrm>
            <a:off x="3038502" y="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Doliolida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6F3279-1FD1-5F92-0F61-52E7D7160E38}"/>
              </a:ext>
            </a:extLst>
          </p:cNvPr>
          <p:cNvSpPr txBox="1"/>
          <p:nvPr/>
        </p:nvSpPr>
        <p:spPr>
          <a:xfrm>
            <a:off x="3033588" y="1762471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Siphonophorae</a:t>
            </a:r>
            <a:endParaRPr lang="en-US" sz="1200" b="1" dirty="0">
              <a:solidFill>
                <a:srgbClr val="6C2A9D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4F313EA-EF59-CCB6-3375-9C1E1838A2D6}"/>
              </a:ext>
            </a:extLst>
          </p:cNvPr>
          <p:cNvSpPr txBox="1"/>
          <p:nvPr/>
        </p:nvSpPr>
        <p:spPr>
          <a:xfrm>
            <a:off x="6103070" y="30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Salpida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816AD59-BB81-0E1C-205D-A020D66E8CDC}"/>
              </a:ext>
            </a:extLst>
          </p:cNvPr>
          <p:cNvSpPr txBox="1"/>
          <p:nvPr/>
        </p:nvSpPr>
        <p:spPr>
          <a:xfrm>
            <a:off x="3048340" y="302592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Ctenophora_Metazoa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9232F39-E917-3F80-3E45-6FD712973871}"/>
              </a:ext>
            </a:extLst>
          </p:cNvPr>
          <p:cNvSpPr txBox="1"/>
          <p:nvPr/>
        </p:nvSpPr>
        <p:spPr>
          <a:xfrm>
            <a:off x="6112908" y="3026235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6C2A9D"/>
                </a:solidFill>
              </a:rPr>
              <a:t>t005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C4E888-A9AC-9D79-3EBD-517A029E81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53" t="27658" r="28700" b="27225"/>
          <a:stretch>
            <a:fillRect/>
          </a:stretch>
        </p:blipFill>
        <p:spPr>
          <a:xfrm>
            <a:off x="1203655" y="174484"/>
            <a:ext cx="911967" cy="14051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D73535-DF72-A747-A720-5C1905ED3F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52" r="10064" b="24266"/>
          <a:stretch>
            <a:fillRect/>
          </a:stretch>
        </p:blipFill>
        <p:spPr>
          <a:xfrm>
            <a:off x="35140" y="28599"/>
            <a:ext cx="1162853" cy="16972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457E13-E18C-B69D-DFF2-E87B881873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9" r="58052" b="36"/>
          <a:stretch>
            <a:fillRect/>
          </a:stretch>
        </p:blipFill>
        <p:spPr>
          <a:xfrm>
            <a:off x="1201845" y="1387305"/>
            <a:ext cx="911967" cy="3066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47B399-0DE5-9853-7F8F-611CA66630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480" r="38816" b="-306"/>
          <a:stretch>
            <a:fillRect/>
          </a:stretch>
        </p:blipFill>
        <p:spPr>
          <a:xfrm>
            <a:off x="11655" y="1579617"/>
            <a:ext cx="1162851" cy="1529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086A12-745F-BFCC-7FB8-94DFBC5D8D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41" r="49529" b="-168"/>
          <a:stretch>
            <a:fillRect/>
          </a:stretch>
        </p:blipFill>
        <p:spPr>
          <a:xfrm>
            <a:off x="2116262" y="1448596"/>
            <a:ext cx="929491" cy="18049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7DC0AE6-6861-13C5-2AB1-8E3E27D014AE}"/>
              </a:ext>
            </a:extLst>
          </p:cNvPr>
          <p:cNvSpPr txBox="1"/>
          <p:nvPr/>
        </p:nvSpPr>
        <p:spPr>
          <a:xfrm>
            <a:off x="-9499" y="-5306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6C2A9D"/>
                </a:solidFill>
              </a:rPr>
              <a:t>house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AEC5244-7AE8-8825-D0B9-9CA1F2A8F8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66" b="34246"/>
          <a:stretch>
            <a:fillRect/>
          </a:stretch>
        </p:blipFill>
        <p:spPr>
          <a:xfrm rot="5400000">
            <a:off x="4125405" y="-146010"/>
            <a:ext cx="914400" cy="165015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4A05372-0B90-C926-31AF-A9F7776975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230"/>
          <a:stretch>
            <a:fillRect/>
          </a:stretch>
        </p:blipFill>
        <p:spPr>
          <a:xfrm>
            <a:off x="3758542" y="1171850"/>
            <a:ext cx="914400" cy="37504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8206076-23B6-182F-6FC4-CA461B4506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22" r="29061"/>
          <a:stretch>
            <a:fillRect/>
          </a:stretch>
        </p:blipFill>
        <p:spPr>
          <a:xfrm>
            <a:off x="7946007" y="331150"/>
            <a:ext cx="1170397" cy="127569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2979219-C981-6CD1-AE3D-45D369A5C53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2998" y="437259"/>
            <a:ext cx="828684" cy="106347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E0EA050-A660-7442-E70F-90145DAEE5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71" t="12323" r="20824" b="27051"/>
          <a:stretch>
            <a:fillRect/>
          </a:stretch>
        </p:blipFill>
        <p:spPr>
          <a:xfrm>
            <a:off x="6993531" y="245666"/>
            <a:ext cx="890626" cy="144666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3BA18D8-C498-42AB-69DD-5ADF05FD34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791" r="49941" b="-623"/>
          <a:stretch>
            <a:fillRect/>
          </a:stretch>
        </p:blipFill>
        <p:spPr>
          <a:xfrm>
            <a:off x="7044657" y="1428769"/>
            <a:ext cx="888031" cy="28233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9175215-224D-3860-E1DB-1EADB91D3C1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99" t="29748" r="29082" b="29930"/>
          <a:stretch>
            <a:fillRect/>
          </a:stretch>
        </p:blipFill>
        <p:spPr>
          <a:xfrm>
            <a:off x="9186683" y="291933"/>
            <a:ext cx="829774" cy="1434409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B6932A1-C7FA-2BB0-444F-11C45E4DCBA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86" t="30037" r="37061" b="29905"/>
          <a:stretch>
            <a:fillRect/>
          </a:stretch>
        </p:blipFill>
        <p:spPr>
          <a:xfrm>
            <a:off x="10781342" y="265152"/>
            <a:ext cx="1397286" cy="134879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3A8932F-ECE9-2AAF-3DB7-65CAFB07A34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6" t="19533" r="35662" b="26201"/>
          <a:stretch>
            <a:fillRect/>
          </a:stretch>
        </p:blipFill>
        <p:spPr>
          <a:xfrm>
            <a:off x="9991174" y="503012"/>
            <a:ext cx="815451" cy="92122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6D7881B-0F8A-3979-75E4-590F5627AB5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12" r="61236"/>
          <a:stretch>
            <a:fillRect/>
          </a:stretch>
        </p:blipFill>
        <p:spPr>
          <a:xfrm>
            <a:off x="9188841" y="1516889"/>
            <a:ext cx="828588" cy="20945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A808D750-5A8F-715B-A4D9-330C92C66AA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820" r="49393"/>
          <a:stretch>
            <a:fillRect/>
          </a:stretch>
        </p:blipFill>
        <p:spPr>
          <a:xfrm>
            <a:off x="10005849" y="1166532"/>
            <a:ext cx="796041" cy="25770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DF7A7F1-51B6-7386-5DAD-0E8747B345EF}"/>
              </a:ext>
            </a:extLst>
          </p:cNvPr>
          <p:cNvSpPr txBox="1"/>
          <p:nvPr/>
        </p:nvSpPr>
        <p:spPr>
          <a:xfrm>
            <a:off x="9151071" y="561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Cnidaria_Metazoa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5B7EF4FC-4ABB-04AA-85CD-13A54F86103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254" r="53848" b="-221"/>
          <a:stretch>
            <a:fillRect/>
          </a:stretch>
        </p:blipFill>
        <p:spPr>
          <a:xfrm>
            <a:off x="10783923" y="1495547"/>
            <a:ext cx="1397286" cy="13354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E2FF8856-F4AD-9D5B-7116-E88E2D8698C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35" y="1899309"/>
            <a:ext cx="485775" cy="98107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E76F288F-F99E-B33F-36E1-F376DB38394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2" y="1856446"/>
            <a:ext cx="800100" cy="10668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C9E7E53D-F483-B95E-DC8E-E990F15C41C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206" y="1842159"/>
            <a:ext cx="638175" cy="109537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0CFE7C5E-09C8-9495-FF99-FA5400C144B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433" y="1942171"/>
            <a:ext cx="628650" cy="89535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D3C91EA-C805-99A4-0220-3A2587C54700}"/>
              </a:ext>
            </a:extLst>
          </p:cNvPr>
          <p:cNvSpPr txBox="1"/>
          <p:nvPr/>
        </p:nvSpPr>
        <p:spPr>
          <a:xfrm>
            <a:off x="-14413" y="1757165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6C2A9D"/>
                </a:solidFill>
              </a:rPr>
              <a:t>Hydrozoa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79DDFF0C-BBCC-5A34-1F19-97522239795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435"/>
          <a:stretch>
            <a:fillRect/>
          </a:stretch>
        </p:blipFill>
        <p:spPr>
          <a:xfrm rot="5400000">
            <a:off x="4201275" y="975603"/>
            <a:ext cx="750766" cy="2974647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E41337B0-EDCF-C300-ED28-67A67FFFA65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778"/>
          <a:stretch>
            <a:fillRect/>
          </a:stretch>
        </p:blipFill>
        <p:spPr>
          <a:xfrm>
            <a:off x="3136072" y="2846729"/>
            <a:ext cx="750769" cy="85224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C93F28F6-3745-0C2D-1873-9C24066567B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781" r="24014"/>
          <a:stretch>
            <a:fillRect/>
          </a:stretch>
        </p:blipFill>
        <p:spPr>
          <a:xfrm>
            <a:off x="6137334" y="1842159"/>
            <a:ext cx="643610" cy="1148022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2758D305-4BC6-0E76-77C1-79DAD169486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25" r="29191" b="29897"/>
          <a:stretch>
            <a:fillRect/>
          </a:stretch>
        </p:blipFill>
        <p:spPr>
          <a:xfrm>
            <a:off x="8100118" y="1776070"/>
            <a:ext cx="1002026" cy="1201373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B5BC8EA5-2A73-7ED5-2B41-44670058CFF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961" r="29191"/>
          <a:stretch>
            <a:fillRect/>
          </a:stretch>
        </p:blipFill>
        <p:spPr>
          <a:xfrm>
            <a:off x="8114147" y="2855760"/>
            <a:ext cx="1002026" cy="12168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A9CBEF4-91E5-5341-9247-B40C986E5E3B}"/>
              </a:ext>
            </a:extLst>
          </p:cNvPr>
          <p:cNvSpPr txBox="1"/>
          <p:nvPr/>
        </p:nvSpPr>
        <p:spPr>
          <a:xfrm>
            <a:off x="6098156" y="1762780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Narcomedusae</a:t>
            </a:r>
            <a:endParaRPr lang="en-US" sz="1200" b="1" dirty="0">
              <a:solidFill>
                <a:srgbClr val="6C2A9D"/>
              </a:solidFill>
            </a:endParaRP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A7EB9AD8-7BAC-541F-1E47-A075BAFFCBC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72" r="33571" b="46243"/>
          <a:stretch>
            <a:fillRect/>
          </a:stretch>
        </p:blipFill>
        <p:spPr>
          <a:xfrm>
            <a:off x="9712033" y="1808446"/>
            <a:ext cx="750770" cy="1140639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E6D666FD-967D-BE63-94C6-4809791D102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76" r="8826" b="30979"/>
          <a:stretch>
            <a:fillRect/>
          </a:stretch>
        </p:blipFill>
        <p:spPr>
          <a:xfrm>
            <a:off x="10900009" y="1808446"/>
            <a:ext cx="885828" cy="1093803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A596FFC4-A281-6CBF-E8DB-8E208B76B50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353" r="66638"/>
          <a:stretch>
            <a:fillRect/>
          </a:stretch>
        </p:blipFill>
        <p:spPr>
          <a:xfrm>
            <a:off x="9726124" y="2829272"/>
            <a:ext cx="704412" cy="11981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5E8273F8-C1D3-891E-41BC-0FF5D34A6FB0}"/>
              </a:ext>
            </a:extLst>
          </p:cNvPr>
          <p:cNvSpPr txBox="1"/>
          <p:nvPr/>
        </p:nvSpPr>
        <p:spPr>
          <a:xfrm>
            <a:off x="9146157" y="176808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Solmundella_bitentaculata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9D386FDA-2A03-B135-F527-41CDB957EDA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142" r="8826"/>
          <a:stretch>
            <a:fillRect/>
          </a:stretch>
        </p:blipFill>
        <p:spPr>
          <a:xfrm>
            <a:off x="10903654" y="2810874"/>
            <a:ext cx="885830" cy="138211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696EF3C7-B4AF-02AE-784D-0DCF5E477A8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68" t="25029" r="13043" b="29636"/>
          <a:stretch>
            <a:fillRect/>
          </a:stretch>
        </p:blipFill>
        <p:spPr>
          <a:xfrm>
            <a:off x="818226" y="3521759"/>
            <a:ext cx="1671806" cy="851163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06B15DDF-0F8D-84DD-B53D-FC9E8D66144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" t="27752" r="2239" b="20040"/>
          <a:stretch>
            <a:fillRect/>
          </a:stretch>
        </p:blipFill>
        <p:spPr>
          <a:xfrm>
            <a:off x="2547970" y="3176550"/>
            <a:ext cx="476487" cy="1541581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BD212B09-1929-CDB2-5284-B9118B54EA2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17" t="29267" b="30457"/>
          <a:stretch>
            <a:fillRect/>
          </a:stretch>
        </p:blipFill>
        <p:spPr>
          <a:xfrm>
            <a:off x="54262" y="3028066"/>
            <a:ext cx="706026" cy="1838548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479B9794-E556-5506-6DBE-98B76C8CDAE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2" t="87197"/>
          <a:stretch>
            <a:fillRect/>
          </a:stretch>
        </p:blipFill>
        <p:spPr>
          <a:xfrm>
            <a:off x="2566969" y="4202615"/>
            <a:ext cx="457488" cy="378053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29405E9F-735B-4C62-B8AA-290E7BB8568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577" r="28926"/>
          <a:stretch>
            <a:fillRect/>
          </a:stretch>
        </p:blipFill>
        <p:spPr>
          <a:xfrm>
            <a:off x="68502" y="4573420"/>
            <a:ext cx="765135" cy="29319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91F48A1-4E78-1578-1A2F-0FFC73D228B2}"/>
              </a:ext>
            </a:extLst>
          </p:cNvPr>
          <p:cNvSpPr txBox="1"/>
          <p:nvPr/>
        </p:nvSpPr>
        <p:spPr>
          <a:xfrm>
            <a:off x="339" y="3010788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6C2A9D"/>
                </a:solidFill>
              </a:rPr>
              <a:t>tentacle_Cnidaria</a:t>
            </a:r>
            <a:endParaRPr lang="en-US" sz="1200" b="1" dirty="0">
              <a:solidFill>
                <a:srgbClr val="6C2A9D"/>
              </a:solidFill>
            </a:endParaRP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9552AB26-1E16-00C2-09A4-80EEC7E89E0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318" r="54310"/>
          <a:stretch>
            <a:fillRect/>
          </a:stretch>
        </p:blipFill>
        <p:spPr>
          <a:xfrm>
            <a:off x="810259" y="4236007"/>
            <a:ext cx="1671806" cy="256874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B0E8B5BB-6E6E-FE66-9550-86BBA4FAE26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4" t="10907" r="24680" b="20886"/>
          <a:stretch>
            <a:fillRect/>
          </a:stretch>
        </p:blipFill>
        <p:spPr>
          <a:xfrm>
            <a:off x="4005466" y="3504464"/>
            <a:ext cx="818443" cy="1078461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63FF80F6-26BB-93C2-EC30-87EB600D85B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385" y="3411075"/>
            <a:ext cx="884439" cy="1265239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516178F5-2661-488A-56D8-199689829C02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96" t="27704" r="30359" b="24031"/>
          <a:stretch>
            <a:fillRect/>
          </a:stretch>
        </p:blipFill>
        <p:spPr>
          <a:xfrm>
            <a:off x="4863551" y="3477153"/>
            <a:ext cx="1198801" cy="1133083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081B9E2E-E179-DB8B-FFED-2AA167C30F7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616" r="49164" b="-2462"/>
          <a:stretch>
            <a:fillRect/>
          </a:stretch>
        </p:blipFill>
        <p:spPr>
          <a:xfrm>
            <a:off x="3929023" y="4272478"/>
            <a:ext cx="813473" cy="361242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B09CEED8-F145-B66C-4ECD-356F62DD459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260" r="64561" b="413"/>
          <a:stretch>
            <a:fillRect/>
          </a:stretch>
        </p:blipFill>
        <p:spPr>
          <a:xfrm>
            <a:off x="4845445" y="4314597"/>
            <a:ext cx="1153044" cy="265877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3F5306D6-7AF0-F77E-7DE4-CF709188E689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33" r="21825"/>
          <a:stretch>
            <a:fillRect/>
          </a:stretch>
        </p:blipFill>
        <p:spPr>
          <a:xfrm>
            <a:off x="6131173" y="3439901"/>
            <a:ext cx="737164" cy="1172993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9959BC78-497E-64A9-0B37-1E27CA86582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77" t="23423" r="28671" b="24666"/>
          <a:stretch>
            <a:fillRect/>
          </a:stretch>
        </p:blipFill>
        <p:spPr>
          <a:xfrm>
            <a:off x="7032029" y="3568311"/>
            <a:ext cx="914400" cy="924645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E70935AD-CE92-C171-CBAD-AF03F6E7B572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28" r="27861"/>
          <a:stretch>
            <a:fillRect/>
          </a:stretch>
        </p:blipFill>
        <p:spPr>
          <a:xfrm>
            <a:off x="8110121" y="3431430"/>
            <a:ext cx="1010077" cy="1189935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D008C08A-DB89-FA88-CF4B-368CD826AB00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82521" r="55349"/>
          <a:stretch>
            <a:fillRect/>
          </a:stretch>
        </p:blipFill>
        <p:spPr>
          <a:xfrm>
            <a:off x="7014381" y="4193402"/>
            <a:ext cx="914400" cy="31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728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</TotalTime>
  <Words>217</Words>
  <Application>Microsoft Office PowerPoint</Application>
  <PresentationFormat>Widescreen</PresentationFormat>
  <Paragraphs>101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Stephanie O'Daly</dc:creator>
  <cp:lastModifiedBy>Stephanie O'Daly</cp:lastModifiedBy>
  <cp:revision>39</cp:revision>
  <dcterms:created xsi:type="dcterms:W3CDTF">2025-10-14T20:52:50Z</dcterms:created>
  <dcterms:modified xsi:type="dcterms:W3CDTF">2025-10-19T21:56:39Z</dcterms:modified>
</cp:coreProperties>
</file>