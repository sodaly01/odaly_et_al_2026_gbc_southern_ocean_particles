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</p:sldIdLst>
  <p:sldSz cx="12192000" cy="196961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260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223416"/>
            <a:ext cx="10363200" cy="6857165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0345020"/>
            <a:ext cx="9144000" cy="475533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35CB2-F050-4340-BE2C-67D55F8B8F3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74BB0-0B40-4A49-A9C9-E78D6C4BB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990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35CB2-F050-4340-BE2C-67D55F8B8F3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74BB0-0B40-4A49-A9C9-E78D6C4BB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346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910356"/>
            <a:ext cx="10515600" cy="8193034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3180900"/>
            <a:ext cx="10515600" cy="4308523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35CB2-F050-4340-BE2C-67D55F8B8F3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74BB0-0B40-4A49-A9C9-E78D6C4BB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25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5243178"/>
            <a:ext cx="5181600" cy="124970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5243178"/>
            <a:ext cx="5181600" cy="124970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35CB2-F050-4340-BE2C-67D55F8B8F3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74BB0-0B40-4A49-A9C9-E78D6C4BB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536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48640"/>
            <a:ext cx="10515600" cy="38070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4828285"/>
            <a:ext cx="5157787" cy="2366268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7194552"/>
            <a:ext cx="5157787" cy="10582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4828285"/>
            <a:ext cx="5183188" cy="2366268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7194552"/>
            <a:ext cx="5183188" cy="10582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35CB2-F050-4340-BE2C-67D55F8B8F3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74BB0-0B40-4A49-A9C9-E78D6C4BB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818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35CB2-F050-4340-BE2C-67D55F8B8F3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74BB0-0B40-4A49-A9C9-E78D6C4BB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017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35CB2-F050-4340-BE2C-67D55F8B8F3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74BB0-0B40-4A49-A9C9-E78D6C4BB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374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313074"/>
            <a:ext cx="3932237" cy="459576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835880"/>
            <a:ext cx="6172200" cy="13997006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908834"/>
            <a:ext cx="3932237" cy="10946846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35CB2-F050-4340-BE2C-67D55F8B8F3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74BB0-0B40-4A49-A9C9-E78D6C4BB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408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313074"/>
            <a:ext cx="3932237" cy="459576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2835880"/>
            <a:ext cx="6172200" cy="13997006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908834"/>
            <a:ext cx="3932237" cy="10946846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35CB2-F050-4340-BE2C-67D55F8B8F3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74BB0-0B40-4A49-A9C9-E78D6C4BB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76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35CB2-F050-4340-BE2C-67D55F8B8F3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74BB0-0B40-4A49-A9C9-E78D6C4BB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99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1048636"/>
            <a:ext cx="2628900" cy="1669154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1048636"/>
            <a:ext cx="7734300" cy="1669154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35CB2-F050-4340-BE2C-67D55F8B8F3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74BB0-0B40-4A49-A9C9-E78D6C4BB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45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048640"/>
            <a:ext cx="10515600" cy="38070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5243178"/>
            <a:ext cx="10515600" cy="124970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8255383"/>
            <a:ext cx="2743200" cy="10486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035CB2-F050-4340-BE2C-67D55F8B8F3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8255383"/>
            <a:ext cx="4114800" cy="10486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8255383"/>
            <a:ext cx="2743200" cy="10486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174BB0-0B40-4A49-A9C9-E78D6C4BB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39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6.jpg"/><Relationship Id="rId21" Type="http://schemas.openxmlformats.org/officeDocument/2006/relationships/image" Target="../media/image20.jpg"/><Relationship Id="rId42" Type="http://schemas.openxmlformats.org/officeDocument/2006/relationships/image" Target="../media/image41.jpg"/><Relationship Id="rId63" Type="http://schemas.openxmlformats.org/officeDocument/2006/relationships/image" Target="../media/image62.jpg"/><Relationship Id="rId84" Type="http://schemas.openxmlformats.org/officeDocument/2006/relationships/image" Target="../media/image83.jpg"/><Relationship Id="rId138" Type="http://schemas.openxmlformats.org/officeDocument/2006/relationships/image" Target="../media/image137.jpg"/><Relationship Id="rId107" Type="http://schemas.openxmlformats.org/officeDocument/2006/relationships/image" Target="../media/image106.jpg"/><Relationship Id="rId11" Type="http://schemas.openxmlformats.org/officeDocument/2006/relationships/image" Target="../media/image10.jpg"/><Relationship Id="rId32" Type="http://schemas.openxmlformats.org/officeDocument/2006/relationships/image" Target="../media/image31.jpg"/><Relationship Id="rId53" Type="http://schemas.openxmlformats.org/officeDocument/2006/relationships/image" Target="../media/image52.jpg"/><Relationship Id="rId74" Type="http://schemas.openxmlformats.org/officeDocument/2006/relationships/image" Target="../media/image73.jpg"/><Relationship Id="rId128" Type="http://schemas.openxmlformats.org/officeDocument/2006/relationships/image" Target="../media/image127.jpg"/><Relationship Id="rId149" Type="http://schemas.openxmlformats.org/officeDocument/2006/relationships/image" Target="../media/image148.jpg"/><Relationship Id="rId5" Type="http://schemas.openxmlformats.org/officeDocument/2006/relationships/image" Target="../media/image4.jpg"/><Relationship Id="rId95" Type="http://schemas.openxmlformats.org/officeDocument/2006/relationships/image" Target="../media/image94.jpg"/><Relationship Id="rId22" Type="http://schemas.openxmlformats.org/officeDocument/2006/relationships/image" Target="../media/image21.jpg"/><Relationship Id="rId43" Type="http://schemas.openxmlformats.org/officeDocument/2006/relationships/image" Target="../media/image42.jpg"/><Relationship Id="rId64" Type="http://schemas.openxmlformats.org/officeDocument/2006/relationships/image" Target="../media/image63.jpg"/><Relationship Id="rId118" Type="http://schemas.openxmlformats.org/officeDocument/2006/relationships/image" Target="../media/image117.jpg"/><Relationship Id="rId139" Type="http://schemas.openxmlformats.org/officeDocument/2006/relationships/image" Target="../media/image138.jpg"/><Relationship Id="rId80" Type="http://schemas.openxmlformats.org/officeDocument/2006/relationships/image" Target="../media/image79.jpg"/><Relationship Id="rId85" Type="http://schemas.openxmlformats.org/officeDocument/2006/relationships/image" Target="../media/image84.jpg"/><Relationship Id="rId150" Type="http://schemas.openxmlformats.org/officeDocument/2006/relationships/image" Target="../media/image149.jpg"/><Relationship Id="rId155" Type="http://schemas.openxmlformats.org/officeDocument/2006/relationships/image" Target="../media/image154.jpg"/><Relationship Id="rId12" Type="http://schemas.openxmlformats.org/officeDocument/2006/relationships/image" Target="../media/image11.jpg"/><Relationship Id="rId17" Type="http://schemas.openxmlformats.org/officeDocument/2006/relationships/image" Target="../media/image16.jpg"/><Relationship Id="rId33" Type="http://schemas.openxmlformats.org/officeDocument/2006/relationships/image" Target="../media/image32.jpg"/><Relationship Id="rId38" Type="http://schemas.openxmlformats.org/officeDocument/2006/relationships/image" Target="../media/image37.jpg"/><Relationship Id="rId59" Type="http://schemas.openxmlformats.org/officeDocument/2006/relationships/image" Target="../media/image58.jpg"/><Relationship Id="rId103" Type="http://schemas.openxmlformats.org/officeDocument/2006/relationships/image" Target="../media/image102.jpg"/><Relationship Id="rId108" Type="http://schemas.openxmlformats.org/officeDocument/2006/relationships/image" Target="../media/image107.jpg"/><Relationship Id="rId124" Type="http://schemas.openxmlformats.org/officeDocument/2006/relationships/image" Target="../media/image123.jpg"/><Relationship Id="rId129" Type="http://schemas.openxmlformats.org/officeDocument/2006/relationships/image" Target="../media/image128.jpg"/><Relationship Id="rId54" Type="http://schemas.openxmlformats.org/officeDocument/2006/relationships/image" Target="../media/image53.jpg"/><Relationship Id="rId70" Type="http://schemas.openxmlformats.org/officeDocument/2006/relationships/image" Target="../media/image69.jpg"/><Relationship Id="rId75" Type="http://schemas.openxmlformats.org/officeDocument/2006/relationships/image" Target="../media/image74.jpg"/><Relationship Id="rId91" Type="http://schemas.openxmlformats.org/officeDocument/2006/relationships/image" Target="../media/image90.jpg"/><Relationship Id="rId96" Type="http://schemas.openxmlformats.org/officeDocument/2006/relationships/image" Target="../media/image95.jpg"/><Relationship Id="rId140" Type="http://schemas.openxmlformats.org/officeDocument/2006/relationships/image" Target="../media/image139.jpg"/><Relationship Id="rId145" Type="http://schemas.openxmlformats.org/officeDocument/2006/relationships/image" Target="../media/image144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23" Type="http://schemas.openxmlformats.org/officeDocument/2006/relationships/image" Target="../media/image22.jpg"/><Relationship Id="rId28" Type="http://schemas.openxmlformats.org/officeDocument/2006/relationships/image" Target="../media/image27.jpg"/><Relationship Id="rId49" Type="http://schemas.openxmlformats.org/officeDocument/2006/relationships/image" Target="../media/image48.jpg"/><Relationship Id="rId114" Type="http://schemas.openxmlformats.org/officeDocument/2006/relationships/image" Target="../media/image113.jpg"/><Relationship Id="rId119" Type="http://schemas.openxmlformats.org/officeDocument/2006/relationships/image" Target="../media/image118.jpg"/><Relationship Id="rId44" Type="http://schemas.openxmlformats.org/officeDocument/2006/relationships/image" Target="../media/image43.jpg"/><Relationship Id="rId60" Type="http://schemas.openxmlformats.org/officeDocument/2006/relationships/image" Target="../media/image59.jpg"/><Relationship Id="rId65" Type="http://schemas.openxmlformats.org/officeDocument/2006/relationships/image" Target="../media/image64.jpg"/><Relationship Id="rId81" Type="http://schemas.openxmlformats.org/officeDocument/2006/relationships/image" Target="../media/image80.jpg"/><Relationship Id="rId86" Type="http://schemas.openxmlformats.org/officeDocument/2006/relationships/image" Target="../media/image85.jpg"/><Relationship Id="rId130" Type="http://schemas.openxmlformats.org/officeDocument/2006/relationships/image" Target="../media/image129.jpg"/><Relationship Id="rId135" Type="http://schemas.openxmlformats.org/officeDocument/2006/relationships/image" Target="../media/image134.jpg"/><Relationship Id="rId151" Type="http://schemas.openxmlformats.org/officeDocument/2006/relationships/image" Target="../media/image150.jpg"/><Relationship Id="rId156" Type="http://schemas.openxmlformats.org/officeDocument/2006/relationships/image" Target="../media/image155.jpg"/><Relationship Id="rId13" Type="http://schemas.openxmlformats.org/officeDocument/2006/relationships/image" Target="../media/image12.jpg"/><Relationship Id="rId18" Type="http://schemas.openxmlformats.org/officeDocument/2006/relationships/image" Target="../media/image17.jpg"/><Relationship Id="rId39" Type="http://schemas.openxmlformats.org/officeDocument/2006/relationships/image" Target="../media/image38.jpg"/><Relationship Id="rId109" Type="http://schemas.openxmlformats.org/officeDocument/2006/relationships/image" Target="../media/image108.jpg"/><Relationship Id="rId34" Type="http://schemas.openxmlformats.org/officeDocument/2006/relationships/image" Target="../media/image33.jpg"/><Relationship Id="rId50" Type="http://schemas.openxmlformats.org/officeDocument/2006/relationships/image" Target="../media/image49.jpg"/><Relationship Id="rId55" Type="http://schemas.openxmlformats.org/officeDocument/2006/relationships/image" Target="../media/image54.jpg"/><Relationship Id="rId76" Type="http://schemas.openxmlformats.org/officeDocument/2006/relationships/image" Target="../media/image75.jpg"/><Relationship Id="rId97" Type="http://schemas.openxmlformats.org/officeDocument/2006/relationships/image" Target="../media/image96.jpg"/><Relationship Id="rId104" Type="http://schemas.openxmlformats.org/officeDocument/2006/relationships/image" Target="../media/image103.jpg"/><Relationship Id="rId120" Type="http://schemas.openxmlformats.org/officeDocument/2006/relationships/image" Target="../media/image119.jpg"/><Relationship Id="rId125" Type="http://schemas.openxmlformats.org/officeDocument/2006/relationships/image" Target="../media/image124.jpg"/><Relationship Id="rId141" Type="http://schemas.openxmlformats.org/officeDocument/2006/relationships/image" Target="../media/image140.jpg"/><Relationship Id="rId146" Type="http://schemas.openxmlformats.org/officeDocument/2006/relationships/image" Target="../media/image145.jpg"/><Relationship Id="rId7" Type="http://schemas.openxmlformats.org/officeDocument/2006/relationships/image" Target="../media/image6.jpg"/><Relationship Id="rId71" Type="http://schemas.openxmlformats.org/officeDocument/2006/relationships/image" Target="../media/image70.jpg"/><Relationship Id="rId92" Type="http://schemas.openxmlformats.org/officeDocument/2006/relationships/image" Target="../media/image91.jpg"/><Relationship Id="rId2" Type="http://schemas.openxmlformats.org/officeDocument/2006/relationships/image" Target="../media/image1.jpg"/><Relationship Id="rId29" Type="http://schemas.openxmlformats.org/officeDocument/2006/relationships/image" Target="../media/image28.jpg"/><Relationship Id="rId24" Type="http://schemas.openxmlformats.org/officeDocument/2006/relationships/image" Target="../media/image23.jpg"/><Relationship Id="rId40" Type="http://schemas.openxmlformats.org/officeDocument/2006/relationships/image" Target="../media/image39.jpg"/><Relationship Id="rId45" Type="http://schemas.openxmlformats.org/officeDocument/2006/relationships/image" Target="../media/image44.jpg"/><Relationship Id="rId66" Type="http://schemas.openxmlformats.org/officeDocument/2006/relationships/image" Target="../media/image65.jpg"/><Relationship Id="rId87" Type="http://schemas.openxmlformats.org/officeDocument/2006/relationships/image" Target="../media/image86.jpg"/><Relationship Id="rId110" Type="http://schemas.openxmlformats.org/officeDocument/2006/relationships/image" Target="../media/image109.jpg"/><Relationship Id="rId115" Type="http://schemas.openxmlformats.org/officeDocument/2006/relationships/image" Target="../media/image114.jpg"/><Relationship Id="rId131" Type="http://schemas.openxmlformats.org/officeDocument/2006/relationships/image" Target="../media/image130.jpg"/><Relationship Id="rId136" Type="http://schemas.openxmlformats.org/officeDocument/2006/relationships/image" Target="../media/image135.jpg"/><Relationship Id="rId157" Type="http://schemas.openxmlformats.org/officeDocument/2006/relationships/image" Target="../media/image156.jpg"/><Relationship Id="rId61" Type="http://schemas.openxmlformats.org/officeDocument/2006/relationships/image" Target="../media/image60.jpg"/><Relationship Id="rId82" Type="http://schemas.openxmlformats.org/officeDocument/2006/relationships/image" Target="../media/image81.jpg"/><Relationship Id="rId152" Type="http://schemas.openxmlformats.org/officeDocument/2006/relationships/image" Target="../media/image151.jpg"/><Relationship Id="rId19" Type="http://schemas.openxmlformats.org/officeDocument/2006/relationships/image" Target="../media/image18.jpg"/><Relationship Id="rId14" Type="http://schemas.openxmlformats.org/officeDocument/2006/relationships/image" Target="../media/image13.jpg"/><Relationship Id="rId30" Type="http://schemas.openxmlformats.org/officeDocument/2006/relationships/image" Target="../media/image29.jpg"/><Relationship Id="rId35" Type="http://schemas.openxmlformats.org/officeDocument/2006/relationships/image" Target="../media/image34.jpg"/><Relationship Id="rId56" Type="http://schemas.openxmlformats.org/officeDocument/2006/relationships/image" Target="../media/image55.jpg"/><Relationship Id="rId77" Type="http://schemas.openxmlformats.org/officeDocument/2006/relationships/image" Target="../media/image76.jpg"/><Relationship Id="rId100" Type="http://schemas.openxmlformats.org/officeDocument/2006/relationships/image" Target="../media/image99.jpg"/><Relationship Id="rId105" Type="http://schemas.openxmlformats.org/officeDocument/2006/relationships/image" Target="../media/image104.jpg"/><Relationship Id="rId126" Type="http://schemas.openxmlformats.org/officeDocument/2006/relationships/image" Target="../media/image125.jpg"/><Relationship Id="rId147" Type="http://schemas.openxmlformats.org/officeDocument/2006/relationships/image" Target="../media/image146.jpg"/><Relationship Id="rId8" Type="http://schemas.openxmlformats.org/officeDocument/2006/relationships/image" Target="../media/image7.jpg"/><Relationship Id="rId51" Type="http://schemas.openxmlformats.org/officeDocument/2006/relationships/image" Target="../media/image50.jpg"/><Relationship Id="rId72" Type="http://schemas.openxmlformats.org/officeDocument/2006/relationships/image" Target="../media/image71.jpg"/><Relationship Id="rId93" Type="http://schemas.openxmlformats.org/officeDocument/2006/relationships/image" Target="../media/image92.jpg"/><Relationship Id="rId98" Type="http://schemas.openxmlformats.org/officeDocument/2006/relationships/image" Target="../media/image97.jpg"/><Relationship Id="rId121" Type="http://schemas.openxmlformats.org/officeDocument/2006/relationships/image" Target="../media/image120.jpg"/><Relationship Id="rId142" Type="http://schemas.openxmlformats.org/officeDocument/2006/relationships/image" Target="../media/image141.jpg"/><Relationship Id="rId3" Type="http://schemas.openxmlformats.org/officeDocument/2006/relationships/image" Target="../media/image2.jpg"/><Relationship Id="rId25" Type="http://schemas.openxmlformats.org/officeDocument/2006/relationships/image" Target="../media/image24.jpg"/><Relationship Id="rId46" Type="http://schemas.openxmlformats.org/officeDocument/2006/relationships/image" Target="../media/image45.jpg"/><Relationship Id="rId67" Type="http://schemas.openxmlformats.org/officeDocument/2006/relationships/image" Target="../media/image66.jpg"/><Relationship Id="rId116" Type="http://schemas.openxmlformats.org/officeDocument/2006/relationships/image" Target="../media/image115.jpg"/><Relationship Id="rId137" Type="http://schemas.openxmlformats.org/officeDocument/2006/relationships/image" Target="../media/image136.jpg"/><Relationship Id="rId158" Type="http://schemas.openxmlformats.org/officeDocument/2006/relationships/image" Target="../media/image157.jpg"/><Relationship Id="rId20" Type="http://schemas.openxmlformats.org/officeDocument/2006/relationships/image" Target="../media/image19.jpg"/><Relationship Id="rId41" Type="http://schemas.openxmlformats.org/officeDocument/2006/relationships/image" Target="../media/image40.jpg"/><Relationship Id="rId62" Type="http://schemas.openxmlformats.org/officeDocument/2006/relationships/image" Target="../media/image61.jpg"/><Relationship Id="rId83" Type="http://schemas.openxmlformats.org/officeDocument/2006/relationships/image" Target="../media/image82.jpg"/><Relationship Id="rId88" Type="http://schemas.openxmlformats.org/officeDocument/2006/relationships/image" Target="../media/image87.jpg"/><Relationship Id="rId111" Type="http://schemas.openxmlformats.org/officeDocument/2006/relationships/image" Target="../media/image110.jpg"/><Relationship Id="rId132" Type="http://schemas.openxmlformats.org/officeDocument/2006/relationships/image" Target="../media/image131.jpg"/><Relationship Id="rId153" Type="http://schemas.openxmlformats.org/officeDocument/2006/relationships/image" Target="../media/image152.jpg"/><Relationship Id="rId15" Type="http://schemas.openxmlformats.org/officeDocument/2006/relationships/image" Target="../media/image14.jpg"/><Relationship Id="rId36" Type="http://schemas.openxmlformats.org/officeDocument/2006/relationships/image" Target="../media/image35.jpg"/><Relationship Id="rId57" Type="http://schemas.openxmlformats.org/officeDocument/2006/relationships/image" Target="../media/image56.jpg"/><Relationship Id="rId106" Type="http://schemas.openxmlformats.org/officeDocument/2006/relationships/image" Target="../media/image105.jpg"/><Relationship Id="rId127" Type="http://schemas.openxmlformats.org/officeDocument/2006/relationships/image" Target="../media/image126.jpg"/><Relationship Id="rId10" Type="http://schemas.openxmlformats.org/officeDocument/2006/relationships/image" Target="../media/image9.jpg"/><Relationship Id="rId31" Type="http://schemas.openxmlformats.org/officeDocument/2006/relationships/image" Target="../media/image30.jpg"/><Relationship Id="rId52" Type="http://schemas.openxmlformats.org/officeDocument/2006/relationships/image" Target="../media/image51.jpg"/><Relationship Id="rId73" Type="http://schemas.openxmlformats.org/officeDocument/2006/relationships/image" Target="../media/image72.jpg"/><Relationship Id="rId78" Type="http://schemas.openxmlformats.org/officeDocument/2006/relationships/image" Target="../media/image77.jpg"/><Relationship Id="rId94" Type="http://schemas.openxmlformats.org/officeDocument/2006/relationships/image" Target="../media/image93.jpg"/><Relationship Id="rId99" Type="http://schemas.openxmlformats.org/officeDocument/2006/relationships/image" Target="../media/image98.jpg"/><Relationship Id="rId101" Type="http://schemas.openxmlformats.org/officeDocument/2006/relationships/image" Target="../media/image100.jpg"/><Relationship Id="rId122" Type="http://schemas.openxmlformats.org/officeDocument/2006/relationships/image" Target="../media/image121.jpg"/><Relationship Id="rId143" Type="http://schemas.openxmlformats.org/officeDocument/2006/relationships/image" Target="../media/image142.jpg"/><Relationship Id="rId148" Type="http://schemas.openxmlformats.org/officeDocument/2006/relationships/image" Target="../media/image147.jpg"/><Relationship Id="rId4" Type="http://schemas.openxmlformats.org/officeDocument/2006/relationships/image" Target="../media/image3.jpg"/><Relationship Id="rId9" Type="http://schemas.openxmlformats.org/officeDocument/2006/relationships/image" Target="../media/image8.jpg"/><Relationship Id="rId26" Type="http://schemas.openxmlformats.org/officeDocument/2006/relationships/image" Target="../media/image25.jpg"/><Relationship Id="rId47" Type="http://schemas.openxmlformats.org/officeDocument/2006/relationships/image" Target="../media/image46.jpg"/><Relationship Id="rId68" Type="http://schemas.openxmlformats.org/officeDocument/2006/relationships/image" Target="../media/image67.jpg"/><Relationship Id="rId89" Type="http://schemas.openxmlformats.org/officeDocument/2006/relationships/image" Target="../media/image88.jpg"/><Relationship Id="rId112" Type="http://schemas.openxmlformats.org/officeDocument/2006/relationships/image" Target="../media/image111.jpg"/><Relationship Id="rId133" Type="http://schemas.openxmlformats.org/officeDocument/2006/relationships/image" Target="../media/image132.jpg"/><Relationship Id="rId154" Type="http://schemas.openxmlformats.org/officeDocument/2006/relationships/image" Target="../media/image153.jpg"/><Relationship Id="rId16" Type="http://schemas.openxmlformats.org/officeDocument/2006/relationships/image" Target="../media/image15.jpg"/><Relationship Id="rId37" Type="http://schemas.openxmlformats.org/officeDocument/2006/relationships/image" Target="../media/image36.jpg"/><Relationship Id="rId58" Type="http://schemas.openxmlformats.org/officeDocument/2006/relationships/image" Target="../media/image57.jpg"/><Relationship Id="rId79" Type="http://schemas.openxmlformats.org/officeDocument/2006/relationships/image" Target="../media/image78.jpg"/><Relationship Id="rId102" Type="http://schemas.openxmlformats.org/officeDocument/2006/relationships/image" Target="../media/image101.jpg"/><Relationship Id="rId123" Type="http://schemas.openxmlformats.org/officeDocument/2006/relationships/image" Target="../media/image122.jpg"/><Relationship Id="rId144" Type="http://schemas.openxmlformats.org/officeDocument/2006/relationships/image" Target="../media/image143.jpg"/><Relationship Id="rId90" Type="http://schemas.openxmlformats.org/officeDocument/2006/relationships/image" Target="../media/image89.jpg"/><Relationship Id="rId27" Type="http://schemas.openxmlformats.org/officeDocument/2006/relationships/image" Target="../media/image26.jpg"/><Relationship Id="rId48" Type="http://schemas.openxmlformats.org/officeDocument/2006/relationships/image" Target="../media/image47.jpg"/><Relationship Id="rId69" Type="http://schemas.openxmlformats.org/officeDocument/2006/relationships/image" Target="../media/image68.jpg"/><Relationship Id="rId113" Type="http://schemas.openxmlformats.org/officeDocument/2006/relationships/image" Target="../media/image112.jpg"/><Relationship Id="rId134" Type="http://schemas.openxmlformats.org/officeDocument/2006/relationships/image" Target="../media/image133.jpg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55.jpg"/><Relationship Id="rId21" Type="http://schemas.openxmlformats.org/officeDocument/2006/relationships/image" Target="../media/image32.jpg"/><Relationship Id="rId42" Type="http://schemas.openxmlformats.org/officeDocument/2006/relationships/image" Target="../media/image53.jpg"/><Relationship Id="rId63" Type="http://schemas.openxmlformats.org/officeDocument/2006/relationships/image" Target="../media/image74.jpg"/><Relationship Id="rId84" Type="http://schemas.openxmlformats.org/officeDocument/2006/relationships/image" Target="../media/image95.jpg"/><Relationship Id="rId138" Type="http://schemas.openxmlformats.org/officeDocument/2006/relationships/image" Target="../media/image121.jpg"/><Relationship Id="rId107" Type="http://schemas.openxmlformats.org/officeDocument/2006/relationships/image" Target="../media/image145.jpg"/><Relationship Id="rId11" Type="http://schemas.openxmlformats.org/officeDocument/2006/relationships/image" Target="../media/image22.jpg"/><Relationship Id="rId32" Type="http://schemas.openxmlformats.org/officeDocument/2006/relationships/image" Target="../media/image43.jpg"/><Relationship Id="rId53" Type="http://schemas.openxmlformats.org/officeDocument/2006/relationships/image" Target="../media/image64.jpg"/><Relationship Id="rId74" Type="http://schemas.openxmlformats.org/officeDocument/2006/relationships/image" Target="../media/image85.jpg"/><Relationship Id="rId128" Type="http://schemas.openxmlformats.org/officeDocument/2006/relationships/image" Target="../media/image111.jpg"/><Relationship Id="rId5" Type="http://schemas.openxmlformats.org/officeDocument/2006/relationships/image" Target="../media/image16.jpg"/><Relationship Id="rId90" Type="http://schemas.openxmlformats.org/officeDocument/2006/relationships/image" Target="../media/image101.jpg"/><Relationship Id="rId95" Type="http://schemas.openxmlformats.org/officeDocument/2006/relationships/image" Target="../media/image133.jpg"/><Relationship Id="rId22" Type="http://schemas.openxmlformats.org/officeDocument/2006/relationships/image" Target="../media/image33.jpg"/><Relationship Id="rId27" Type="http://schemas.openxmlformats.org/officeDocument/2006/relationships/image" Target="../media/image38.jpg"/><Relationship Id="rId43" Type="http://schemas.openxmlformats.org/officeDocument/2006/relationships/image" Target="../media/image54.jpg"/><Relationship Id="rId48" Type="http://schemas.openxmlformats.org/officeDocument/2006/relationships/image" Target="../media/image59.jpg"/><Relationship Id="rId64" Type="http://schemas.openxmlformats.org/officeDocument/2006/relationships/image" Target="../media/image75.jpg"/><Relationship Id="rId69" Type="http://schemas.openxmlformats.org/officeDocument/2006/relationships/image" Target="../media/image80.jpg"/><Relationship Id="rId113" Type="http://schemas.openxmlformats.org/officeDocument/2006/relationships/image" Target="../media/image151.jpg"/><Relationship Id="rId118" Type="http://schemas.openxmlformats.org/officeDocument/2006/relationships/image" Target="../media/image156.jpg"/><Relationship Id="rId134" Type="http://schemas.openxmlformats.org/officeDocument/2006/relationships/image" Target="../media/image117.jpg"/><Relationship Id="rId139" Type="http://schemas.openxmlformats.org/officeDocument/2006/relationships/image" Target="../media/image122.jpg"/><Relationship Id="rId80" Type="http://schemas.openxmlformats.org/officeDocument/2006/relationships/image" Target="../media/image91.jpg"/><Relationship Id="rId85" Type="http://schemas.openxmlformats.org/officeDocument/2006/relationships/image" Target="../media/image96.jpg"/><Relationship Id="rId12" Type="http://schemas.openxmlformats.org/officeDocument/2006/relationships/image" Target="../media/image23.jpg"/><Relationship Id="rId17" Type="http://schemas.openxmlformats.org/officeDocument/2006/relationships/image" Target="../media/image28.jpg"/><Relationship Id="rId33" Type="http://schemas.openxmlformats.org/officeDocument/2006/relationships/image" Target="../media/image44.jpg"/><Relationship Id="rId38" Type="http://schemas.openxmlformats.org/officeDocument/2006/relationships/image" Target="../media/image49.jpg"/><Relationship Id="rId59" Type="http://schemas.openxmlformats.org/officeDocument/2006/relationships/image" Target="../media/image70.jpg"/><Relationship Id="rId103" Type="http://schemas.openxmlformats.org/officeDocument/2006/relationships/image" Target="../media/image141.jpg"/><Relationship Id="rId108" Type="http://schemas.openxmlformats.org/officeDocument/2006/relationships/image" Target="../media/image146.jpg"/><Relationship Id="rId124" Type="http://schemas.openxmlformats.org/officeDocument/2006/relationships/image" Target="../media/image107.jpg"/><Relationship Id="rId129" Type="http://schemas.openxmlformats.org/officeDocument/2006/relationships/image" Target="../media/image112.jpg"/><Relationship Id="rId54" Type="http://schemas.openxmlformats.org/officeDocument/2006/relationships/image" Target="../media/image65.jpg"/><Relationship Id="rId70" Type="http://schemas.openxmlformats.org/officeDocument/2006/relationships/image" Target="../media/image81.jpg"/><Relationship Id="rId75" Type="http://schemas.openxmlformats.org/officeDocument/2006/relationships/image" Target="../media/image86.jpg"/><Relationship Id="rId91" Type="http://schemas.openxmlformats.org/officeDocument/2006/relationships/image" Target="../media/image102.jpg"/><Relationship Id="rId96" Type="http://schemas.openxmlformats.org/officeDocument/2006/relationships/image" Target="../media/image134.jpg"/><Relationship Id="rId140" Type="http://schemas.openxmlformats.org/officeDocument/2006/relationships/image" Target="../media/image123.jpg"/><Relationship Id="rId145" Type="http://schemas.openxmlformats.org/officeDocument/2006/relationships/image" Target="../media/image128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g"/><Relationship Id="rId23" Type="http://schemas.openxmlformats.org/officeDocument/2006/relationships/image" Target="../media/image34.jpg"/><Relationship Id="rId28" Type="http://schemas.openxmlformats.org/officeDocument/2006/relationships/image" Target="../media/image39.jpg"/><Relationship Id="rId49" Type="http://schemas.openxmlformats.org/officeDocument/2006/relationships/image" Target="../media/image60.jpg"/><Relationship Id="rId114" Type="http://schemas.openxmlformats.org/officeDocument/2006/relationships/image" Target="../media/image152.jpg"/><Relationship Id="rId119" Type="http://schemas.openxmlformats.org/officeDocument/2006/relationships/image" Target="../media/image157.jpg"/><Relationship Id="rId44" Type="http://schemas.openxmlformats.org/officeDocument/2006/relationships/image" Target="../media/image55.jpg"/><Relationship Id="rId60" Type="http://schemas.openxmlformats.org/officeDocument/2006/relationships/image" Target="../media/image71.jpg"/><Relationship Id="rId65" Type="http://schemas.openxmlformats.org/officeDocument/2006/relationships/image" Target="../media/image76.jpg"/><Relationship Id="rId81" Type="http://schemas.openxmlformats.org/officeDocument/2006/relationships/image" Target="../media/image92.jpg"/><Relationship Id="rId86" Type="http://schemas.openxmlformats.org/officeDocument/2006/relationships/image" Target="../media/image97.jpg"/><Relationship Id="rId130" Type="http://schemas.openxmlformats.org/officeDocument/2006/relationships/image" Target="../media/image113.jpg"/><Relationship Id="rId135" Type="http://schemas.openxmlformats.org/officeDocument/2006/relationships/image" Target="../media/image118.jpg"/><Relationship Id="rId13" Type="http://schemas.openxmlformats.org/officeDocument/2006/relationships/image" Target="../media/image24.jpg"/><Relationship Id="rId18" Type="http://schemas.openxmlformats.org/officeDocument/2006/relationships/image" Target="../media/image29.jpg"/><Relationship Id="rId39" Type="http://schemas.openxmlformats.org/officeDocument/2006/relationships/image" Target="../media/image50.jpg"/><Relationship Id="rId109" Type="http://schemas.openxmlformats.org/officeDocument/2006/relationships/image" Target="../media/image147.jpg"/><Relationship Id="rId34" Type="http://schemas.openxmlformats.org/officeDocument/2006/relationships/image" Target="../media/image45.jpg"/><Relationship Id="rId50" Type="http://schemas.openxmlformats.org/officeDocument/2006/relationships/image" Target="../media/image61.jpg"/><Relationship Id="rId55" Type="http://schemas.openxmlformats.org/officeDocument/2006/relationships/image" Target="../media/image66.jpg"/><Relationship Id="rId76" Type="http://schemas.openxmlformats.org/officeDocument/2006/relationships/image" Target="../media/image87.jpg"/><Relationship Id="rId97" Type="http://schemas.openxmlformats.org/officeDocument/2006/relationships/image" Target="../media/image135.jpg"/><Relationship Id="rId104" Type="http://schemas.openxmlformats.org/officeDocument/2006/relationships/image" Target="../media/image142.jpg"/><Relationship Id="rId120" Type="http://schemas.openxmlformats.org/officeDocument/2006/relationships/image" Target="../media/image103.jpg"/><Relationship Id="rId125" Type="http://schemas.openxmlformats.org/officeDocument/2006/relationships/image" Target="../media/image108.jpg"/><Relationship Id="rId141" Type="http://schemas.openxmlformats.org/officeDocument/2006/relationships/image" Target="../media/image124.jpg"/><Relationship Id="rId146" Type="http://schemas.openxmlformats.org/officeDocument/2006/relationships/image" Target="../media/image129.jpg"/><Relationship Id="rId7" Type="http://schemas.openxmlformats.org/officeDocument/2006/relationships/image" Target="../media/image18.jpg"/><Relationship Id="rId71" Type="http://schemas.openxmlformats.org/officeDocument/2006/relationships/image" Target="../media/image82.jpg"/><Relationship Id="rId92" Type="http://schemas.openxmlformats.org/officeDocument/2006/relationships/image" Target="../media/image130.jpg"/><Relationship Id="rId2" Type="http://schemas.openxmlformats.org/officeDocument/2006/relationships/image" Target="../media/image13.jpg"/><Relationship Id="rId29" Type="http://schemas.openxmlformats.org/officeDocument/2006/relationships/image" Target="../media/image40.jpg"/><Relationship Id="rId24" Type="http://schemas.openxmlformats.org/officeDocument/2006/relationships/image" Target="../media/image35.jpg"/><Relationship Id="rId40" Type="http://schemas.openxmlformats.org/officeDocument/2006/relationships/image" Target="../media/image51.jpg"/><Relationship Id="rId45" Type="http://schemas.openxmlformats.org/officeDocument/2006/relationships/image" Target="../media/image56.jpg"/><Relationship Id="rId66" Type="http://schemas.openxmlformats.org/officeDocument/2006/relationships/image" Target="../media/image77.jpg"/><Relationship Id="rId87" Type="http://schemas.openxmlformats.org/officeDocument/2006/relationships/image" Target="../media/image98.jpg"/><Relationship Id="rId110" Type="http://schemas.openxmlformats.org/officeDocument/2006/relationships/image" Target="../media/image148.jpg"/><Relationship Id="rId115" Type="http://schemas.openxmlformats.org/officeDocument/2006/relationships/image" Target="../media/image153.jpg"/><Relationship Id="rId131" Type="http://schemas.openxmlformats.org/officeDocument/2006/relationships/image" Target="../media/image114.jpg"/><Relationship Id="rId136" Type="http://schemas.openxmlformats.org/officeDocument/2006/relationships/image" Target="../media/image119.jpg"/><Relationship Id="rId61" Type="http://schemas.openxmlformats.org/officeDocument/2006/relationships/image" Target="../media/image72.jpg"/><Relationship Id="rId82" Type="http://schemas.openxmlformats.org/officeDocument/2006/relationships/image" Target="../media/image93.jpg"/><Relationship Id="rId19" Type="http://schemas.openxmlformats.org/officeDocument/2006/relationships/image" Target="../media/image30.jpg"/><Relationship Id="rId14" Type="http://schemas.openxmlformats.org/officeDocument/2006/relationships/image" Target="../media/image25.jpg"/><Relationship Id="rId30" Type="http://schemas.openxmlformats.org/officeDocument/2006/relationships/image" Target="../media/image41.jpg"/><Relationship Id="rId35" Type="http://schemas.openxmlformats.org/officeDocument/2006/relationships/image" Target="../media/image46.jpg"/><Relationship Id="rId56" Type="http://schemas.openxmlformats.org/officeDocument/2006/relationships/image" Target="../media/image67.jpg"/><Relationship Id="rId77" Type="http://schemas.openxmlformats.org/officeDocument/2006/relationships/image" Target="../media/image88.jpg"/><Relationship Id="rId100" Type="http://schemas.openxmlformats.org/officeDocument/2006/relationships/image" Target="../media/image138.jpg"/><Relationship Id="rId105" Type="http://schemas.openxmlformats.org/officeDocument/2006/relationships/image" Target="../media/image143.jpg"/><Relationship Id="rId126" Type="http://schemas.openxmlformats.org/officeDocument/2006/relationships/image" Target="../media/image109.jpg"/><Relationship Id="rId8" Type="http://schemas.openxmlformats.org/officeDocument/2006/relationships/image" Target="../media/image19.jpg"/><Relationship Id="rId51" Type="http://schemas.openxmlformats.org/officeDocument/2006/relationships/image" Target="../media/image62.jpg"/><Relationship Id="rId72" Type="http://schemas.openxmlformats.org/officeDocument/2006/relationships/image" Target="../media/image83.jpg"/><Relationship Id="rId93" Type="http://schemas.openxmlformats.org/officeDocument/2006/relationships/image" Target="../media/image131.jpg"/><Relationship Id="rId98" Type="http://schemas.openxmlformats.org/officeDocument/2006/relationships/image" Target="../media/image136.jpg"/><Relationship Id="rId121" Type="http://schemas.openxmlformats.org/officeDocument/2006/relationships/image" Target="../media/image104.jpg"/><Relationship Id="rId142" Type="http://schemas.openxmlformats.org/officeDocument/2006/relationships/image" Target="../media/image125.jpg"/><Relationship Id="rId3" Type="http://schemas.openxmlformats.org/officeDocument/2006/relationships/image" Target="../media/image14.jpg"/><Relationship Id="rId25" Type="http://schemas.openxmlformats.org/officeDocument/2006/relationships/image" Target="../media/image36.jpg"/><Relationship Id="rId46" Type="http://schemas.openxmlformats.org/officeDocument/2006/relationships/image" Target="../media/image57.jpg"/><Relationship Id="rId67" Type="http://schemas.openxmlformats.org/officeDocument/2006/relationships/image" Target="../media/image78.jpg"/><Relationship Id="rId116" Type="http://schemas.openxmlformats.org/officeDocument/2006/relationships/image" Target="../media/image154.jpg"/><Relationship Id="rId137" Type="http://schemas.openxmlformats.org/officeDocument/2006/relationships/image" Target="../media/image120.jpg"/><Relationship Id="rId20" Type="http://schemas.openxmlformats.org/officeDocument/2006/relationships/image" Target="../media/image31.jpg"/><Relationship Id="rId41" Type="http://schemas.openxmlformats.org/officeDocument/2006/relationships/image" Target="../media/image52.jpg"/><Relationship Id="rId62" Type="http://schemas.openxmlformats.org/officeDocument/2006/relationships/image" Target="../media/image73.jpg"/><Relationship Id="rId83" Type="http://schemas.openxmlformats.org/officeDocument/2006/relationships/image" Target="../media/image94.jpg"/><Relationship Id="rId88" Type="http://schemas.openxmlformats.org/officeDocument/2006/relationships/image" Target="../media/image99.jpg"/><Relationship Id="rId111" Type="http://schemas.openxmlformats.org/officeDocument/2006/relationships/image" Target="../media/image149.jpg"/><Relationship Id="rId132" Type="http://schemas.openxmlformats.org/officeDocument/2006/relationships/image" Target="../media/image115.jpg"/><Relationship Id="rId15" Type="http://schemas.openxmlformats.org/officeDocument/2006/relationships/image" Target="../media/image26.jpg"/><Relationship Id="rId36" Type="http://schemas.openxmlformats.org/officeDocument/2006/relationships/image" Target="../media/image47.jpg"/><Relationship Id="rId57" Type="http://schemas.openxmlformats.org/officeDocument/2006/relationships/image" Target="../media/image68.jpg"/><Relationship Id="rId106" Type="http://schemas.openxmlformats.org/officeDocument/2006/relationships/image" Target="../media/image144.jpg"/><Relationship Id="rId127" Type="http://schemas.openxmlformats.org/officeDocument/2006/relationships/image" Target="../media/image110.jpg"/><Relationship Id="rId10" Type="http://schemas.openxmlformats.org/officeDocument/2006/relationships/image" Target="../media/image21.jpg"/><Relationship Id="rId31" Type="http://schemas.openxmlformats.org/officeDocument/2006/relationships/image" Target="../media/image42.jpg"/><Relationship Id="rId52" Type="http://schemas.openxmlformats.org/officeDocument/2006/relationships/image" Target="../media/image63.jpg"/><Relationship Id="rId73" Type="http://schemas.openxmlformats.org/officeDocument/2006/relationships/image" Target="../media/image84.jpg"/><Relationship Id="rId78" Type="http://schemas.openxmlformats.org/officeDocument/2006/relationships/image" Target="../media/image89.jpg"/><Relationship Id="rId94" Type="http://schemas.openxmlformats.org/officeDocument/2006/relationships/image" Target="../media/image132.jpg"/><Relationship Id="rId99" Type="http://schemas.openxmlformats.org/officeDocument/2006/relationships/image" Target="../media/image137.jpg"/><Relationship Id="rId101" Type="http://schemas.openxmlformats.org/officeDocument/2006/relationships/image" Target="../media/image139.jpg"/><Relationship Id="rId122" Type="http://schemas.openxmlformats.org/officeDocument/2006/relationships/image" Target="../media/image105.jpg"/><Relationship Id="rId143" Type="http://schemas.openxmlformats.org/officeDocument/2006/relationships/image" Target="../media/image126.jpg"/><Relationship Id="rId4" Type="http://schemas.openxmlformats.org/officeDocument/2006/relationships/image" Target="../media/image15.jpg"/><Relationship Id="rId9" Type="http://schemas.openxmlformats.org/officeDocument/2006/relationships/image" Target="../media/image20.jpg"/><Relationship Id="rId26" Type="http://schemas.openxmlformats.org/officeDocument/2006/relationships/image" Target="../media/image37.jpg"/><Relationship Id="rId47" Type="http://schemas.openxmlformats.org/officeDocument/2006/relationships/image" Target="../media/image58.jpg"/><Relationship Id="rId68" Type="http://schemas.openxmlformats.org/officeDocument/2006/relationships/image" Target="../media/image79.jpg"/><Relationship Id="rId89" Type="http://schemas.openxmlformats.org/officeDocument/2006/relationships/image" Target="../media/image100.jpg"/><Relationship Id="rId112" Type="http://schemas.openxmlformats.org/officeDocument/2006/relationships/image" Target="../media/image150.jpg"/><Relationship Id="rId133" Type="http://schemas.openxmlformats.org/officeDocument/2006/relationships/image" Target="../media/image116.jpg"/><Relationship Id="rId16" Type="http://schemas.openxmlformats.org/officeDocument/2006/relationships/image" Target="../media/image27.jpg"/><Relationship Id="rId37" Type="http://schemas.openxmlformats.org/officeDocument/2006/relationships/image" Target="../media/image48.jpg"/><Relationship Id="rId58" Type="http://schemas.openxmlformats.org/officeDocument/2006/relationships/image" Target="../media/image69.jpg"/><Relationship Id="rId79" Type="http://schemas.openxmlformats.org/officeDocument/2006/relationships/image" Target="../media/image90.jpg"/><Relationship Id="rId102" Type="http://schemas.openxmlformats.org/officeDocument/2006/relationships/image" Target="../media/image140.jpg"/><Relationship Id="rId123" Type="http://schemas.openxmlformats.org/officeDocument/2006/relationships/image" Target="../media/image106.jpg"/><Relationship Id="rId144" Type="http://schemas.openxmlformats.org/officeDocument/2006/relationships/image" Target="../media/image127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jpg"/><Relationship Id="rId13" Type="http://schemas.openxmlformats.org/officeDocument/2006/relationships/image" Target="../media/image114.jpg"/><Relationship Id="rId18" Type="http://schemas.openxmlformats.org/officeDocument/2006/relationships/image" Target="../media/image119.jpg"/><Relationship Id="rId26" Type="http://schemas.openxmlformats.org/officeDocument/2006/relationships/image" Target="../media/image127.jpg"/><Relationship Id="rId3" Type="http://schemas.openxmlformats.org/officeDocument/2006/relationships/image" Target="../media/image104.jpg"/><Relationship Id="rId21" Type="http://schemas.openxmlformats.org/officeDocument/2006/relationships/image" Target="../media/image122.jpg"/><Relationship Id="rId7" Type="http://schemas.openxmlformats.org/officeDocument/2006/relationships/image" Target="../media/image108.jpg"/><Relationship Id="rId12" Type="http://schemas.openxmlformats.org/officeDocument/2006/relationships/image" Target="../media/image113.jpg"/><Relationship Id="rId17" Type="http://schemas.openxmlformats.org/officeDocument/2006/relationships/image" Target="../media/image118.jpg"/><Relationship Id="rId25" Type="http://schemas.openxmlformats.org/officeDocument/2006/relationships/image" Target="../media/image126.jpg"/><Relationship Id="rId2" Type="http://schemas.openxmlformats.org/officeDocument/2006/relationships/image" Target="../media/image103.jpg"/><Relationship Id="rId16" Type="http://schemas.openxmlformats.org/officeDocument/2006/relationships/image" Target="../media/image117.jpg"/><Relationship Id="rId20" Type="http://schemas.openxmlformats.org/officeDocument/2006/relationships/image" Target="../media/image12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jpg"/><Relationship Id="rId11" Type="http://schemas.openxmlformats.org/officeDocument/2006/relationships/image" Target="../media/image112.jpg"/><Relationship Id="rId24" Type="http://schemas.openxmlformats.org/officeDocument/2006/relationships/image" Target="../media/image125.jpg"/><Relationship Id="rId5" Type="http://schemas.openxmlformats.org/officeDocument/2006/relationships/image" Target="../media/image106.jpg"/><Relationship Id="rId15" Type="http://schemas.openxmlformats.org/officeDocument/2006/relationships/image" Target="../media/image116.jpg"/><Relationship Id="rId23" Type="http://schemas.openxmlformats.org/officeDocument/2006/relationships/image" Target="../media/image124.jpg"/><Relationship Id="rId28" Type="http://schemas.openxmlformats.org/officeDocument/2006/relationships/image" Target="../media/image129.jpg"/><Relationship Id="rId10" Type="http://schemas.openxmlformats.org/officeDocument/2006/relationships/image" Target="../media/image111.jpg"/><Relationship Id="rId19" Type="http://schemas.openxmlformats.org/officeDocument/2006/relationships/image" Target="../media/image120.jpg"/><Relationship Id="rId4" Type="http://schemas.openxmlformats.org/officeDocument/2006/relationships/image" Target="../media/image105.jpg"/><Relationship Id="rId9" Type="http://schemas.openxmlformats.org/officeDocument/2006/relationships/image" Target="../media/image110.jpg"/><Relationship Id="rId14" Type="http://schemas.openxmlformats.org/officeDocument/2006/relationships/image" Target="../media/image115.jpg"/><Relationship Id="rId22" Type="http://schemas.openxmlformats.org/officeDocument/2006/relationships/image" Target="../media/image123.jpg"/><Relationship Id="rId27" Type="http://schemas.openxmlformats.org/officeDocument/2006/relationships/image" Target="../media/image12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B1FABAB-04F8-25BD-7130-CB9AFFF30C94}"/>
              </a:ext>
            </a:extLst>
          </p:cNvPr>
          <p:cNvSpPr/>
          <p:nvPr/>
        </p:nvSpPr>
        <p:spPr>
          <a:xfrm>
            <a:off x="0" y="407629"/>
            <a:ext cx="3048000" cy="97766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E959A4-3039-02FA-2472-8FF45A9B7C1E}"/>
              </a:ext>
            </a:extLst>
          </p:cNvPr>
          <p:cNvSpPr/>
          <p:nvPr/>
        </p:nvSpPr>
        <p:spPr>
          <a:xfrm>
            <a:off x="3048000" y="407629"/>
            <a:ext cx="3048000" cy="97766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673F7E-05C1-D956-D37C-FFDD3ECFB9D8}"/>
              </a:ext>
            </a:extLst>
          </p:cNvPr>
          <p:cNvSpPr/>
          <p:nvPr/>
        </p:nvSpPr>
        <p:spPr>
          <a:xfrm>
            <a:off x="6100247" y="408014"/>
            <a:ext cx="3048000" cy="977343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pic>
        <p:nvPicPr>
          <p:cNvPr id="7" name="Picture 6" descr="A black and white image of a black dot&#10;&#10;AI-generated content may be incorrect.">
            <a:extLst>
              <a:ext uri="{FF2B5EF4-FFF2-40B4-BE49-F238E27FC236}">
                <a16:creationId xmlns:a16="http://schemas.microsoft.com/office/drawing/2014/main" id="{AD03BE2A-9A8C-F577-7D39-FAE6550DCC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859" y="610497"/>
            <a:ext cx="485775" cy="638175"/>
          </a:xfrm>
          <a:prstGeom prst="rect">
            <a:avLst/>
          </a:prstGeom>
        </p:spPr>
      </p:pic>
      <p:pic>
        <p:nvPicPr>
          <p:cNvPr id="8" name="Picture 7" descr="A black and white image of a black dot&#10;&#10;AI-generated content may be incorrect.">
            <a:extLst>
              <a:ext uri="{FF2B5EF4-FFF2-40B4-BE49-F238E27FC236}">
                <a16:creationId xmlns:a16="http://schemas.microsoft.com/office/drawing/2014/main" id="{8D6F4CF7-FB6D-C414-CDDA-752C8CF580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011" y="610497"/>
            <a:ext cx="485775" cy="638175"/>
          </a:xfrm>
          <a:prstGeom prst="rect">
            <a:avLst/>
          </a:prstGeom>
        </p:spPr>
      </p:pic>
      <p:pic>
        <p:nvPicPr>
          <p:cNvPr id="9" name="Picture 8" descr="A black dot on a white background&#10;&#10;AI-generated content may be incorrect.">
            <a:extLst>
              <a:ext uri="{FF2B5EF4-FFF2-40B4-BE49-F238E27FC236}">
                <a16:creationId xmlns:a16="http://schemas.microsoft.com/office/drawing/2014/main" id="{202E7664-A574-4005-1B28-6322AC21B6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163" y="596209"/>
            <a:ext cx="485775" cy="666750"/>
          </a:xfrm>
          <a:prstGeom prst="rect">
            <a:avLst/>
          </a:prstGeom>
        </p:spPr>
      </p:pic>
      <p:pic>
        <p:nvPicPr>
          <p:cNvPr id="10" name="Picture 9" descr="A black circle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C43CF043-7A9F-06FA-138D-8E242A8B4B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315" y="624784"/>
            <a:ext cx="485775" cy="609600"/>
          </a:xfrm>
          <a:prstGeom prst="rect">
            <a:avLst/>
          </a:prstGeom>
        </p:spPr>
      </p:pic>
      <p:pic>
        <p:nvPicPr>
          <p:cNvPr id="11" name="Picture 10" descr="A black and white image of a number&#10;&#10;AI-generated content may be incorrect.">
            <a:extLst>
              <a:ext uri="{FF2B5EF4-FFF2-40B4-BE49-F238E27FC236}">
                <a16:creationId xmlns:a16="http://schemas.microsoft.com/office/drawing/2014/main" id="{12906578-449B-73A9-BCEF-C709064C26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783" y="518582"/>
            <a:ext cx="485775" cy="781050"/>
          </a:xfrm>
          <a:prstGeom prst="rect">
            <a:avLst/>
          </a:prstGeom>
        </p:spPr>
      </p:pic>
      <p:pic>
        <p:nvPicPr>
          <p:cNvPr id="12" name="Picture 11" descr="A black blot on a white background&#10;&#10;AI-generated content may be incorrect.">
            <a:extLst>
              <a:ext uri="{FF2B5EF4-FFF2-40B4-BE49-F238E27FC236}">
                <a16:creationId xmlns:a16="http://schemas.microsoft.com/office/drawing/2014/main" id="{E054BE95-C6D9-034A-846A-8E0BAD0695C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31"/>
          <a:stretch>
            <a:fillRect/>
          </a:stretch>
        </p:blipFill>
        <p:spPr>
          <a:xfrm>
            <a:off x="5138612" y="430169"/>
            <a:ext cx="914400" cy="938212"/>
          </a:xfrm>
          <a:prstGeom prst="rect">
            <a:avLst/>
          </a:prstGeom>
        </p:spPr>
      </p:pic>
      <p:pic>
        <p:nvPicPr>
          <p:cNvPr id="13" name="Picture 12" descr="A black dot on a white background&#10;&#10;AI-generated content may be incorrect.">
            <a:extLst>
              <a:ext uri="{FF2B5EF4-FFF2-40B4-BE49-F238E27FC236}">
                <a16:creationId xmlns:a16="http://schemas.microsoft.com/office/drawing/2014/main" id="{7AC9C9F5-09BF-8DDE-0B9A-283DF64ED35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8955" y="547157"/>
            <a:ext cx="485775" cy="723900"/>
          </a:xfrm>
          <a:prstGeom prst="rect">
            <a:avLst/>
          </a:prstGeom>
        </p:spPr>
      </p:pic>
      <p:pic>
        <p:nvPicPr>
          <p:cNvPr id="14" name="Picture 13" descr="A black spiky object on a white background&#10;&#10;AI-generated content may be incorrect.">
            <a:extLst>
              <a:ext uri="{FF2B5EF4-FFF2-40B4-BE49-F238E27FC236}">
                <a16:creationId xmlns:a16="http://schemas.microsoft.com/office/drawing/2014/main" id="{115BC71A-91E2-D641-77E2-E06D62F6A2C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49" b="23016"/>
          <a:stretch>
            <a:fillRect/>
          </a:stretch>
        </p:blipFill>
        <p:spPr>
          <a:xfrm>
            <a:off x="3140023" y="476599"/>
            <a:ext cx="714375" cy="828959"/>
          </a:xfrm>
          <a:prstGeom prst="rect">
            <a:avLst/>
          </a:prstGeom>
        </p:spPr>
      </p:pic>
      <p:pic>
        <p:nvPicPr>
          <p:cNvPr id="15" name="Picture 14" descr="A black bird in the sky&#10;&#10;AI-generated content may be incorrect.">
            <a:extLst>
              <a:ext uri="{FF2B5EF4-FFF2-40B4-BE49-F238E27FC236}">
                <a16:creationId xmlns:a16="http://schemas.microsoft.com/office/drawing/2014/main" id="{13AE9361-90C8-3FDD-7959-69589AD2F9C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8571" y="547157"/>
            <a:ext cx="485775" cy="752475"/>
          </a:xfrm>
          <a:prstGeom prst="rect">
            <a:avLst/>
          </a:prstGeom>
        </p:spPr>
      </p:pic>
      <p:pic>
        <p:nvPicPr>
          <p:cNvPr id="16" name="Picture 15" descr="A blurry image of a black object&#10;&#10;AI-generated content may be incorrect.">
            <a:extLst>
              <a:ext uri="{FF2B5EF4-FFF2-40B4-BE49-F238E27FC236}">
                <a16:creationId xmlns:a16="http://schemas.microsoft.com/office/drawing/2014/main" id="{338C261C-40AF-B320-29F2-A224FEB8965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710" y="532869"/>
            <a:ext cx="485775" cy="781050"/>
          </a:xfrm>
          <a:prstGeom prst="rect">
            <a:avLst/>
          </a:prstGeom>
        </p:spPr>
      </p:pic>
      <p:pic>
        <p:nvPicPr>
          <p:cNvPr id="17" name="Picture 16" descr="A blurry image of a bird&#10;&#10;AI-generated content may be incorrect.">
            <a:extLst>
              <a:ext uri="{FF2B5EF4-FFF2-40B4-BE49-F238E27FC236}">
                <a16:creationId xmlns:a16="http://schemas.microsoft.com/office/drawing/2014/main" id="{C0F6DD0B-A55C-2DCE-C300-DC0B75D26F4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2848" y="561444"/>
            <a:ext cx="485775" cy="723900"/>
          </a:xfrm>
          <a:prstGeom prst="rect">
            <a:avLst/>
          </a:prstGeom>
        </p:spPr>
      </p:pic>
      <p:pic>
        <p:nvPicPr>
          <p:cNvPr id="18" name="Picture 17" descr="A black text and a black number&#10;&#10;AI-generated content may be incorrect.">
            <a:extLst>
              <a:ext uri="{FF2B5EF4-FFF2-40B4-BE49-F238E27FC236}">
                <a16:creationId xmlns:a16="http://schemas.microsoft.com/office/drawing/2014/main" id="{2163EA80-3169-4967-5699-84B6E9A3C48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4986" y="441768"/>
            <a:ext cx="485775" cy="923925"/>
          </a:xfrm>
          <a:prstGeom prst="rect">
            <a:avLst/>
          </a:prstGeom>
        </p:spPr>
      </p:pic>
      <p:pic>
        <p:nvPicPr>
          <p:cNvPr id="19" name="Picture 18" descr="A black spiky object on a white background&#10;&#10;AI-generated content may be incorrect.">
            <a:extLst>
              <a:ext uri="{FF2B5EF4-FFF2-40B4-BE49-F238E27FC236}">
                <a16:creationId xmlns:a16="http://schemas.microsoft.com/office/drawing/2014/main" id="{BA71CAEA-D803-D938-1D7B-4FB0ACB071C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230"/>
          <a:stretch>
            <a:fillRect/>
          </a:stretch>
        </p:blipFill>
        <p:spPr>
          <a:xfrm>
            <a:off x="3149236" y="963689"/>
            <a:ext cx="714375" cy="34186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F84ED85-A6D0-D207-D57D-BB154F83DA83}"/>
              </a:ext>
            </a:extLst>
          </p:cNvPr>
          <p:cNvSpPr txBox="1"/>
          <p:nvPr/>
        </p:nvSpPr>
        <p:spPr>
          <a:xfrm>
            <a:off x="6085834" y="407628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C3DFB1"/>
                </a:solidFill>
              </a:rPr>
              <a:t>tuff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B0BF61-7454-55E2-C434-D03A2ECCC082}"/>
              </a:ext>
            </a:extLst>
          </p:cNvPr>
          <p:cNvSpPr txBox="1"/>
          <p:nvPr/>
        </p:nvSpPr>
        <p:spPr>
          <a:xfrm>
            <a:off x="3038502" y="407628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C3DFB1"/>
                </a:solidFill>
              </a:rPr>
              <a:t>puff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CB23D0-E0E2-1E24-6B4C-E4DAD074AEF5}"/>
              </a:ext>
            </a:extLst>
          </p:cNvPr>
          <p:cNvSpPr txBox="1"/>
          <p:nvPr/>
        </p:nvSpPr>
        <p:spPr>
          <a:xfrm>
            <a:off x="-9499" y="402322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C3DFB1"/>
                </a:solidFill>
              </a:rPr>
              <a:t>like_Trichodesmium</a:t>
            </a:r>
            <a:endParaRPr lang="en-US" sz="1200" b="1" dirty="0">
              <a:solidFill>
                <a:srgbClr val="C3DFB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1042CD-4243-2675-6743-EF032409682E}"/>
              </a:ext>
            </a:extLst>
          </p:cNvPr>
          <p:cNvSpPr txBox="1"/>
          <p:nvPr/>
        </p:nvSpPr>
        <p:spPr>
          <a:xfrm>
            <a:off x="-9499" y="11016"/>
            <a:ext cx="12201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3DFB1"/>
                </a:solidFill>
              </a:rPr>
              <a:t>e: Photosynthetic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71BFB3-EEDE-DCEE-11A7-4B1CDFE31053}"/>
              </a:ext>
            </a:extLst>
          </p:cNvPr>
          <p:cNvSpPr txBox="1"/>
          <p:nvPr/>
        </p:nvSpPr>
        <p:spPr>
          <a:xfrm>
            <a:off x="10697" y="1386291"/>
            <a:ext cx="12201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f: Rhizarians</a:t>
            </a:r>
          </a:p>
        </p:txBody>
      </p:sp>
      <p:pic>
        <p:nvPicPr>
          <p:cNvPr id="25" name="Picture 24" descr="A black circle with a pointy center&#10;&#10;AI-generated content may be incorrect.">
            <a:extLst>
              <a:ext uri="{FF2B5EF4-FFF2-40B4-BE49-F238E27FC236}">
                <a16:creationId xmlns:a16="http://schemas.microsoft.com/office/drawing/2014/main" id="{F404923A-22AD-D05A-4A15-02FA574417A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50"/>
          <a:stretch>
            <a:fillRect/>
          </a:stretch>
        </p:blipFill>
        <p:spPr>
          <a:xfrm>
            <a:off x="2199218" y="5532695"/>
            <a:ext cx="800100" cy="1021565"/>
          </a:xfrm>
          <a:prstGeom prst="rect">
            <a:avLst/>
          </a:prstGeom>
        </p:spPr>
      </p:pic>
      <p:pic>
        <p:nvPicPr>
          <p:cNvPr id="26" name="Picture 25" descr="A black and white image of a bird&#10;&#10;AI-generated content may be incorrect.">
            <a:extLst>
              <a:ext uri="{FF2B5EF4-FFF2-40B4-BE49-F238E27FC236}">
                <a16:creationId xmlns:a16="http://schemas.microsoft.com/office/drawing/2014/main" id="{CFEF43EF-FD10-4B27-384A-5FBFEF3E37C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25"/>
          <a:stretch>
            <a:fillRect/>
          </a:stretch>
        </p:blipFill>
        <p:spPr>
          <a:xfrm>
            <a:off x="1492521" y="5631931"/>
            <a:ext cx="628650" cy="931475"/>
          </a:xfrm>
          <a:prstGeom prst="rect">
            <a:avLst/>
          </a:prstGeom>
        </p:spPr>
      </p:pic>
      <p:pic>
        <p:nvPicPr>
          <p:cNvPr id="27" name="Picture 26" descr="A black and white image of a round object&#10;&#10;AI-generated content may be incorrect.">
            <a:extLst>
              <a:ext uri="{FF2B5EF4-FFF2-40B4-BE49-F238E27FC236}">
                <a16:creationId xmlns:a16="http://schemas.microsoft.com/office/drawing/2014/main" id="{0CB62A70-51CE-5861-00A7-806D02EF1F7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31"/>
          <a:stretch>
            <a:fillRect/>
          </a:stretch>
        </p:blipFill>
        <p:spPr>
          <a:xfrm>
            <a:off x="702482" y="5554082"/>
            <a:ext cx="914400" cy="1041151"/>
          </a:xfrm>
          <a:prstGeom prst="rect">
            <a:avLst/>
          </a:prstGeom>
        </p:spPr>
      </p:pic>
      <p:pic>
        <p:nvPicPr>
          <p:cNvPr id="28" name="Picture 27" descr="A black hole in a white surface&#10;&#10;AI-generated content may be incorrect.">
            <a:extLst>
              <a:ext uri="{FF2B5EF4-FFF2-40B4-BE49-F238E27FC236}">
                <a16:creationId xmlns:a16="http://schemas.microsoft.com/office/drawing/2014/main" id="{DB4752D4-5479-5F10-6E2B-8EC4367EC0D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27"/>
          <a:stretch>
            <a:fillRect/>
          </a:stretch>
        </p:blipFill>
        <p:spPr>
          <a:xfrm>
            <a:off x="47676" y="5546748"/>
            <a:ext cx="714375" cy="1041151"/>
          </a:xfrm>
          <a:prstGeom prst="rect">
            <a:avLst/>
          </a:prstGeom>
        </p:spPr>
      </p:pic>
      <p:pic>
        <p:nvPicPr>
          <p:cNvPr id="29" name="Picture 28" descr="A close-up of a spider&#10;&#10;AI-generated content may be incorrect.">
            <a:extLst>
              <a:ext uri="{FF2B5EF4-FFF2-40B4-BE49-F238E27FC236}">
                <a16:creationId xmlns:a16="http://schemas.microsoft.com/office/drawing/2014/main" id="{99AAA998-37AB-8E75-3CA8-53608359A9A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88" t="30091" r="26798" b="30106"/>
          <a:stretch>
            <a:fillRect/>
          </a:stretch>
        </p:blipFill>
        <p:spPr>
          <a:xfrm>
            <a:off x="1260999" y="4445289"/>
            <a:ext cx="649777" cy="1032907"/>
          </a:xfrm>
          <a:prstGeom prst="rect">
            <a:avLst/>
          </a:prstGeom>
        </p:spPr>
      </p:pic>
      <p:pic>
        <p:nvPicPr>
          <p:cNvPr id="30" name="Picture 29" descr="A close-up of a spider&#10;&#10;AI-generated content may be incorrect.">
            <a:extLst>
              <a:ext uri="{FF2B5EF4-FFF2-40B4-BE49-F238E27FC236}">
                <a16:creationId xmlns:a16="http://schemas.microsoft.com/office/drawing/2014/main" id="{3D477355-923C-3172-E208-AF90BC03548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655" r="54841"/>
          <a:stretch>
            <a:fillRect/>
          </a:stretch>
        </p:blipFill>
        <p:spPr>
          <a:xfrm>
            <a:off x="1252460" y="5335716"/>
            <a:ext cx="659191" cy="138726"/>
          </a:xfrm>
          <a:prstGeom prst="rect">
            <a:avLst/>
          </a:prstGeom>
        </p:spPr>
      </p:pic>
      <p:pic>
        <p:nvPicPr>
          <p:cNvPr id="31" name="Picture 30" descr="A black dot in a white background&#10;&#10;AI-generated content may be incorrect.">
            <a:extLst>
              <a:ext uri="{FF2B5EF4-FFF2-40B4-BE49-F238E27FC236}">
                <a16:creationId xmlns:a16="http://schemas.microsoft.com/office/drawing/2014/main" id="{D0DCB45A-29B5-E0E0-A3C4-F9631015D35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47" b="37325"/>
          <a:stretch>
            <a:fillRect/>
          </a:stretch>
        </p:blipFill>
        <p:spPr>
          <a:xfrm>
            <a:off x="6841023" y="3281939"/>
            <a:ext cx="828675" cy="868779"/>
          </a:xfrm>
          <a:prstGeom prst="rect">
            <a:avLst/>
          </a:prstGeom>
        </p:spPr>
      </p:pic>
      <p:pic>
        <p:nvPicPr>
          <p:cNvPr id="32" name="Picture 31" descr="A close-up of a black circle&#10;&#10;AI-generated content may be incorrect.">
            <a:extLst>
              <a:ext uri="{FF2B5EF4-FFF2-40B4-BE49-F238E27FC236}">
                <a16:creationId xmlns:a16="http://schemas.microsoft.com/office/drawing/2014/main" id="{3AA7A776-093B-1536-23FB-940DCB44646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00" t="22687" r="31145" b="18792"/>
          <a:stretch>
            <a:fillRect/>
          </a:stretch>
        </p:blipFill>
        <p:spPr>
          <a:xfrm>
            <a:off x="7679594" y="3307144"/>
            <a:ext cx="710882" cy="908585"/>
          </a:xfrm>
          <a:prstGeom prst="rect">
            <a:avLst/>
          </a:prstGeom>
        </p:spPr>
      </p:pic>
      <p:pic>
        <p:nvPicPr>
          <p:cNvPr id="33" name="Picture 32" descr="A black circle with a pointy center&#10;&#10;AI-generated content may be incorrect.">
            <a:extLst>
              <a:ext uri="{FF2B5EF4-FFF2-40B4-BE49-F238E27FC236}">
                <a16:creationId xmlns:a16="http://schemas.microsoft.com/office/drawing/2014/main" id="{E270C451-C03E-46CF-4B11-7F67E272AC52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014" y="1805233"/>
            <a:ext cx="914400" cy="1266825"/>
          </a:xfrm>
          <a:prstGeom prst="rect">
            <a:avLst/>
          </a:prstGeom>
        </p:spPr>
      </p:pic>
      <p:pic>
        <p:nvPicPr>
          <p:cNvPr id="34" name="Picture 33" descr="A black hole in a white surface&#10;&#10;AI-generated content may be incorrect.">
            <a:extLst>
              <a:ext uri="{FF2B5EF4-FFF2-40B4-BE49-F238E27FC236}">
                <a16:creationId xmlns:a16="http://schemas.microsoft.com/office/drawing/2014/main" id="{E968A968-ACD9-4516-A2EF-E890F2E51E11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8413" y="1764189"/>
            <a:ext cx="771525" cy="1266825"/>
          </a:xfrm>
          <a:prstGeom prst="rect">
            <a:avLst/>
          </a:prstGeom>
        </p:spPr>
      </p:pic>
      <p:pic>
        <p:nvPicPr>
          <p:cNvPr id="35" name="Picture 34" descr="A bullet hole in a white background&#10;&#10;AI-generated content may be incorrect.">
            <a:extLst>
              <a:ext uri="{FF2B5EF4-FFF2-40B4-BE49-F238E27FC236}">
                <a16:creationId xmlns:a16="http://schemas.microsoft.com/office/drawing/2014/main" id="{353C9371-6B3E-8B76-F8D8-A0F717D0B13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5782" y="1792764"/>
            <a:ext cx="714375" cy="1209675"/>
          </a:xfrm>
          <a:prstGeom prst="rect">
            <a:avLst/>
          </a:prstGeom>
        </p:spPr>
      </p:pic>
      <p:pic>
        <p:nvPicPr>
          <p:cNvPr id="36" name="Picture 35" descr="A black circle in a white background&#10;&#10;AI-generated content may be incorrect.">
            <a:extLst>
              <a:ext uri="{FF2B5EF4-FFF2-40B4-BE49-F238E27FC236}">
                <a16:creationId xmlns:a16="http://schemas.microsoft.com/office/drawing/2014/main" id="{4836E9A9-CE09-8491-D7CD-73EF52B23DC8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8837" y="1749901"/>
            <a:ext cx="742950" cy="1295400"/>
          </a:xfrm>
          <a:prstGeom prst="rect">
            <a:avLst/>
          </a:prstGeom>
        </p:spPr>
      </p:pic>
      <p:pic>
        <p:nvPicPr>
          <p:cNvPr id="37" name="Picture 36" descr="A black circle with a pointy center&#10;&#10;AI-generated content may be incorrect.">
            <a:extLst>
              <a:ext uri="{FF2B5EF4-FFF2-40B4-BE49-F238E27FC236}">
                <a16:creationId xmlns:a16="http://schemas.microsoft.com/office/drawing/2014/main" id="{FCD4BBC0-5445-AD5A-0086-FA8DC7D46DC7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1132" y="1914282"/>
            <a:ext cx="800100" cy="1123950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328608C3-5A05-3E6B-73B7-EB99AC635494}"/>
              </a:ext>
            </a:extLst>
          </p:cNvPr>
          <p:cNvSpPr/>
          <p:nvPr/>
        </p:nvSpPr>
        <p:spPr>
          <a:xfrm>
            <a:off x="0" y="1740672"/>
            <a:ext cx="3048000" cy="135815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93613EA-2665-5D3E-69A1-86F3788ECC40}"/>
              </a:ext>
            </a:extLst>
          </p:cNvPr>
          <p:cNvSpPr/>
          <p:nvPr/>
        </p:nvSpPr>
        <p:spPr>
          <a:xfrm>
            <a:off x="3048000" y="1740672"/>
            <a:ext cx="3048000" cy="135815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C7B2E61-C471-4C87-60F8-D1DD9E0BBB12}"/>
              </a:ext>
            </a:extLst>
          </p:cNvPr>
          <p:cNvSpPr/>
          <p:nvPr/>
        </p:nvSpPr>
        <p:spPr>
          <a:xfrm>
            <a:off x="0" y="3097527"/>
            <a:ext cx="3048000" cy="1248310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FB29AE7-6544-6C19-2736-9B88EBBB3B2F}"/>
              </a:ext>
            </a:extLst>
          </p:cNvPr>
          <p:cNvSpPr/>
          <p:nvPr/>
        </p:nvSpPr>
        <p:spPr>
          <a:xfrm>
            <a:off x="6096000" y="1740672"/>
            <a:ext cx="3048000" cy="135815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BBCCA8D-DB45-144F-D8D9-88212298D63F}"/>
              </a:ext>
            </a:extLst>
          </p:cNvPr>
          <p:cNvSpPr/>
          <p:nvPr/>
        </p:nvSpPr>
        <p:spPr>
          <a:xfrm>
            <a:off x="9144000" y="1740672"/>
            <a:ext cx="3048000" cy="135815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0B4C447-00BD-E300-DF35-10C97AA0B689}"/>
              </a:ext>
            </a:extLst>
          </p:cNvPr>
          <p:cNvSpPr/>
          <p:nvPr/>
        </p:nvSpPr>
        <p:spPr>
          <a:xfrm>
            <a:off x="6096000" y="3097527"/>
            <a:ext cx="3048000" cy="1248310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FCF1375-0154-6184-A117-704C4C89415A}"/>
              </a:ext>
            </a:extLst>
          </p:cNvPr>
          <p:cNvSpPr/>
          <p:nvPr/>
        </p:nvSpPr>
        <p:spPr>
          <a:xfrm>
            <a:off x="9144000" y="3097527"/>
            <a:ext cx="3048000" cy="1248310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01CDF92-D2E3-D85A-9549-B1DBBB82A398}"/>
              </a:ext>
            </a:extLst>
          </p:cNvPr>
          <p:cNvSpPr/>
          <p:nvPr/>
        </p:nvSpPr>
        <p:spPr>
          <a:xfrm>
            <a:off x="3048333" y="5501526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AE7C509-2829-3926-428A-01B5CC4E36A8}"/>
              </a:ext>
            </a:extLst>
          </p:cNvPr>
          <p:cNvSpPr/>
          <p:nvPr/>
        </p:nvSpPr>
        <p:spPr>
          <a:xfrm>
            <a:off x="333" y="4341314"/>
            <a:ext cx="3048000" cy="116805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A9E8566-D15E-E13E-5185-543EAE9947FD}"/>
              </a:ext>
            </a:extLst>
          </p:cNvPr>
          <p:cNvSpPr/>
          <p:nvPr/>
        </p:nvSpPr>
        <p:spPr>
          <a:xfrm>
            <a:off x="3048333" y="4341314"/>
            <a:ext cx="3048000" cy="116805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311E050-D7DC-D80E-9CA8-68739047F745}"/>
              </a:ext>
            </a:extLst>
          </p:cNvPr>
          <p:cNvSpPr/>
          <p:nvPr/>
        </p:nvSpPr>
        <p:spPr>
          <a:xfrm>
            <a:off x="6096333" y="4341314"/>
            <a:ext cx="3048000" cy="116805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404B087-9C75-C2D3-1D39-01E607CBD24D}"/>
              </a:ext>
            </a:extLst>
          </p:cNvPr>
          <p:cNvSpPr/>
          <p:nvPr/>
        </p:nvSpPr>
        <p:spPr>
          <a:xfrm>
            <a:off x="6096333" y="5501526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45EA703-E837-3C27-0DA3-1E7905D919F9}"/>
              </a:ext>
            </a:extLst>
          </p:cNvPr>
          <p:cNvSpPr txBox="1"/>
          <p:nvPr/>
        </p:nvSpPr>
        <p:spPr>
          <a:xfrm>
            <a:off x="3038502" y="1740671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Phaeodaria</a:t>
            </a:r>
            <a:endParaRPr lang="en-US" sz="1200" b="1" dirty="0">
              <a:solidFill>
                <a:srgbClr val="FFBD0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B8ABE55-EE16-328E-C391-23BB3045FB67}"/>
              </a:ext>
            </a:extLst>
          </p:cNvPr>
          <p:cNvSpPr txBox="1"/>
          <p:nvPr/>
        </p:nvSpPr>
        <p:spPr>
          <a:xfrm>
            <a:off x="9151071" y="1746286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Circoporidae</a:t>
            </a:r>
            <a:endParaRPr lang="en-US" sz="1200" b="1" dirty="0">
              <a:solidFill>
                <a:srgbClr val="FFBD00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1858E64-676B-77D1-6B3F-6BA4D445AE89}"/>
              </a:ext>
            </a:extLst>
          </p:cNvPr>
          <p:cNvSpPr txBox="1"/>
          <p:nvPr/>
        </p:nvSpPr>
        <p:spPr>
          <a:xfrm>
            <a:off x="6098156" y="3102756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Aulographis</a:t>
            </a:r>
            <a:endParaRPr lang="en-US" sz="1200" b="1" dirty="0">
              <a:solidFill>
                <a:srgbClr val="FFBD0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2041AD0-733B-CE68-57F7-3C481C9C6BD8}"/>
              </a:ext>
            </a:extLst>
          </p:cNvPr>
          <p:cNvSpPr txBox="1"/>
          <p:nvPr/>
        </p:nvSpPr>
        <p:spPr>
          <a:xfrm>
            <a:off x="339" y="4350764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Coelodendrum</a:t>
            </a:r>
            <a:endParaRPr lang="en-US" sz="1200" b="1" dirty="0">
              <a:solidFill>
                <a:srgbClr val="FFBD00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6604273-53E1-D4AD-188E-5D083B9946E0}"/>
              </a:ext>
            </a:extLst>
          </p:cNvPr>
          <p:cNvSpPr txBox="1"/>
          <p:nvPr/>
        </p:nvSpPr>
        <p:spPr>
          <a:xfrm>
            <a:off x="-5172" y="5514260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Aulosphaeridae</a:t>
            </a:r>
            <a:endParaRPr lang="en-US" sz="1200" b="1" dirty="0">
              <a:solidFill>
                <a:srgbClr val="FFBD00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A59B537-88AC-01C6-8CF9-ACC77B28E71A}"/>
              </a:ext>
            </a:extLst>
          </p:cNvPr>
          <p:cNvSpPr txBox="1"/>
          <p:nvPr/>
        </p:nvSpPr>
        <p:spPr>
          <a:xfrm>
            <a:off x="3049669" y="5508369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Aulatractus</a:t>
            </a:r>
            <a:endParaRPr lang="en-US" sz="1200" b="1" dirty="0">
              <a:solidFill>
                <a:srgbClr val="FFBD00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4AE1E2D-4BE4-419B-88A5-209A9BE7626B}"/>
              </a:ext>
            </a:extLst>
          </p:cNvPr>
          <p:cNvSpPr/>
          <p:nvPr/>
        </p:nvSpPr>
        <p:spPr>
          <a:xfrm>
            <a:off x="6091417" y="6597822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9C31B71-EB2A-97F7-6540-87B54AF92519}"/>
              </a:ext>
            </a:extLst>
          </p:cNvPr>
          <p:cNvSpPr txBox="1"/>
          <p:nvPr/>
        </p:nvSpPr>
        <p:spPr>
          <a:xfrm>
            <a:off x="6109321" y="6604974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unknown_Phaeodaria</a:t>
            </a:r>
            <a:endParaRPr lang="en-US" sz="1200" b="1" dirty="0">
              <a:solidFill>
                <a:srgbClr val="FFBD00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11FDEF3-61FC-3D85-A713-786677DA4E58}"/>
              </a:ext>
            </a:extLst>
          </p:cNvPr>
          <p:cNvSpPr/>
          <p:nvPr/>
        </p:nvSpPr>
        <p:spPr>
          <a:xfrm>
            <a:off x="335" y="7684287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019A14D-5A99-8311-50E3-6EB1CCA10958}"/>
              </a:ext>
            </a:extLst>
          </p:cNvPr>
          <p:cNvSpPr/>
          <p:nvPr/>
        </p:nvSpPr>
        <p:spPr>
          <a:xfrm>
            <a:off x="6096335" y="7684287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70" name="Picture 69" descr="A blurry image of a black dot&#10;&#10;AI-generated content may be incorrect.">
            <a:extLst>
              <a:ext uri="{FF2B5EF4-FFF2-40B4-BE49-F238E27FC236}">
                <a16:creationId xmlns:a16="http://schemas.microsoft.com/office/drawing/2014/main" id="{CE987C2B-31BB-AAD1-EC21-11AD4DC1B935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782" y="1892776"/>
            <a:ext cx="685800" cy="1009650"/>
          </a:xfrm>
          <a:prstGeom prst="rect">
            <a:avLst/>
          </a:prstGeom>
        </p:spPr>
      </p:pic>
      <p:pic>
        <p:nvPicPr>
          <p:cNvPr id="71" name="Picture 70" descr="A black circle in a white background&#10;&#10;AI-generated content may be incorrect.">
            <a:extLst>
              <a:ext uri="{FF2B5EF4-FFF2-40B4-BE49-F238E27FC236}">
                <a16:creationId xmlns:a16="http://schemas.microsoft.com/office/drawing/2014/main" id="{BFECF232-CCAD-8A5C-57EA-8D95620D2E11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5888" y="1921351"/>
            <a:ext cx="714375" cy="952500"/>
          </a:xfrm>
          <a:prstGeom prst="rect">
            <a:avLst/>
          </a:prstGeom>
        </p:spPr>
      </p:pic>
      <p:pic>
        <p:nvPicPr>
          <p:cNvPr id="72" name="Picture 71" descr="A black spot on a white surface&#10;&#10;AI-generated content may be incorrect.">
            <a:extLst>
              <a:ext uri="{FF2B5EF4-FFF2-40B4-BE49-F238E27FC236}">
                <a16:creationId xmlns:a16="http://schemas.microsoft.com/office/drawing/2014/main" id="{8CD4F465-8504-D368-E073-2DED05447B84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3569" y="1764189"/>
            <a:ext cx="657225" cy="1266825"/>
          </a:xfrm>
          <a:prstGeom prst="rect">
            <a:avLst/>
          </a:prstGeom>
        </p:spPr>
      </p:pic>
      <p:pic>
        <p:nvPicPr>
          <p:cNvPr id="73" name="Picture 72" descr="A black dot in a white background&#10;&#10;AI-generated content may be incorrect.">
            <a:extLst>
              <a:ext uri="{FF2B5EF4-FFF2-40B4-BE49-F238E27FC236}">
                <a16:creationId xmlns:a16="http://schemas.microsoft.com/office/drawing/2014/main" id="{C494EDD7-5A33-7179-BD21-37FC2C7E9181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76" y="1921351"/>
            <a:ext cx="685800" cy="952500"/>
          </a:xfrm>
          <a:prstGeom prst="rect">
            <a:avLst/>
          </a:prstGeom>
        </p:spPr>
      </p:pic>
      <p:pic>
        <p:nvPicPr>
          <p:cNvPr id="74" name="Picture 73" descr="A black dot with numbers&#10;&#10;AI-generated content may be incorrect.">
            <a:extLst>
              <a:ext uri="{FF2B5EF4-FFF2-40B4-BE49-F238E27FC236}">
                <a16:creationId xmlns:a16="http://schemas.microsoft.com/office/drawing/2014/main" id="{7DFB30EC-48FC-3C6F-3CED-12907CCE75BE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6114" y="2007076"/>
            <a:ext cx="542925" cy="866775"/>
          </a:xfrm>
          <a:prstGeom prst="rect">
            <a:avLst/>
          </a:prstGeom>
        </p:spPr>
      </p:pic>
      <p:pic>
        <p:nvPicPr>
          <p:cNvPr id="75" name="Picture 74" descr="A black circle with a number and a black text&#10;&#10;AI-generated content may be incorrect.">
            <a:extLst>
              <a:ext uri="{FF2B5EF4-FFF2-40B4-BE49-F238E27FC236}">
                <a16:creationId xmlns:a16="http://schemas.microsoft.com/office/drawing/2014/main" id="{D54DBC11-D534-E82D-6A26-38288A167D68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5732" y="1852444"/>
            <a:ext cx="914400" cy="1038225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7076293D-CF4B-6CE7-E0BD-FF2B95016F33}"/>
              </a:ext>
            </a:extLst>
          </p:cNvPr>
          <p:cNvSpPr txBox="1"/>
          <p:nvPr/>
        </p:nvSpPr>
        <p:spPr>
          <a:xfrm>
            <a:off x="-9499" y="1735365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FFBD00"/>
                </a:solidFill>
              </a:rPr>
              <a:t>Rhizaria</a:t>
            </a:r>
          </a:p>
        </p:txBody>
      </p:sp>
      <p:pic>
        <p:nvPicPr>
          <p:cNvPr id="77" name="Picture 76" descr="A black dots on a white background&#10;&#10;AI-generated content may be incorrect.">
            <a:extLst>
              <a:ext uri="{FF2B5EF4-FFF2-40B4-BE49-F238E27FC236}">
                <a16:creationId xmlns:a16="http://schemas.microsoft.com/office/drawing/2014/main" id="{CA179196-869A-9410-2811-F78643BB9D80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54" t="28869" r="29934" b="29361"/>
          <a:stretch>
            <a:fillRect/>
          </a:stretch>
        </p:blipFill>
        <p:spPr>
          <a:xfrm>
            <a:off x="24424" y="3117466"/>
            <a:ext cx="789831" cy="1196068"/>
          </a:xfrm>
          <a:prstGeom prst="rect">
            <a:avLst/>
          </a:prstGeom>
        </p:spPr>
      </p:pic>
      <p:pic>
        <p:nvPicPr>
          <p:cNvPr id="78" name="Picture 77" descr="A black blotch on a white background&#10;&#10;AI-generated content may be incorrect.">
            <a:extLst>
              <a:ext uri="{FF2B5EF4-FFF2-40B4-BE49-F238E27FC236}">
                <a16:creationId xmlns:a16="http://schemas.microsoft.com/office/drawing/2014/main" id="{02A35A7F-EB7F-77A7-4D02-E415F47B196D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00" t="24674" r="12299" b="28212"/>
          <a:stretch>
            <a:fillRect/>
          </a:stretch>
        </p:blipFill>
        <p:spPr>
          <a:xfrm>
            <a:off x="816782" y="3188474"/>
            <a:ext cx="1453021" cy="1065092"/>
          </a:xfrm>
          <a:prstGeom prst="rect">
            <a:avLst/>
          </a:prstGeom>
        </p:spPr>
      </p:pic>
      <p:pic>
        <p:nvPicPr>
          <p:cNvPr id="79" name="Picture 78" descr="A black dots on a white background&#10;&#10;AI-generated content may be incorrect.">
            <a:extLst>
              <a:ext uri="{FF2B5EF4-FFF2-40B4-BE49-F238E27FC236}">
                <a16:creationId xmlns:a16="http://schemas.microsoft.com/office/drawing/2014/main" id="{FEEC14BC-3714-927B-9D44-84D5C518C7EF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020" r="60196" b="7"/>
          <a:stretch>
            <a:fillRect/>
          </a:stretch>
        </p:blipFill>
        <p:spPr>
          <a:xfrm>
            <a:off x="17841" y="4069594"/>
            <a:ext cx="793659" cy="199677"/>
          </a:xfrm>
          <a:prstGeom prst="rect">
            <a:avLst/>
          </a:prstGeom>
        </p:spPr>
      </p:pic>
      <p:pic>
        <p:nvPicPr>
          <p:cNvPr id="80" name="Picture 79" descr="A black blotch on a white background&#10;&#10;AI-generated content may be incorrect.">
            <a:extLst>
              <a:ext uri="{FF2B5EF4-FFF2-40B4-BE49-F238E27FC236}">
                <a16:creationId xmlns:a16="http://schemas.microsoft.com/office/drawing/2014/main" id="{D776887E-1BC2-972B-0307-5F12B4A1BB9A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056" r="37945" b="29"/>
          <a:stretch>
            <a:fillRect/>
          </a:stretch>
        </p:blipFill>
        <p:spPr>
          <a:xfrm>
            <a:off x="827437" y="4060972"/>
            <a:ext cx="1447300" cy="178948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B5DF097F-E94A-6338-7127-5B8181D568EC}"/>
              </a:ext>
            </a:extLst>
          </p:cNvPr>
          <p:cNvSpPr txBox="1"/>
          <p:nvPr/>
        </p:nvSpPr>
        <p:spPr>
          <a:xfrm>
            <a:off x="-14413" y="3097141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Tuscaroridae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82" name="Picture 81" descr="A black blotches of smoke&#10;&#10;AI-generated content may be incorrect.">
            <a:extLst>
              <a:ext uri="{FF2B5EF4-FFF2-40B4-BE49-F238E27FC236}">
                <a16:creationId xmlns:a16="http://schemas.microsoft.com/office/drawing/2014/main" id="{7655F3DF-528F-F99E-D18C-8F8564834753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30" t="27514" r="26854" b="28931"/>
          <a:stretch>
            <a:fillRect/>
          </a:stretch>
        </p:blipFill>
        <p:spPr>
          <a:xfrm>
            <a:off x="2182425" y="3127413"/>
            <a:ext cx="836703" cy="1109167"/>
          </a:xfrm>
          <a:prstGeom prst="rect">
            <a:avLst/>
          </a:prstGeom>
        </p:spPr>
      </p:pic>
      <p:pic>
        <p:nvPicPr>
          <p:cNvPr id="83" name="Picture 82" descr="A black blotches of smoke&#10;&#10;AI-generated content may be incorrect.">
            <a:extLst>
              <a:ext uri="{FF2B5EF4-FFF2-40B4-BE49-F238E27FC236}">
                <a16:creationId xmlns:a16="http://schemas.microsoft.com/office/drawing/2014/main" id="{80B8D52E-EC35-6F80-1983-9F22422E9FA1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717" r="58084" b="799"/>
          <a:stretch>
            <a:fillRect/>
          </a:stretch>
        </p:blipFill>
        <p:spPr>
          <a:xfrm>
            <a:off x="2182426" y="4028151"/>
            <a:ext cx="836704" cy="190597"/>
          </a:xfrm>
          <a:prstGeom prst="rect">
            <a:avLst/>
          </a:prstGeom>
        </p:spPr>
      </p:pic>
      <p:pic>
        <p:nvPicPr>
          <p:cNvPr id="84" name="Picture 83" descr="A bullet hole in a white background&#10;&#10;AI-generated content may be incorrect.">
            <a:extLst>
              <a:ext uri="{FF2B5EF4-FFF2-40B4-BE49-F238E27FC236}">
                <a16:creationId xmlns:a16="http://schemas.microsoft.com/office/drawing/2014/main" id="{9E83F290-2439-5878-986C-22BF97B93138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568" y="3122197"/>
            <a:ext cx="571500" cy="1123950"/>
          </a:xfrm>
          <a:prstGeom prst="rect">
            <a:avLst/>
          </a:prstGeom>
        </p:spPr>
      </p:pic>
      <p:pic>
        <p:nvPicPr>
          <p:cNvPr id="85" name="Picture 84" descr="A close-up of a bullet hole&#10;&#10;AI-generated content may be incorrect.">
            <a:extLst>
              <a:ext uri="{FF2B5EF4-FFF2-40B4-BE49-F238E27FC236}">
                <a16:creationId xmlns:a16="http://schemas.microsoft.com/office/drawing/2014/main" id="{7864C639-0A92-87F6-DFF4-12DA4C24A478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82" r="19021"/>
          <a:stretch>
            <a:fillRect/>
          </a:stretch>
        </p:blipFill>
        <p:spPr>
          <a:xfrm>
            <a:off x="5220973" y="3114787"/>
            <a:ext cx="809890" cy="1126610"/>
          </a:xfrm>
          <a:prstGeom prst="rect">
            <a:avLst/>
          </a:prstGeom>
        </p:spPr>
      </p:pic>
      <p:pic>
        <p:nvPicPr>
          <p:cNvPr id="86" name="Picture 85" descr="A black circle with a pointy center&#10;&#10;AI-generated content may be incorrect.">
            <a:extLst>
              <a:ext uri="{FF2B5EF4-FFF2-40B4-BE49-F238E27FC236}">
                <a16:creationId xmlns:a16="http://schemas.microsoft.com/office/drawing/2014/main" id="{3DE72419-2A4A-2803-0F99-B26A3A2110C8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5375" y="3130504"/>
            <a:ext cx="600075" cy="1123950"/>
          </a:xfrm>
          <a:prstGeom prst="rect">
            <a:avLst/>
          </a:prstGeom>
        </p:spPr>
      </p:pic>
      <p:pic>
        <p:nvPicPr>
          <p:cNvPr id="87" name="Picture 86" descr="A bullet hole in a white background&#10;&#10;AI-generated content may be incorrect.">
            <a:extLst>
              <a:ext uri="{FF2B5EF4-FFF2-40B4-BE49-F238E27FC236}">
                <a16:creationId xmlns:a16="http://schemas.microsoft.com/office/drawing/2014/main" id="{A3AE87D5-A7AC-F78D-9463-CDB65A5A57BD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2410" y="3130405"/>
            <a:ext cx="714375" cy="1095375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33D35220-F7C8-1005-E2F5-3F7300088A43}"/>
              </a:ext>
            </a:extLst>
          </p:cNvPr>
          <p:cNvSpPr txBox="1"/>
          <p:nvPr/>
        </p:nvSpPr>
        <p:spPr>
          <a:xfrm>
            <a:off x="3033588" y="3102447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Aulacantha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89" name="Picture 88" descr="A close-up of a eyeball&#10;&#10;AI-generated content may be incorrect.">
            <a:extLst>
              <a:ext uri="{FF2B5EF4-FFF2-40B4-BE49-F238E27FC236}">
                <a16:creationId xmlns:a16="http://schemas.microsoft.com/office/drawing/2014/main" id="{00008B41-4DB9-C616-2787-1E7AD3925E62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830"/>
          <a:stretch>
            <a:fillRect/>
          </a:stretch>
        </p:blipFill>
        <p:spPr>
          <a:xfrm>
            <a:off x="8400383" y="3128146"/>
            <a:ext cx="710882" cy="1114425"/>
          </a:xfrm>
          <a:prstGeom prst="rect">
            <a:avLst/>
          </a:prstGeom>
        </p:spPr>
      </p:pic>
      <p:pic>
        <p:nvPicPr>
          <p:cNvPr id="90" name="Picture 89" descr="A black dot in a white circle&#10;&#10;AI-generated content may be incorrect.">
            <a:extLst>
              <a:ext uri="{FF2B5EF4-FFF2-40B4-BE49-F238E27FC236}">
                <a16:creationId xmlns:a16="http://schemas.microsoft.com/office/drawing/2014/main" id="{74BA9DE3-A5C9-AAD7-0E51-EB10581B2CC5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37" b="22370"/>
          <a:stretch>
            <a:fillRect/>
          </a:stretch>
        </p:blipFill>
        <p:spPr>
          <a:xfrm>
            <a:off x="6138914" y="3273125"/>
            <a:ext cx="800100" cy="859431"/>
          </a:xfrm>
          <a:prstGeom prst="rect">
            <a:avLst/>
          </a:prstGeom>
        </p:spPr>
      </p:pic>
      <p:pic>
        <p:nvPicPr>
          <p:cNvPr id="91" name="Picture 90" descr="A close-up of a black circle&#10;&#10;AI-generated content may be incorrect.">
            <a:extLst>
              <a:ext uri="{FF2B5EF4-FFF2-40B4-BE49-F238E27FC236}">
                <a16:creationId xmlns:a16="http://schemas.microsoft.com/office/drawing/2014/main" id="{026BF725-3DC2-6D81-2CA3-537DC8B3AF4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7137" r="49107" b="253"/>
          <a:stretch>
            <a:fillRect/>
          </a:stretch>
        </p:blipFill>
        <p:spPr>
          <a:xfrm>
            <a:off x="7692167" y="3854867"/>
            <a:ext cx="727129" cy="351030"/>
          </a:xfrm>
          <a:prstGeom prst="rect">
            <a:avLst/>
          </a:prstGeom>
        </p:spPr>
      </p:pic>
      <p:pic>
        <p:nvPicPr>
          <p:cNvPr id="92" name="Picture 91" descr="A black dot in a white background&#10;&#10;AI-generated content may be incorrect.">
            <a:extLst>
              <a:ext uri="{FF2B5EF4-FFF2-40B4-BE49-F238E27FC236}">
                <a16:creationId xmlns:a16="http://schemas.microsoft.com/office/drawing/2014/main" id="{A7A69748-7875-F790-CAFA-18893399A33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704"/>
          <a:stretch>
            <a:fillRect/>
          </a:stretch>
        </p:blipFill>
        <p:spPr>
          <a:xfrm>
            <a:off x="6846468" y="3840193"/>
            <a:ext cx="828675" cy="307428"/>
          </a:xfrm>
          <a:prstGeom prst="rect">
            <a:avLst/>
          </a:prstGeom>
        </p:spPr>
      </p:pic>
      <p:pic>
        <p:nvPicPr>
          <p:cNvPr id="93" name="Picture 92" descr="A black dot in a white circle&#10;&#10;AI-generated content may be incorrect.">
            <a:extLst>
              <a:ext uri="{FF2B5EF4-FFF2-40B4-BE49-F238E27FC236}">
                <a16:creationId xmlns:a16="http://schemas.microsoft.com/office/drawing/2014/main" id="{3FBE3223-15B7-C2BD-47FB-C594316EC0C0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315" b="-1"/>
          <a:stretch>
            <a:fillRect/>
          </a:stretch>
        </p:blipFill>
        <p:spPr>
          <a:xfrm>
            <a:off x="6133766" y="3844688"/>
            <a:ext cx="800100" cy="300015"/>
          </a:xfrm>
          <a:prstGeom prst="rect">
            <a:avLst/>
          </a:prstGeom>
        </p:spPr>
      </p:pic>
      <p:pic>
        <p:nvPicPr>
          <p:cNvPr id="94" name="Picture 93" descr="A black circle with a white background&#10;&#10;AI-generated content may be incorrect.">
            <a:extLst>
              <a:ext uri="{FF2B5EF4-FFF2-40B4-BE49-F238E27FC236}">
                <a16:creationId xmlns:a16="http://schemas.microsoft.com/office/drawing/2014/main" id="{76A722A6-60A3-BF55-AF97-719AE21A1DFF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38" r="20480"/>
          <a:stretch>
            <a:fillRect/>
          </a:stretch>
        </p:blipFill>
        <p:spPr>
          <a:xfrm>
            <a:off x="9171393" y="3250009"/>
            <a:ext cx="727129" cy="1039582"/>
          </a:xfrm>
          <a:prstGeom prst="rect">
            <a:avLst/>
          </a:prstGeom>
        </p:spPr>
      </p:pic>
      <p:pic>
        <p:nvPicPr>
          <p:cNvPr id="95" name="Picture 94" descr="A black circle with a hole in it&#10;&#10;AI-generated content may be incorrect.">
            <a:extLst>
              <a:ext uri="{FF2B5EF4-FFF2-40B4-BE49-F238E27FC236}">
                <a16:creationId xmlns:a16="http://schemas.microsoft.com/office/drawing/2014/main" id="{F03CB358-4B3A-E6AB-72F7-304843F237CB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07" b="16808"/>
          <a:stretch>
            <a:fillRect/>
          </a:stretch>
        </p:blipFill>
        <p:spPr>
          <a:xfrm>
            <a:off x="9863871" y="3271775"/>
            <a:ext cx="971550" cy="899172"/>
          </a:xfrm>
          <a:prstGeom prst="rect">
            <a:avLst/>
          </a:prstGeom>
        </p:spPr>
      </p:pic>
      <p:pic>
        <p:nvPicPr>
          <p:cNvPr id="96" name="Picture 95" descr="A black circle with a pointy center&#10;&#10;AI-generated content may be incorrect.">
            <a:extLst>
              <a:ext uri="{FF2B5EF4-FFF2-40B4-BE49-F238E27FC236}">
                <a16:creationId xmlns:a16="http://schemas.microsoft.com/office/drawing/2014/main" id="{BBD0C2B8-A62A-35D5-3BE5-8377B91EF5E0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51" r="25327" b="19635"/>
          <a:stretch>
            <a:fillRect/>
          </a:stretch>
        </p:blipFill>
        <p:spPr>
          <a:xfrm>
            <a:off x="11292094" y="3357880"/>
            <a:ext cx="874847" cy="937854"/>
          </a:xfrm>
          <a:prstGeom prst="rect">
            <a:avLst/>
          </a:prstGeom>
        </p:spPr>
      </p:pic>
      <p:pic>
        <p:nvPicPr>
          <p:cNvPr id="97" name="Picture 96" descr="A black circle with a hole in it&#10;&#10;AI-generated content may be incorrect.">
            <a:extLst>
              <a:ext uri="{FF2B5EF4-FFF2-40B4-BE49-F238E27FC236}">
                <a16:creationId xmlns:a16="http://schemas.microsoft.com/office/drawing/2014/main" id="{5FC84649-7BB1-1897-B256-176F2DD706EC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148"/>
          <a:stretch>
            <a:fillRect/>
          </a:stretch>
        </p:blipFill>
        <p:spPr>
          <a:xfrm>
            <a:off x="9851845" y="3878796"/>
            <a:ext cx="971550" cy="364430"/>
          </a:xfrm>
          <a:prstGeom prst="rect">
            <a:avLst/>
          </a:prstGeom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586BE387-1C6B-2EA9-31CB-57A9B26EBB5B}"/>
              </a:ext>
            </a:extLst>
          </p:cNvPr>
          <p:cNvSpPr txBox="1"/>
          <p:nvPr/>
        </p:nvSpPr>
        <p:spPr>
          <a:xfrm>
            <a:off x="9146157" y="3108062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mc_aulacantha_to_foraminifera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99" name="Picture 98" descr="A black circle with a white background&#10;&#10;AI-generated content may be incorrect.">
            <a:extLst>
              <a:ext uri="{FF2B5EF4-FFF2-40B4-BE49-F238E27FC236}">
                <a16:creationId xmlns:a16="http://schemas.microsoft.com/office/drawing/2014/main" id="{143E5B68-53BE-DC11-0792-324EC525EC09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99" r="16679" b="17406"/>
          <a:stretch>
            <a:fillRect/>
          </a:stretch>
        </p:blipFill>
        <p:spPr>
          <a:xfrm>
            <a:off x="10572634" y="3442947"/>
            <a:ext cx="714265" cy="849920"/>
          </a:xfrm>
          <a:prstGeom prst="rect">
            <a:avLst/>
          </a:prstGeom>
        </p:spPr>
      </p:pic>
      <p:pic>
        <p:nvPicPr>
          <p:cNvPr id="100" name="Picture 99" descr="A black circle with a pointy center&#10;&#10;AI-generated content may be incorrect.">
            <a:extLst>
              <a:ext uri="{FF2B5EF4-FFF2-40B4-BE49-F238E27FC236}">
                <a16:creationId xmlns:a16="http://schemas.microsoft.com/office/drawing/2014/main" id="{006E9764-3494-FD10-0206-81C2E04E60F4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347" r="25327"/>
          <a:stretch>
            <a:fillRect/>
          </a:stretch>
        </p:blipFill>
        <p:spPr>
          <a:xfrm>
            <a:off x="11292729" y="3967105"/>
            <a:ext cx="874847" cy="326553"/>
          </a:xfrm>
          <a:prstGeom prst="rect">
            <a:avLst/>
          </a:prstGeom>
        </p:spPr>
      </p:pic>
      <p:pic>
        <p:nvPicPr>
          <p:cNvPr id="101" name="Picture 100" descr="A black circle with a white background&#10;&#10;AI-generated content may be incorrect.">
            <a:extLst>
              <a:ext uri="{FF2B5EF4-FFF2-40B4-BE49-F238E27FC236}">
                <a16:creationId xmlns:a16="http://schemas.microsoft.com/office/drawing/2014/main" id="{C2F03B02-28D7-1AFA-16F4-30250A218489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143" r="16679"/>
          <a:stretch>
            <a:fillRect/>
          </a:stretch>
        </p:blipFill>
        <p:spPr>
          <a:xfrm>
            <a:off x="10576556" y="3949790"/>
            <a:ext cx="714265" cy="342341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42210BB5-8E2D-9975-649C-3375AB043F40}"/>
              </a:ext>
            </a:extLst>
          </p:cNvPr>
          <p:cNvSpPr txBox="1"/>
          <p:nvPr/>
        </p:nvSpPr>
        <p:spPr>
          <a:xfrm>
            <a:off x="6103070" y="1740980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Castanellidae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103" name="Picture 102" descr="A bullet hole in a glass&#10;&#10;AI-generated content may be incorrect.">
            <a:extLst>
              <a:ext uri="{FF2B5EF4-FFF2-40B4-BE49-F238E27FC236}">
                <a16:creationId xmlns:a16="http://schemas.microsoft.com/office/drawing/2014/main" id="{A932DA8D-95AA-140B-92F1-378A45078F4B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37" b="20314"/>
          <a:stretch>
            <a:fillRect/>
          </a:stretch>
        </p:blipFill>
        <p:spPr>
          <a:xfrm>
            <a:off x="2188061" y="4389764"/>
            <a:ext cx="812848" cy="1094023"/>
          </a:xfrm>
          <a:prstGeom prst="rect">
            <a:avLst/>
          </a:prstGeom>
        </p:spPr>
      </p:pic>
      <p:pic>
        <p:nvPicPr>
          <p:cNvPr id="104" name="Picture 103" descr="A close-up of a black circle&#10;&#10;AI-generated content may be incorrect.">
            <a:extLst>
              <a:ext uri="{FF2B5EF4-FFF2-40B4-BE49-F238E27FC236}">
                <a16:creationId xmlns:a16="http://schemas.microsoft.com/office/drawing/2014/main" id="{DBB9CBD5-F917-EEA9-70AF-A8E7FD53A4F2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45" t="27662" r="30374" b="24715"/>
          <a:stretch>
            <a:fillRect/>
          </a:stretch>
        </p:blipFill>
        <p:spPr>
          <a:xfrm>
            <a:off x="26996" y="4373336"/>
            <a:ext cx="820105" cy="1086497"/>
          </a:xfrm>
          <a:prstGeom prst="rect">
            <a:avLst/>
          </a:prstGeom>
        </p:spPr>
      </p:pic>
      <p:pic>
        <p:nvPicPr>
          <p:cNvPr id="105" name="Picture 104" descr="A close-up of a black circle&#10;&#10;AI-generated content may be incorrect.">
            <a:extLst>
              <a:ext uri="{FF2B5EF4-FFF2-40B4-BE49-F238E27FC236}">
                <a16:creationId xmlns:a16="http://schemas.microsoft.com/office/drawing/2014/main" id="{C83E91F0-EC6C-58EE-807F-52329B802BDF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07" r="50605" b="-1997"/>
          <a:stretch>
            <a:fillRect/>
          </a:stretch>
        </p:blipFill>
        <p:spPr>
          <a:xfrm>
            <a:off x="26997" y="5251877"/>
            <a:ext cx="877174" cy="284986"/>
          </a:xfrm>
          <a:prstGeom prst="rect">
            <a:avLst/>
          </a:prstGeom>
        </p:spPr>
      </p:pic>
      <p:pic>
        <p:nvPicPr>
          <p:cNvPr id="106" name="Picture 105" descr="A bullet hole in a glass&#10;&#10;AI-generated content may be incorrect.">
            <a:extLst>
              <a:ext uri="{FF2B5EF4-FFF2-40B4-BE49-F238E27FC236}">
                <a16:creationId xmlns:a16="http://schemas.microsoft.com/office/drawing/2014/main" id="{3F00E3BB-8E20-96E2-940D-CEF44142E5EB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572"/>
          <a:stretch>
            <a:fillRect/>
          </a:stretch>
        </p:blipFill>
        <p:spPr>
          <a:xfrm>
            <a:off x="2200885" y="5153650"/>
            <a:ext cx="812849" cy="319264"/>
          </a:xfrm>
          <a:prstGeom prst="rect">
            <a:avLst/>
          </a:prstGeom>
        </p:spPr>
      </p:pic>
      <p:pic>
        <p:nvPicPr>
          <p:cNvPr id="107" name="Picture 106" descr="A black and white drop of water&#10;&#10;AI-generated content may be incorrect.">
            <a:extLst>
              <a:ext uri="{FF2B5EF4-FFF2-40B4-BE49-F238E27FC236}">
                <a16:creationId xmlns:a16="http://schemas.microsoft.com/office/drawing/2014/main" id="{F7D0E4F9-734A-561F-01F6-DCEE724C316E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568" y="4398139"/>
            <a:ext cx="542925" cy="1066800"/>
          </a:xfrm>
          <a:prstGeom prst="rect">
            <a:avLst/>
          </a:prstGeom>
        </p:spPr>
      </p:pic>
      <p:pic>
        <p:nvPicPr>
          <p:cNvPr id="108" name="Picture 107" descr="A close up of an eye&#10;&#10;AI-generated content may be incorrect.">
            <a:extLst>
              <a:ext uri="{FF2B5EF4-FFF2-40B4-BE49-F238E27FC236}">
                <a16:creationId xmlns:a16="http://schemas.microsoft.com/office/drawing/2014/main" id="{47D5CD13-C8DA-209A-C291-F2A3A377A4CD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6785" y="4465911"/>
            <a:ext cx="942975" cy="952500"/>
          </a:xfrm>
          <a:prstGeom prst="rect">
            <a:avLst/>
          </a:prstGeom>
        </p:spPr>
      </p:pic>
      <p:pic>
        <p:nvPicPr>
          <p:cNvPr id="109" name="Picture 108" descr="A hole in a white surface&#10;&#10;AI-generated content may be incorrect.">
            <a:extLst>
              <a:ext uri="{FF2B5EF4-FFF2-40B4-BE49-F238E27FC236}">
                <a16:creationId xmlns:a16="http://schemas.microsoft.com/office/drawing/2014/main" id="{C23460C0-20F1-CD08-75CA-C9C792077F54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88"/>
          <a:stretch>
            <a:fillRect/>
          </a:stretch>
        </p:blipFill>
        <p:spPr>
          <a:xfrm>
            <a:off x="5285269" y="4365902"/>
            <a:ext cx="800100" cy="1059792"/>
          </a:xfrm>
          <a:prstGeom prst="rect">
            <a:avLst/>
          </a:prstGeom>
        </p:spPr>
      </p:pic>
      <p:pic>
        <p:nvPicPr>
          <p:cNvPr id="110" name="Picture 109" descr="A close-up of a black and white photo&#10;&#10;AI-generated content may be incorrect.">
            <a:extLst>
              <a:ext uri="{FF2B5EF4-FFF2-40B4-BE49-F238E27FC236}">
                <a16:creationId xmlns:a16="http://schemas.microsoft.com/office/drawing/2014/main" id="{E070EB54-595E-6C0D-6445-56A4507438DC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4406" y="4412350"/>
            <a:ext cx="771525" cy="981075"/>
          </a:xfrm>
          <a:prstGeom prst="rect">
            <a:avLst/>
          </a:prstGeom>
        </p:spPr>
      </p:pic>
      <p:sp>
        <p:nvSpPr>
          <p:cNvPr id="111" name="TextBox 110">
            <a:extLst>
              <a:ext uri="{FF2B5EF4-FFF2-40B4-BE49-F238E27FC236}">
                <a16:creationId xmlns:a16="http://schemas.microsoft.com/office/drawing/2014/main" id="{57B2460F-F3E6-B51E-3161-0A6060221BD6}"/>
              </a:ext>
            </a:extLst>
          </p:cNvPr>
          <p:cNvSpPr txBox="1"/>
          <p:nvPr/>
        </p:nvSpPr>
        <p:spPr>
          <a:xfrm>
            <a:off x="3048340" y="4365902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Coelographis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112" name="Picture 111" descr="A black circle with a pointy center&#10;&#10;AI-generated content may be incorrect.">
            <a:extLst>
              <a:ext uri="{FF2B5EF4-FFF2-40B4-BE49-F238E27FC236}">
                <a16:creationId xmlns:a16="http://schemas.microsoft.com/office/drawing/2014/main" id="{8A1DE5D5-90BE-FF70-4642-58C1AD324578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9192" y="4457680"/>
            <a:ext cx="942975" cy="1009650"/>
          </a:xfrm>
          <a:prstGeom prst="rect">
            <a:avLst/>
          </a:prstGeom>
        </p:spPr>
      </p:pic>
      <p:pic>
        <p:nvPicPr>
          <p:cNvPr id="113" name="Picture 112" descr="A black spot on a white background&#10;&#10;AI-generated content may be incorrect.">
            <a:extLst>
              <a:ext uri="{FF2B5EF4-FFF2-40B4-BE49-F238E27FC236}">
                <a16:creationId xmlns:a16="http://schemas.microsoft.com/office/drawing/2014/main" id="{68737043-7E9D-5E0E-71FC-D663422E2825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14" t="23333" r="22546" b="25002"/>
          <a:stretch>
            <a:fillRect/>
          </a:stretch>
        </p:blipFill>
        <p:spPr>
          <a:xfrm>
            <a:off x="6113635" y="4403002"/>
            <a:ext cx="632467" cy="1008830"/>
          </a:xfrm>
          <a:prstGeom prst="rect">
            <a:avLst/>
          </a:prstGeom>
        </p:spPr>
      </p:pic>
      <p:pic>
        <p:nvPicPr>
          <p:cNvPr id="114" name="Picture 113" descr="A bullet hole in a glass&#10;&#10;AI-generated content may be incorrect.">
            <a:extLst>
              <a:ext uri="{FF2B5EF4-FFF2-40B4-BE49-F238E27FC236}">
                <a16:creationId xmlns:a16="http://schemas.microsoft.com/office/drawing/2014/main" id="{61EF464C-DDAD-5D5C-15DD-4A6CC3BFA6B1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41" b="25583"/>
          <a:stretch>
            <a:fillRect/>
          </a:stretch>
        </p:blipFill>
        <p:spPr>
          <a:xfrm>
            <a:off x="7669698" y="4406325"/>
            <a:ext cx="828675" cy="1060742"/>
          </a:xfrm>
          <a:prstGeom prst="rect">
            <a:avLst/>
          </a:prstGeom>
        </p:spPr>
      </p:pic>
      <p:pic>
        <p:nvPicPr>
          <p:cNvPr id="115" name="Picture 114" descr="A black hole in a white background&#10;&#10;AI-generated content may be incorrect.">
            <a:extLst>
              <a:ext uri="{FF2B5EF4-FFF2-40B4-BE49-F238E27FC236}">
                <a16:creationId xmlns:a16="http://schemas.microsoft.com/office/drawing/2014/main" id="{02E8E513-DB83-4A45-6DC3-579930DE1FC6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54" t="21185" r="19517" b="23003"/>
          <a:stretch>
            <a:fillRect/>
          </a:stretch>
        </p:blipFill>
        <p:spPr>
          <a:xfrm>
            <a:off x="8458200" y="4459987"/>
            <a:ext cx="648564" cy="914374"/>
          </a:xfrm>
          <a:prstGeom prst="rect">
            <a:avLst/>
          </a:prstGeom>
        </p:spPr>
      </p:pic>
      <p:pic>
        <p:nvPicPr>
          <p:cNvPr id="116" name="Picture 115" descr="A black spot on a white background&#10;&#10;AI-generated content may be incorrect.">
            <a:extLst>
              <a:ext uri="{FF2B5EF4-FFF2-40B4-BE49-F238E27FC236}">
                <a16:creationId xmlns:a16="http://schemas.microsoft.com/office/drawing/2014/main" id="{D742FB8F-2E54-9E01-9804-90FAB09BEF1D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764" r="40541"/>
          <a:stretch>
            <a:fillRect/>
          </a:stretch>
        </p:blipFill>
        <p:spPr>
          <a:xfrm>
            <a:off x="6109321" y="5109274"/>
            <a:ext cx="594663" cy="297511"/>
          </a:xfrm>
          <a:prstGeom prst="rect">
            <a:avLst/>
          </a:prstGeom>
        </p:spPr>
      </p:pic>
      <p:pic>
        <p:nvPicPr>
          <p:cNvPr id="117" name="Picture 116" descr="A bullet hole in a glass&#10;&#10;AI-generated content may be incorrect.">
            <a:extLst>
              <a:ext uri="{FF2B5EF4-FFF2-40B4-BE49-F238E27FC236}">
                <a16:creationId xmlns:a16="http://schemas.microsoft.com/office/drawing/2014/main" id="{D6091E4F-DE1C-9F3F-1665-1699C5ED18A8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728"/>
          <a:stretch>
            <a:fillRect/>
          </a:stretch>
        </p:blipFill>
        <p:spPr>
          <a:xfrm>
            <a:off x="7672781" y="5161005"/>
            <a:ext cx="828675" cy="307241"/>
          </a:xfrm>
          <a:prstGeom prst="rect">
            <a:avLst/>
          </a:prstGeom>
        </p:spPr>
      </p:pic>
      <p:pic>
        <p:nvPicPr>
          <p:cNvPr id="118" name="Picture 117" descr="A black hole in a white background&#10;&#10;AI-generated content may be incorrect.">
            <a:extLst>
              <a:ext uri="{FF2B5EF4-FFF2-40B4-BE49-F238E27FC236}">
                <a16:creationId xmlns:a16="http://schemas.microsoft.com/office/drawing/2014/main" id="{12335903-BC39-A196-DD2B-3DD047EC1748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701" r="39730"/>
          <a:stretch>
            <a:fillRect/>
          </a:stretch>
        </p:blipFill>
        <p:spPr>
          <a:xfrm>
            <a:off x="8456828" y="5070281"/>
            <a:ext cx="654437" cy="299794"/>
          </a:xfrm>
          <a:prstGeom prst="rect">
            <a:avLst/>
          </a:prstGeom>
        </p:spPr>
      </p:pic>
      <p:sp>
        <p:nvSpPr>
          <p:cNvPr id="119" name="TextBox 118">
            <a:extLst>
              <a:ext uri="{FF2B5EF4-FFF2-40B4-BE49-F238E27FC236}">
                <a16:creationId xmlns:a16="http://schemas.microsoft.com/office/drawing/2014/main" id="{C21077E9-B556-4B91-ACF1-95435A8A4765}"/>
              </a:ext>
            </a:extLst>
          </p:cNvPr>
          <p:cNvSpPr txBox="1"/>
          <p:nvPr/>
        </p:nvSpPr>
        <p:spPr>
          <a:xfrm>
            <a:off x="6112908" y="4366211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leg_Coelodendridae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120" name="Picture 119" descr="A close-up of a spider&#10;&#10;AI-generated content may be incorrect.">
            <a:extLst>
              <a:ext uri="{FF2B5EF4-FFF2-40B4-BE49-F238E27FC236}">
                <a16:creationId xmlns:a16="http://schemas.microsoft.com/office/drawing/2014/main" id="{5883FA4C-3761-5FDA-27CA-493F25FA6D33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76" t="22694" r="21992" b="18834"/>
          <a:stretch>
            <a:fillRect/>
          </a:stretch>
        </p:blipFill>
        <p:spPr>
          <a:xfrm>
            <a:off x="9178413" y="4428252"/>
            <a:ext cx="753905" cy="1008087"/>
          </a:xfrm>
          <a:prstGeom prst="rect">
            <a:avLst/>
          </a:prstGeom>
        </p:spPr>
      </p:pic>
      <p:pic>
        <p:nvPicPr>
          <p:cNvPr id="121" name="Picture 120" descr="A black blot on a white background&#10;&#10;AI-generated content may be incorrect.">
            <a:extLst>
              <a:ext uri="{FF2B5EF4-FFF2-40B4-BE49-F238E27FC236}">
                <a16:creationId xmlns:a16="http://schemas.microsoft.com/office/drawing/2014/main" id="{A4C93FEB-2C6F-8BE5-74E9-0B2B85706870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72" t="23970" r="22457" b="24374"/>
          <a:stretch>
            <a:fillRect/>
          </a:stretch>
        </p:blipFill>
        <p:spPr>
          <a:xfrm>
            <a:off x="9863871" y="4429364"/>
            <a:ext cx="842839" cy="1067685"/>
          </a:xfrm>
          <a:prstGeom prst="rect">
            <a:avLst/>
          </a:prstGeom>
        </p:spPr>
      </p:pic>
      <p:pic>
        <p:nvPicPr>
          <p:cNvPr id="122" name="Picture 121" descr="A spider on a white background&#10;&#10;AI-generated content may be incorrect.">
            <a:extLst>
              <a:ext uri="{FF2B5EF4-FFF2-40B4-BE49-F238E27FC236}">
                <a16:creationId xmlns:a16="http://schemas.microsoft.com/office/drawing/2014/main" id="{DB954689-81E1-7F4C-74BA-662D8AF0E95A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07" t="18788" r="24425" b="17793"/>
          <a:stretch>
            <a:fillRect/>
          </a:stretch>
        </p:blipFill>
        <p:spPr>
          <a:xfrm>
            <a:off x="10670157" y="4539667"/>
            <a:ext cx="867544" cy="912135"/>
          </a:xfrm>
          <a:prstGeom prst="rect">
            <a:avLst/>
          </a:prstGeom>
        </p:spPr>
      </p:pic>
      <p:pic>
        <p:nvPicPr>
          <p:cNvPr id="123" name="Picture 122" descr="A spider on a white background&#10;&#10;AI-generated content may be incorrect.">
            <a:extLst>
              <a:ext uri="{FF2B5EF4-FFF2-40B4-BE49-F238E27FC236}">
                <a16:creationId xmlns:a16="http://schemas.microsoft.com/office/drawing/2014/main" id="{943D7F9E-D1C1-5F77-9D8C-2E106CC63E1B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62" t="21379" r="21228" b="21041"/>
          <a:stretch>
            <a:fillRect/>
          </a:stretch>
        </p:blipFill>
        <p:spPr>
          <a:xfrm>
            <a:off x="11551946" y="4526515"/>
            <a:ext cx="597778" cy="926872"/>
          </a:xfrm>
          <a:prstGeom prst="rect">
            <a:avLst/>
          </a:prstGeom>
        </p:spPr>
      </p:pic>
      <p:pic>
        <p:nvPicPr>
          <p:cNvPr id="124" name="Picture 123" descr="A spider on a white background&#10;&#10;AI-generated content may be incorrect.">
            <a:extLst>
              <a:ext uri="{FF2B5EF4-FFF2-40B4-BE49-F238E27FC236}">
                <a16:creationId xmlns:a16="http://schemas.microsoft.com/office/drawing/2014/main" id="{E0DBB838-5112-7713-2B08-FC8B4D6D53AF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7832" r="56445" b="1124"/>
          <a:stretch>
            <a:fillRect/>
          </a:stretch>
        </p:blipFill>
        <p:spPr>
          <a:xfrm>
            <a:off x="10670157" y="5149123"/>
            <a:ext cx="771635" cy="302679"/>
          </a:xfrm>
          <a:prstGeom prst="rect">
            <a:avLst/>
          </a:prstGeom>
        </p:spPr>
      </p:pic>
      <p:pic>
        <p:nvPicPr>
          <p:cNvPr id="125" name="Picture 124" descr="A black blot on a white background&#10;&#10;AI-generated content may be incorrect.">
            <a:extLst>
              <a:ext uri="{FF2B5EF4-FFF2-40B4-BE49-F238E27FC236}">
                <a16:creationId xmlns:a16="http://schemas.microsoft.com/office/drawing/2014/main" id="{9C3ACD27-D51E-7905-68C2-744C296CF4F8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604" r="48425" b="-3507"/>
          <a:stretch>
            <a:fillRect/>
          </a:stretch>
        </p:blipFill>
        <p:spPr>
          <a:xfrm>
            <a:off x="9873453" y="5169292"/>
            <a:ext cx="825305" cy="370032"/>
          </a:xfrm>
          <a:prstGeom prst="rect">
            <a:avLst/>
          </a:prstGeom>
        </p:spPr>
      </p:pic>
      <p:sp>
        <p:nvSpPr>
          <p:cNvPr id="126" name="TextBox 125">
            <a:extLst>
              <a:ext uri="{FF2B5EF4-FFF2-40B4-BE49-F238E27FC236}">
                <a16:creationId xmlns:a16="http://schemas.microsoft.com/office/drawing/2014/main" id="{B9E4118B-A131-7FA3-BF74-F7F4761FB51A}"/>
              </a:ext>
            </a:extLst>
          </p:cNvPr>
          <p:cNvSpPr txBox="1"/>
          <p:nvPr/>
        </p:nvSpPr>
        <p:spPr>
          <a:xfrm>
            <a:off x="9160909" y="4371517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Medusettidae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127" name="Picture 126" descr="A close-up of a spider&#10;&#10;AI-generated content may be incorrect.">
            <a:extLst>
              <a:ext uri="{FF2B5EF4-FFF2-40B4-BE49-F238E27FC236}">
                <a16:creationId xmlns:a16="http://schemas.microsoft.com/office/drawing/2014/main" id="{08064E2B-6905-730D-8E10-69E17B197658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419" r="50648"/>
          <a:stretch>
            <a:fillRect/>
          </a:stretch>
        </p:blipFill>
        <p:spPr>
          <a:xfrm>
            <a:off x="9182760" y="5054453"/>
            <a:ext cx="719222" cy="389297"/>
          </a:xfrm>
          <a:prstGeom prst="rect">
            <a:avLst/>
          </a:prstGeom>
        </p:spPr>
      </p:pic>
      <p:pic>
        <p:nvPicPr>
          <p:cNvPr id="128" name="Picture 127" descr="A spider on a white background&#10;&#10;AI-generated content may be incorrect.">
            <a:extLst>
              <a:ext uri="{FF2B5EF4-FFF2-40B4-BE49-F238E27FC236}">
                <a16:creationId xmlns:a16="http://schemas.microsoft.com/office/drawing/2014/main" id="{5EBE3213-F993-C333-E962-EEC52BF4BAFA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8560" r="39188" b="-2872"/>
          <a:stretch>
            <a:fillRect/>
          </a:stretch>
        </p:blipFill>
        <p:spPr>
          <a:xfrm>
            <a:off x="11535661" y="5079098"/>
            <a:ext cx="625571" cy="391350"/>
          </a:xfrm>
          <a:prstGeom prst="rect">
            <a:avLst/>
          </a:prstGeom>
        </p:spPr>
      </p:pic>
      <p:pic>
        <p:nvPicPr>
          <p:cNvPr id="129" name="Picture 128" descr="A close-up of a fish eye&#10;&#10;AI-generated content may be incorrect.">
            <a:extLst>
              <a:ext uri="{FF2B5EF4-FFF2-40B4-BE49-F238E27FC236}">
                <a16:creationId xmlns:a16="http://schemas.microsoft.com/office/drawing/2014/main" id="{7B28BC31-9E00-74F6-122F-E3B1E464160E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81" r="21951"/>
          <a:stretch>
            <a:fillRect/>
          </a:stretch>
        </p:blipFill>
        <p:spPr>
          <a:xfrm>
            <a:off x="5043255" y="5560456"/>
            <a:ext cx="914401" cy="966041"/>
          </a:xfrm>
          <a:prstGeom prst="rect">
            <a:avLst/>
          </a:prstGeom>
        </p:spPr>
      </p:pic>
      <p:pic>
        <p:nvPicPr>
          <p:cNvPr id="130" name="Picture 129" descr="A close up of a white eye&#10;&#10;AI-generated content may be incorrect.">
            <a:extLst>
              <a:ext uri="{FF2B5EF4-FFF2-40B4-BE49-F238E27FC236}">
                <a16:creationId xmlns:a16="http://schemas.microsoft.com/office/drawing/2014/main" id="{E245CEFC-3317-77E8-83F8-43482819349B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48" r="24882"/>
          <a:stretch>
            <a:fillRect/>
          </a:stretch>
        </p:blipFill>
        <p:spPr>
          <a:xfrm>
            <a:off x="3059396" y="5588322"/>
            <a:ext cx="987381" cy="998960"/>
          </a:xfrm>
          <a:prstGeom prst="rect">
            <a:avLst/>
          </a:prstGeom>
        </p:spPr>
      </p:pic>
      <p:pic>
        <p:nvPicPr>
          <p:cNvPr id="131" name="Picture 130" descr="A close-up of a white object&#10;&#10;AI-generated content may be incorrect.">
            <a:extLst>
              <a:ext uri="{FF2B5EF4-FFF2-40B4-BE49-F238E27FC236}">
                <a16:creationId xmlns:a16="http://schemas.microsoft.com/office/drawing/2014/main" id="{B5C01CA5-7739-959C-DF2B-F1883CFD86AB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95" t="23710" r="25955" b="27921"/>
          <a:stretch>
            <a:fillRect/>
          </a:stretch>
        </p:blipFill>
        <p:spPr>
          <a:xfrm>
            <a:off x="7592361" y="5657146"/>
            <a:ext cx="826935" cy="889161"/>
          </a:xfrm>
          <a:prstGeom prst="rect">
            <a:avLst/>
          </a:prstGeom>
        </p:spPr>
      </p:pic>
      <p:pic>
        <p:nvPicPr>
          <p:cNvPr id="132" name="Picture 131" descr="A group of white gears&#10;&#10;AI-generated content may be incorrect.">
            <a:extLst>
              <a:ext uri="{FF2B5EF4-FFF2-40B4-BE49-F238E27FC236}">
                <a16:creationId xmlns:a16="http://schemas.microsoft.com/office/drawing/2014/main" id="{1803E9EF-3D77-9391-074E-371A4FAC27DD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08" t="26738" r="28985" b="28094"/>
          <a:stretch>
            <a:fillRect/>
          </a:stretch>
        </p:blipFill>
        <p:spPr>
          <a:xfrm>
            <a:off x="8519785" y="5516321"/>
            <a:ext cx="606644" cy="1055036"/>
          </a:xfrm>
          <a:prstGeom prst="rect">
            <a:avLst/>
          </a:prstGeom>
        </p:spPr>
      </p:pic>
      <p:pic>
        <p:nvPicPr>
          <p:cNvPr id="133" name="Picture 132" descr="A black spot on a white background&#10;&#10;AI-generated content may be incorrect.">
            <a:extLst>
              <a:ext uri="{FF2B5EF4-FFF2-40B4-BE49-F238E27FC236}">
                <a16:creationId xmlns:a16="http://schemas.microsoft.com/office/drawing/2014/main" id="{345FA167-795A-F140-3764-561EC9A0D530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45" r="20033" b="32635"/>
          <a:stretch>
            <a:fillRect/>
          </a:stretch>
        </p:blipFill>
        <p:spPr>
          <a:xfrm>
            <a:off x="6123737" y="5516931"/>
            <a:ext cx="571262" cy="953993"/>
          </a:xfrm>
          <a:prstGeom prst="rect">
            <a:avLst/>
          </a:prstGeom>
        </p:spPr>
      </p:pic>
      <p:pic>
        <p:nvPicPr>
          <p:cNvPr id="134" name="Picture 133" descr="A close-up of a white object&#10;&#10;AI-generated content may be incorrect.">
            <a:extLst>
              <a:ext uri="{FF2B5EF4-FFF2-40B4-BE49-F238E27FC236}">
                <a16:creationId xmlns:a16="http://schemas.microsoft.com/office/drawing/2014/main" id="{EE555DF6-54FC-3A60-CD7A-667A875A9892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112"/>
          <a:stretch>
            <a:fillRect/>
          </a:stretch>
        </p:blipFill>
        <p:spPr>
          <a:xfrm>
            <a:off x="6833334" y="5668056"/>
            <a:ext cx="645435" cy="895350"/>
          </a:xfrm>
          <a:prstGeom prst="rect">
            <a:avLst/>
          </a:prstGeom>
        </p:spPr>
      </p:pic>
      <p:pic>
        <p:nvPicPr>
          <p:cNvPr id="135" name="Picture 134" descr="A close-up of a white object&#10;&#10;AI-generated content may be incorrect.">
            <a:extLst>
              <a:ext uri="{FF2B5EF4-FFF2-40B4-BE49-F238E27FC236}">
                <a16:creationId xmlns:a16="http://schemas.microsoft.com/office/drawing/2014/main" id="{33888738-E60E-E926-2873-C3A1B9FFD9C2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062" r="52601" b="94"/>
          <a:stretch>
            <a:fillRect/>
          </a:stretch>
        </p:blipFill>
        <p:spPr>
          <a:xfrm>
            <a:off x="7604281" y="6270298"/>
            <a:ext cx="799113" cy="309648"/>
          </a:xfrm>
          <a:prstGeom prst="rect">
            <a:avLst/>
          </a:prstGeom>
        </p:spPr>
      </p:pic>
      <p:sp>
        <p:nvSpPr>
          <p:cNvPr id="136" name="TextBox 135">
            <a:extLst>
              <a:ext uri="{FF2B5EF4-FFF2-40B4-BE49-F238E27FC236}">
                <a16:creationId xmlns:a16="http://schemas.microsoft.com/office/drawing/2014/main" id="{D5508CC0-B934-AF3F-D445-D060977F7FC6}"/>
              </a:ext>
            </a:extLst>
          </p:cNvPr>
          <p:cNvSpPr txBox="1"/>
          <p:nvPr/>
        </p:nvSpPr>
        <p:spPr>
          <a:xfrm>
            <a:off x="6114237" y="5508678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colonial_Aulosphaeridae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137" name="Picture 136" descr="A black spot on a white background&#10;&#10;AI-generated content may be incorrect.">
            <a:extLst>
              <a:ext uri="{FF2B5EF4-FFF2-40B4-BE49-F238E27FC236}">
                <a16:creationId xmlns:a16="http://schemas.microsoft.com/office/drawing/2014/main" id="{763E3418-BD14-60CA-D32B-70ECE695CE27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114" r="20441" b="-195"/>
          <a:stretch>
            <a:fillRect/>
          </a:stretch>
        </p:blipFill>
        <p:spPr>
          <a:xfrm>
            <a:off x="6126649" y="6227942"/>
            <a:ext cx="568350" cy="359957"/>
          </a:xfrm>
          <a:prstGeom prst="rect">
            <a:avLst/>
          </a:prstGeom>
        </p:spPr>
      </p:pic>
      <p:pic>
        <p:nvPicPr>
          <p:cNvPr id="138" name="Picture 137" descr="A group of white gears&#10;&#10;AI-generated content may be incorrect.">
            <a:extLst>
              <a:ext uri="{FF2B5EF4-FFF2-40B4-BE49-F238E27FC236}">
                <a16:creationId xmlns:a16="http://schemas.microsoft.com/office/drawing/2014/main" id="{BB026E51-B55E-7314-62AF-AB2B14621871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642" r="60568" b="652"/>
          <a:stretch>
            <a:fillRect/>
          </a:stretch>
        </p:blipFill>
        <p:spPr>
          <a:xfrm>
            <a:off x="8519689" y="6308042"/>
            <a:ext cx="574935" cy="273401"/>
          </a:xfrm>
          <a:prstGeom prst="rect">
            <a:avLst/>
          </a:prstGeom>
        </p:spPr>
      </p:pic>
      <p:pic>
        <p:nvPicPr>
          <p:cNvPr id="139" name="Picture 138" descr="A close up of a black circle&#10;&#10;AI-generated content may be incorrect.">
            <a:extLst>
              <a:ext uri="{FF2B5EF4-FFF2-40B4-BE49-F238E27FC236}">
                <a16:creationId xmlns:a16="http://schemas.microsoft.com/office/drawing/2014/main" id="{8D5D1084-A5EA-6BFC-A399-61C4B5092101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000" y="5687927"/>
            <a:ext cx="514350" cy="866775"/>
          </a:xfrm>
          <a:prstGeom prst="rect">
            <a:avLst/>
          </a:prstGeom>
        </p:spPr>
      </p:pic>
      <p:pic>
        <p:nvPicPr>
          <p:cNvPr id="140" name="Picture 139" descr="A black dot in a circle&#10;&#10;AI-generated content may be incorrect.">
            <a:extLst>
              <a:ext uri="{FF2B5EF4-FFF2-40B4-BE49-F238E27FC236}">
                <a16:creationId xmlns:a16="http://schemas.microsoft.com/office/drawing/2014/main" id="{16704567-F290-4EE8-D8C7-326FE23AE818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3556" y="5744816"/>
            <a:ext cx="485775" cy="838200"/>
          </a:xfrm>
          <a:prstGeom prst="rect">
            <a:avLst/>
          </a:prstGeom>
        </p:spPr>
      </p:pic>
      <p:pic>
        <p:nvPicPr>
          <p:cNvPr id="141" name="Picture 140" descr="A black dot in a white background&#10;&#10;AI-generated content may be incorrect.">
            <a:extLst>
              <a:ext uri="{FF2B5EF4-FFF2-40B4-BE49-F238E27FC236}">
                <a16:creationId xmlns:a16="http://schemas.microsoft.com/office/drawing/2014/main" id="{3B9994A0-10CF-5B5D-3860-8D00AE3EC0C8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1537" y="5810931"/>
            <a:ext cx="485775" cy="752475"/>
          </a:xfrm>
          <a:prstGeom prst="rect">
            <a:avLst/>
          </a:prstGeom>
        </p:spPr>
      </p:pic>
      <p:pic>
        <p:nvPicPr>
          <p:cNvPr id="142" name="Picture 141" descr="A black dot in a circle&#10;&#10;AI-generated content may be incorrect.">
            <a:extLst>
              <a:ext uri="{FF2B5EF4-FFF2-40B4-BE49-F238E27FC236}">
                <a16:creationId xmlns:a16="http://schemas.microsoft.com/office/drawing/2014/main" id="{C75AA96D-7C36-3304-9B27-C5CE17BFEC41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9518" y="5621418"/>
            <a:ext cx="571500" cy="952500"/>
          </a:xfrm>
          <a:prstGeom prst="rect">
            <a:avLst/>
          </a:prstGeom>
        </p:spPr>
      </p:pic>
      <p:sp>
        <p:nvSpPr>
          <p:cNvPr id="143" name="TextBox 142">
            <a:extLst>
              <a:ext uri="{FF2B5EF4-FFF2-40B4-BE49-F238E27FC236}">
                <a16:creationId xmlns:a16="http://schemas.microsoft.com/office/drawing/2014/main" id="{FB568E87-D19C-B487-4C4B-722A61FAC892}"/>
              </a:ext>
            </a:extLst>
          </p:cNvPr>
          <p:cNvSpPr txBox="1"/>
          <p:nvPr/>
        </p:nvSpPr>
        <p:spPr>
          <a:xfrm>
            <a:off x="9162238" y="5513984"/>
            <a:ext cx="304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Mc_aulosphaeridae_to_cannosphaeridae</a:t>
            </a:r>
            <a:endParaRPr lang="en-US" sz="1200" b="1" dirty="0">
              <a:solidFill>
                <a:srgbClr val="FFBD00"/>
              </a:solidFill>
            </a:endParaRPr>
          </a:p>
          <a:p>
            <a:pPr algn="ctr"/>
            <a:r>
              <a:rPr lang="it-IT" sz="1200" b="1" dirty="0">
                <a:solidFill>
                  <a:srgbClr val="FFBD00"/>
                </a:solidFill>
              </a:rPr>
              <a:t>Aulo./Canno. Unknown in Figure 7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144" name="Picture 143" descr="A black spot on a white background&#10;&#10;AI-generated content may be incorrect.">
            <a:extLst>
              <a:ext uri="{FF2B5EF4-FFF2-40B4-BE49-F238E27FC236}">
                <a16:creationId xmlns:a16="http://schemas.microsoft.com/office/drawing/2014/main" id="{2DE1747D-E243-1E58-E0FE-06AC5C75118F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09" t="21819" r="15946" b="18369"/>
          <a:stretch>
            <a:fillRect/>
          </a:stretch>
        </p:blipFill>
        <p:spPr>
          <a:xfrm>
            <a:off x="945395" y="6806174"/>
            <a:ext cx="622524" cy="860269"/>
          </a:xfrm>
          <a:prstGeom prst="rect">
            <a:avLst/>
          </a:prstGeom>
        </p:spPr>
      </p:pic>
      <p:pic>
        <p:nvPicPr>
          <p:cNvPr id="145" name="Picture 144" descr="A black circle with a black center&#10;&#10;AI-generated content may be incorrect.">
            <a:extLst>
              <a:ext uri="{FF2B5EF4-FFF2-40B4-BE49-F238E27FC236}">
                <a16:creationId xmlns:a16="http://schemas.microsoft.com/office/drawing/2014/main" id="{55BFABA1-966F-BCE9-11C4-B843363B0FF4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607" y="6627270"/>
            <a:ext cx="771525" cy="1038225"/>
          </a:xfrm>
          <a:prstGeom prst="rect">
            <a:avLst/>
          </a:prstGeom>
        </p:spPr>
      </p:pic>
      <p:pic>
        <p:nvPicPr>
          <p:cNvPr id="146" name="Picture 145" descr="A black dot in a web&#10;&#10;AI-generated content may be incorrect.">
            <a:extLst>
              <a:ext uri="{FF2B5EF4-FFF2-40B4-BE49-F238E27FC236}">
                <a16:creationId xmlns:a16="http://schemas.microsoft.com/office/drawing/2014/main" id="{A706CD96-BF6D-7629-790A-34CDB5CF8119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56" b="19559"/>
          <a:stretch>
            <a:fillRect/>
          </a:stretch>
        </p:blipFill>
        <p:spPr>
          <a:xfrm>
            <a:off x="50477" y="6703490"/>
            <a:ext cx="828675" cy="923950"/>
          </a:xfrm>
          <a:prstGeom prst="rect">
            <a:avLst/>
          </a:prstGeom>
        </p:spPr>
      </p:pic>
      <p:pic>
        <p:nvPicPr>
          <p:cNvPr id="147" name="Picture 146" descr="A black dot in a white background&#10;&#10;AI-generated content may be incorrect.">
            <a:extLst>
              <a:ext uri="{FF2B5EF4-FFF2-40B4-BE49-F238E27FC236}">
                <a16:creationId xmlns:a16="http://schemas.microsoft.com/office/drawing/2014/main" id="{E616C554-B2C1-C0F1-4216-3C6F947FAF85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983" y="6758468"/>
            <a:ext cx="542925" cy="895350"/>
          </a:xfrm>
          <a:prstGeom prst="rect">
            <a:avLst/>
          </a:prstGeom>
        </p:spPr>
      </p:pic>
      <p:pic>
        <p:nvPicPr>
          <p:cNvPr id="148" name="Picture 147" descr="A black spot on a white background&#10;&#10;AI-generated content may be incorrect.">
            <a:extLst>
              <a:ext uri="{FF2B5EF4-FFF2-40B4-BE49-F238E27FC236}">
                <a16:creationId xmlns:a16="http://schemas.microsoft.com/office/drawing/2014/main" id="{A0A8A0BD-ED03-1DF1-1773-1A87454C4EBF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1" r="32485" b="-1"/>
          <a:stretch>
            <a:fillRect/>
          </a:stretch>
        </p:blipFill>
        <p:spPr>
          <a:xfrm>
            <a:off x="941645" y="7351890"/>
            <a:ext cx="675237" cy="314553"/>
          </a:xfrm>
          <a:prstGeom prst="rect">
            <a:avLst/>
          </a:prstGeom>
        </p:spPr>
      </p:pic>
      <p:sp>
        <p:nvSpPr>
          <p:cNvPr id="149" name="TextBox 148">
            <a:extLst>
              <a:ext uri="{FF2B5EF4-FFF2-40B4-BE49-F238E27FC236}">
                <a16:creationId xmlns:a16="http://schemas.microsoft.com/office/drawing/2014/main" id="{49ACF906-AB60-17C3-1DEC-799F82653535}"/>
              </a:ext>
            </a:extLst>
          </p:cNvPr>
          <p:cNvSpPr txBox="1"/>
          <p:nvPr/>
        </p:nvSpPr>
        <p:spPr>
          <a:xfrm>
            <a:off x="-10088" y="6610556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Cannosphaeridae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150" name="Picture 149" descr="A black dot in a web&#10;&#10;AI-generated content may be incorrect.">
            <a:extLst>
              <a:ext uri="{FF2B5EF4-FFF2-40B4-BE49-F238E27FC236}">
                <a16:creationId xmlns:a16="http://schemas.microsoft.com/office/drawing/2014/main" id="{F5E9E233-6C73-AB4E-D38B-C1B827B1B1C9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843"/>
          <a:stretch>
            <a:fillRect/>
          </a:stretch>
        </p:blipFill>
        <p:spPr>
          <a:xfrm>
            <a:off x="47676" y="7319021"/>
            <a:ext cx="828675" cy="319840"/>
          </a:xfrm>
          <a:prstGeom prst="rect">
            <a:avLst/>
          </a:prstGeom>
        </p:spPr>
      </p:pic>
      <p:pic>
        <p:nvPicPr>
          <p:cNvPr id="151" name="Picture 150" descr="A close-up of black dots&#10;&#10;AI-generated content may be incorrect.">
            <a:extLst>
              <a:ext uri="{FF2B5EF4-FFF2-40B4-BE49-F238E27FC236}">
                <a16:creationId xmlns:a16="http://schemas.microsoft.com/office/drawing/2014/main" id="{E2006714-31BF-27EB-3156-2B38D6E2B2F6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7154" y="6622443"/>
            <a:ext cx="545426" cy="1032674"/>
          </a:xfrm>
          <a:prstGeom prst="rect">
            <a:avLst/>
          </a:prstGeom>
        </p:spPr>
      </p:pic>
      <p:pic>
        <p:nvPicPr>
          <p:cNvPr id="152" name="Picture 151" descr="A close-up of several black spots&#10;&#10;AI-generated content may be incorrect.">
            <a:extLst>
              <a:ext uri="{FF2B5EF4-FFF2-40B4-BE49-F238E27FC236}">
                <a16:creationId xmlns:a16="http://schemas.microsoft.com/office/drawing/2014/main" id="{4024A604-8CC4-5529-8F9B-E258AEC8D7FF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97" t="24631" r="24229" b="16687"/>
          <a:stretch>
            <a:fillRect/>
          </a:stretch>
        </p:blipFill>
        <p:spPr>
          <a:xfrm>
            <a:off x="3077608" y="6626462"/>
            <a:ext cx="910890" cy="1042818"/>
          </a:xfrm>
          <a:prstGeom prst="rect">
            <a:avLst/>
          </a:prstGeom>
        </p:spPr>
      </p:pic>
      <p:pic>
        <p:nvPicPr>
          <p:cNvPr id="153" name="Picture 152" descr="A close-up of a bullet hole&#10;&#10;AI-generated content may be incorrect.">
            <a:extLst>
              <a:ext uri="{FF2B5EF4-FFF2-40B4-BE49-F238E27FC236}">
                <a16:creationId xmlns:a16="http://schemas.microsoft.com/office/drawing/2014/main" id="{56D518BE-6D2D-63DC-D51F-B8C0771BA22A}"/>
              </a:ext>
            </a:extLst>
          </p:cNvPr>
          <p:cNvPicPr>
            <a:picLocks noChangeAspect="1"/>
          </p:cNvPicPr>
          <p:nvPr/>
        </p:nvPicPr>
        <p:blipFill>
          <a:blip r:embed="rId7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83" r="17316"/>
          <a:stretch>
            <a:fillRect/>
          </a:stretch>
        </p:blipFill>
        <p:spPr>
          <a:xfrm>
            <a:off x="4133654" y="6683340"/>
            <a:ext cx="618344" cy="995147"/>
          </a:xfrm>
          <a:prstGeom prst="rect">
            <a:avLst/>
          </a:prstGeom>
        </p:spPr>
      </p:pic>
      <p:pic>
        <p:nvPicPr>
          <p:cNvPr id="154" name="Picture 153" descr="A black dot on a white background&#10;&#10;AI-generated content may be incorrect.">
            <a:extLst>
              <a:ext uri="{FF2B5EF4-FFF2-40B4-BE49-F238E27FC236}">
                <a16:creationId xmlns:a16="http://schemas.microsoft.com/office/drawing/2014/main" id="{5D826B8A-204B-62D7-4DB7-4D4CF7105923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7737" y="6631054"/>
            <a:ext cx="485775" cy="1038225"/>
          </a:xfrm>
          <a:prstGeom prst="rect">
            <a:avLst/>
          </a:prstGeom>
        </p:spPr>
      </p:pic>
      <p:sp>
        <p:nvSpPr>
          <p:cNvPr id="155" name="TextBox 154">
            <a:extLst>
              <a:ext uri="{FF2B5EF4-FFF2-40B4-BE49-F238E27FC236}">
                <a16:creationId xmlns:a16="http://schemas.microsoft.com/office/drawing/2014/main" id="{BAE0132A-9A90-A778-326C-F072C3D983B5}"/>
              </a:ext>
            </a:extLst>
          </p:cNvPr>
          <p:cNvSpPr txBox="1"/>
          <p:nvPr/>
        </p:nvSpPr>
        <p:spPr>
          <a:xfrm>
            <a:off x="3044753" y="6604665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colonial_Cannosphaeridae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156" name="Picture 155" descr="A close-up of several black spots&#10;&#10;AI-generated content may be incorrect.">
            <a:extLst>
              <a:ext uri="{FF2B5EF4-FFF2-40B4-BE49-F238E27FC236}">
                <a16:creationId xmlns:a16="http://schemas.microsoft.com/office/drawing/2014/main" id="{A2D25CBA-453D-ECCB-A984-D1DFC7AD333F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916" r="38636" b="1"/>
          <a:stretch>
            <a:fillRect/>
          </a:stretch>
        </p:blipFill>
        <p:spPr>
          <a:xfrm>
            <a:off x="3076119" y="7387596"/>
            <a:ext cx="927015" cy="290455"/>
          </a:xfrm>
          <a:prstGeom prst="rect">
            <a:avLst/>
          </a:prstGeom>
        </p:spPr>
      </p:pic>
      <p:pic>
        <p:nvPicPr>
          <p:cNvPr id="157" name="Picture 156" descr="A white object with black dots&#10;&#10;AI-generated content may be incorrect.">
            <a:extLst>
              <a:ext uri="{FF2B5EF4-FFF2-40B4-BE49-F238E27FC236}">
                <a16:creationId xmlns:a16="http://schemas.microsoft.com/office/drawing/2014/main" id="{D74E8B08-16BC-735D-605C-742FD381477F}"/>
              </a:ext>
            </a:extLst>
          </p:cNvPr>
          <p:cNvPicPr>
            <a:picLocks noChangeAspect="1"/>
          </p:cNvPicPr>
          <p:nvPr/>
        </p:nvPicPr>
        <p:blipFill>
          <a:blip r:embed="rId7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5600" y="6746963"/>
            <a:ext cx="533400" cy="923925"/>
          </a:xfrm>
          <a:prstGeom prst="rect">
            <a:avLst/>
          </a:prstGeom>
        </p:spPr>
      </p:pic>
      <p:pic>
        <p:nvPicPr>
          <p:cNvPr id="158" name="Picture 157" descr="A close up of a ball&#10;&#10;AI-generated content may be incorrect.">
            <a:extLst>
              <a:ext uri="{FF2B5EF4-FFF2-40B4-BE49-F238E27FC236}">
                <a16:creationId xmlns:a16="http://schemas.microsoft.com/office/drawing/2014/main" id="{E14BD68F-9E1E-7397-EE73-554D49E7C709}"/>
              </a:ext>
            </a:extLst>
          </p:cNvPr>
          <p:cNvPicPr>
            <a:picLocks noChangeAspect="1"/>
          </p:cNvPicPr>
          <p:nvPr/>
        </p:nvPicPr>
        <p:blipFill>
          <a:blip r:embed="rId7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0416" y="6796608"/>
            <a:ext cx="514350" cy="866775"/>
          </a:xfrm>
          <a:prstGeom prst="rect">
            <a:avLst/>
          </a:prstGeom>
        </p:spPr>
      </p:pic>
      <p:pic>
        <p:nvPicPr>
          <p:cNvPr id="159" name="Picture 158" descr="A close up of a black and white photo&#10;&#10;AI-generated content may be incorrect.">
            <a:extLst>
              <a:ext uri="{FF2B5EF4-FFF2-40B4-BE49-F238E27FC236}">
                <a16:creationId xmlns:a16="http://schemas.microsoft.com/office/drawing/2014/main" id="{88BAE8E6-AB91-9BBD-3B45-AAB3D2162D4E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8056" y="6825183"/>
            <a:ext cx="771525" cy="809625"/>
          </a:xfrm>
          <a:prstGeom prst="rect">
            <a:avLst/>
          </a:prstGeom>
        </p:spPr>
      </p:pic>
      <p:pic>
        <p:nvPicPr>
          <p:cNvPr id="160" name="Picture 159" descr="A black and white image of a bullet&#10;&#10;AI-generated content may be incorrect.">
            <a:extLst>
              <a:ext uri="{FF2B5EF4-FFF2-40B4-BE49-F238E27FC236}">
                <a16:creationId xmlns:a16="http://schemas.microsoft.com/office/drawing/2014/main" id="{9A7DB403-1AE4-7D75-1524-C7A2AB4A1E2D}"/>
              </a:ext>
            </a:extLst>
          </p:cNvPr>
          <p:cNvPicPr>
            <a:picLocks noChangeAspect="1"/>
          </p:cNvPicPr>
          <p:nvPr/>
        </p:nvPicPr>
        <p:blipFill>
          <a:blip r:embed="rId8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446" y="6825183"/>
            <a:ext cx="485775" cy="809625"/>
          </a:xfrm>
          <a:prstGeom prst="rect">
            <a:avLst/>
          </a:prstGeom>
        </p:spPr>
      </p:pic>
      <p:pic>
        <p:nvPicPr>
          <p:cNvPr id="161" name="Picture 160" descr="A clock on a white background&#10;&#10;AI-generated content may be incorrect.">
            <a:extLst>
              <a:ext uri="{FF2B5EF4-FFF2-40B4-BE49-F238E27FC236}">
                <a16:creationId xmlns:a16="http://schemas.microsoft.com/office/drawing/2014/main" id="{85098E42-3735-0F43-2E9D-0E1F6EEB7548}"/>
              </a:ext>
            </a:extLst>
          </p:cNvPr>
          <p:cNvPicPr>
            <a:picLocks noChangeAspect="1"/>
          </p:cNvPicPr>
          <p:nvPr/>
        </p:nvPicPr>
        <p:blipFill>
          <a:blip r:embed="rId8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88" r="16851" b="20670"/>
          <a:stretch>
            <a:fillRect/>
          </a:stretch>
        </p:blipFill>
        <p:spPr>
          <a:xfrm>
            <a:off x="11620138" y="6744381"/>
            <a:ext cx="498956" cy="901916"/>
          </a:xfrm>
          <a:prstGeom prst="rect">
            <a:avLst/>
          </a:prstGeom>
        </p:spPr>
      </p:pic>
      <p:pic>
        <p:nvPicPr>
          <p:cNvPr id="162" name="Picture 161" descr="A black dot in a white background&#10;&#10;AI-generated content may be incorrect.">
            <a:extLst>
              <a:ext uri="{FF2B5EF4-FFF2-40B4-BE49-F238E27FC236}">
                <a16:creationId xmlns:a16="http://schemas.microsoft.com/office/drawing/2014/main" id="{E4A526D5-AFF8-0327-400D-2DDD1BAD05F9}"/>
              </a:ext>
            </a:extLst>
          </p:cNvPr>
          <p:cNvPicPr>
            <a:picLocks noChangeAspect="1"/>
          </p:cNvPicPr>
          <p:nvPr/>
        </p:nvPicPr>
        <p:blipFill>
          <a:blip r:embed="rId8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34" r="14891"/>
          <a:stretch>
            <a:fillRect/>
          </a:stretch>
        </p:blipFill>
        <p:spPr>
          <a:xfrm>
            <a:off x="10893234" y="6668515"/>
            <a:ext cx="617755" cy="976079"/>
          </a:xfrm>
          <a:prstGeom prst="rect">
            <a:avLst/>
          </a:prstGeom>
        </p:spPr>
      </p:pic>
      <p:pic>
        <p:nvPicPr>
          <p:cNvPr id="163" name="Picture 162" descr="A black dot on a white background&#10;&#10;AI-generated content may be incorrect.">
            <a:extLst>
              <a:ext uri="{FF2B5EF4-FFF2-40B4-BE49-F238E27FC236}">
                <a16:creationId xmlns:a16="http://schemas.microsoft.com/office/drawing/2014/main" id="{76A4CD07-CA78-2D3F-3E03-0C81AA386C1C}"/>
              </a:ext>
            </a:extLst>
          </p:cNvPr>
          <p:cNvPicPr>
            <a:picLocks noChangeAspect="1"/>
          </p:cNvPicPr>
          <p:nvPr/>
        </p:nvPicPr>
        <p:blipFill>
          <a:blip r:embed="rId8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41" r="15428" b="20502"/>
          <a:stretch>
            <a:fillRect/>
          </a:stretch>
        </p:blipFill>
        <p:spPr>
          <a:xfrm>
            <a:off x="10059087" y="6798007"/>
            <a:ext cx="724998" cy="834289"/>
          </a:xfrm>
          <a:prstGeom prst="rect">
            <a:avLst/>
          </a:prstGeom>
        </p:spPr>
      </p:pic>
      <p:pic>
        <p:nvPicPr>
          <p:cNvPr id="164" name="Picture 163" descr="A black object with a pointy center&#10;&#10;AI-generated content may be incorrect.">
            <a:extLst>
              <a:ext uri="{FF2B5EF4-FFF2-40B4-BE49-F238E27FC236}">
                <a16:creationId xmlns:a16="http://schemas.microsoft.com/office/drawing/2014/main" id="{FFB49BE6-17CF-C108-0763-F676D33E4A1E}"/>
              </a:ext>
            </a:extLst>
          </p:cNvPr>
          <p:cNvPicPr>
            <a:picLocks noChangeAspect="1"/>
          </p:cNvPicPr>
          <p:nvPr/>
        </p:nvPicPr>
        <p:blipFill>
          <a:blip r:embed="rId8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17" r="14857" b="21795"/>
          <a:stretch>
            <a:fillRect/>
          </a:stretch>
        </p:blipFill>
        <p:spPr>
          <a:xfrm>
            <a:off x="9171393" y="6719844"/>
            <a:ext cx="778545" cy="869619"/>
          </a:xfrm>
          <a:prstGeom prst="rect">
            <a:avLst/>
          </a:prstGeom>
        </p:spPr>
      </p:pic>
      <p:pic>
        <p:nvPicPr>
          <p:cNvPr id="165" name="Picture 164" descr="A black object with a pointy center&#10;&#10;AI-generated content may be incorrect.">
            <a:extLst>
              <a:ext uri="{FF2B5EF4-FFF2-40B4-BE49-F238E27FC236}">
                <a16:creationId xmlns:a16="http://schemas.microsoft.com/office/drawing/2014/main" id="{43FE8ECE-C7B7-A05A-2B02-A17BD4CAA58B}"/>
              </a:ext>
            </a:extLst>
          </p:cNvPr>
          <p:cNvPicPr>
            <a:picLocks noChangeAspect="1"/>
          </p:cNvPicPr>
          <p:nvPr/>
        </p:nvPicPr>
        <p:blipFill>
          <a:blip r:embed="rId8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191" r="14857"/>
          <a:stretch>
            <a:fillRect/>
          </a:stretch>
        </p:blipFill>
        <p:spPr>
          <a:xfrm>
            <a:off x="9178413" y="7305323"/>
            <a:ext cx="778545" cy="321532"/>
          </a:xfrm>
          <a:prstGeom prst="rect">
            <a:avLst/>
          </a:prstGeom>
        </p:spPr>
      </p:pic>
      <p:pic>
        <p:nvPicPr>
          <p:cNvPr id="166" name="Picture 165" descr="A black dot on a white background&#10;&#10;AI-generated content may be incorrect.">
            <a:extLst>
              <a:ext uri="{FF2B5EF4-FFF2-40B4-BE49-F238E27FC236}">
                <a16:creationId xmlns:a16="http://schemas.microsoft.com/office/drawing/2014/main" id="{3AF10D49-1718-9DC4-FA9A-2BE9760C650B}"/>
              </a:ext>
            </a:extLst>
          </p:cNvPr>
          <p:cNvPicPr>
            <a:picLocks noChangeAspect="1"/>
          </p:cNvPicPr>
          <p:nvPr/>
        </p:nvPicPr>
        <p:blipFill>
          <a:blip r:embed="rId8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586" r="15428"/>
          <a:stretch>
            <a:fillRect/>
          </a:stretch>
        </p:blipFill>
        <p:spPr>
          <a:xfrm>
            <a:off x="9996648" y="7342625"/>
            <a:ext cx="724998" cy="309283"/>
          </a:xfrm>
          <a:prstGeom prst="rect">
            <a:avLst/>
          </a:prstGeom>
        </p:spPr>
      </p:pic>
      <p:pic>
        <p:nvPicPr>
          <p:cNvPr id="167" name="Picture 166" descr="A clock on a white background&#10;&#10;AI-generated content may be incorrect.">
            <a:extLst>
              <a:ext uri="{FF2B5EF4-FFF2-40B4-BE49-F238E27FC236}">
                <a16:creationId xmlns:a16="http://schemas.microsoft.com/office/drawing/2014/main" id="{D0763D0C-480E-3D76-9489-79EA58317CEE}"/>
              </a:ext>
            </a:extLst>
          </p:cNvPr>
          <p:cNvPicPr>
            <a:picLocks noChangeAspect="1"/>
          </p:cNvPicPr>
          <p:nvPr/>
        </p:nvPicPr>
        <p:blipFill>
          <a:blip r:embed="rId8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853" r="16851"/>
          <a:stretch>
            <a:fillRect/>
          </a:stretch>
        </p:blipFill>
        <p:spPr>
          <a:xfrm>
            <a:off x="11620138" y="7294982"/>
            <a:ext cx="498956" cy="318558"/>
          </a:xfrm>
          <a:prstGeom prst="rect">
            <a:avLst/>
          </a:prstGeom>
        </p:spPr>
      </p:pic>
      <p:sp>
        <p:nvSpPr>
          <p:cNvPr id="168" name="TextBox 167">
            <a:extLst>
              <a:ext uri="{FF2B5EF4-FFF2-40B4-BE49-F238E27FC236}">
                <a16:creationId xmlns:a16="http://schemas.microsoft.com/office/drawing/2014/main" id="{9BE31B11-9D6F-40DA-B61C-D21758318C5E}"/>
              </a:ext>
            </a:extLst>
          </p:cNvPr>
          <p:cNvSpPr txBox="1"/>
          <p:nvPr/>
        </p:nvSpPr>
        <p:spPr>
          <a:xfrm>
            <a:off x="9157322" y="6610280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Acantharea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169" name="Picture 168" descr="A bullet hole with text&#10;&#10;AI-generated content may be incorrect.">
            <a:extLst>
              <a:ext uri="{FF2B5EF4-FFF2-40B4-BE49-F238E27FC236}">
                <a16:creationId xmlns:a16="http://schemas.microsoft.com/office/drawing/2014/main" id="{EF586C15-F0C7-4145-B6F8-E53CD3D39830}"/>
              </a:ext>
            </a:extLst>
          </p:cNvPr>
          <p:cNvPicPr>
            <a:picLocks noChangeAspect="1"/>
          </p:cNvPicPr>
          <p:nvPr/>
        </p:nvPicPr>
        <p:blipFill>
          <a:blip r:embed="rId8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48" r="16456"/>
          <a:stretch>
            <a:fillRect/>
          </a:stretch>
        </p:blipFill>
        <p:spPr>
          <a:xfrm>
            <a:off x="1621283" y="7902346"/>
            <a:ext cx="763724" cy="833322"/>
          </a:xfrm>
          <a:prstGeom prst="rect">
            <a:avLst/>
          </a:prstGeom>
        </p:spPr>
      </p:pic>
      <p:pic>
        <p:nvPicPr>
          <p:cNvPr id="170" name="Picture 169" descr="A bullet hole in a glass&#10;&#10;AI-generated content may be incorrect.">
            <a:extLst>
              <a:ext uri="{FF2B5EF4-FFF2-40B4-BE49-F238E27FC236}">
                <a16:creationId xmlns:a16="http://schemas.microsoft.com/office/drawing/2014/main" id="{78B2EABA-B67A-FF26-1267-5D7DA155F67B}"/>
              </a:ext>
            </a:extLst>
          </p:cNvPr>
          <p:cNvPicPr>
            <a:picLocks noChangeAspect="1"/>
          </p:cNvPicPr>
          <p:nvPr/>
        </p:nvPicPr>
        <p:blipFill>
          <a:blip r:embed="rId8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4" t="8048" r="5469" b="17879"/>
          <a:stretch>
            <a:fillRect/>
          </a:stretch>
        </p:blipFill>
        <p:spPr>
          <a:xfrm>
            <a:off x="638202" y="7814935"/>
            <a:ext cx="977610" cy="923580"/>
          </a:xfrm>
          <a:prstGeom prst="rect">
            <a:avLst/>
          </a:prstGeom>
        </p:spPr>
      </p:pic>
      <p:pic>
        <p:nvPicPr>
          <p:cNvPr id="171" name="Picture 170" descr="A close up of a spider&#10;&#10;AI-generated content may be incorrect.">
            <a:extLst>
              <a:ext uri="{FF2B5EF4-FFF2-40B4-BE49-F238E27FC236}">
                <a16:creationId xmlns:a16="http://schemas.microsoft.com/office/drawing/2014/main" id="{856040E3-58F1-AF71-61C2-83B1C3511FA9}"/>
              </a:ext>
            </a:extLst>
          </p:cNvPr>
          <p:cNvPicPr>
            <a:picLocks noChangeAspect="1"/>
          </p:cNvPicPr>
          <p:nvPr/>
        </p:nvPicPr>
        <p:blipFill>
          <a:blip r:embed="rId8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30"/>
          <a:stretch>
            <a:fillRect/>
          </a:stretch>
        </p:blipFill>
        <p:spPr>
          <a:xfrm>
            <a:off x="2390478" y="7723811"/>
            <a:ext cx="628650" cy="1037540"/>
          </a:xfrm>
          <a:prstGeom prst="rect">
            <a:avLst/>
          </a:prstGeom>
        </p:spPr>
      </p:pic>
      <p:pic>
        <p:nvPicPr>
          <p:cNvPr id="172" name="Picture 171" descr="A bullet hole in a white background&#10;&#10;AI-generated content may be incorrect.">
            <a:extLst>
              <a:ext uri="{FF2B5EF4-FFF2-40B4-BE49-F238E27FC236}">
                <a16:creationId xmlns:a16="http://schemas.microsoft.com/office/drawing/2014/main" id="{0F2BC878-CDC9-0786-28E1-CB76A33A58B5}"/>
              </a:ext>
            </a:extLst>
          </p:cNvPr>
          <p:cNvPicPr>
            <a:picLocks noChangeAspect="1"/>
          </p:cNvPicPr>
          <p:nvPr/>
        </p:nvPicPr>
        <p:blipFill>
          <a:blip r:embed="rId8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6" y="7841260"/>
            <a:ext cx="600075" cy="895350"/>
          </a:xfrm>
          <a:prstGeom prst="rect">
            <a:avLst/>
          </a:prstGeom>
        </p:spPr>
      </p:pic>
      <p:pic>
        <p:nvPicPr>
          <p:cNvPr id="173" name="Picture 172" descr="A bullet hole in a glass&#10;&#10;AI-generated content may be incorrect.">
            <a:extLst>
              <a:ext uri="{FF2B5EF4-FFF2-40B4-BE49-F238E27FC236}">
                <a16:creationId xmlns:a16="http://schemas.microsoft.com/office/drawing/2014/main" id="{A6562B9C-7FFF-6AEB-2F45-24364FCB66C5}"/>
              </a:ext>
            </a:extLst>
          </p:cNvPr>
          <p:cNvPicPr>
            <a:picLocks noChangeAspect="1"/>
          </p:cNvPicPr>
          <p:nvPr/>
        </p:nvPicPr>
        <p:blipFill>
          <a:blip r:embed="rId8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443" r="13512" b="1444"/>
          <a:stretch>
            <a:fillRect/>
          </a:stretch>
        </p:blipFill>
        <p:spPr>
          <a:xfrm>
            <a:off x="633568" y="8526919"/>
            <a:ext cx="979783" cy="213383"/>
          </a:xfrm>
          <a:prstGeom prst="rect">
            <a:avLst/>
          </a:prstGeom>
        </p:spPr>
      </p:pic>
      <p:sp>
        <p:nvSpPr>
          <p:cNvPr id="174" name="TextBox 173">
            <a:extLst>
              <a:ext uri="{FF2B5EF4-FFF2-40B4-BE49-F238E27FC236}">
                <a16:creationId xmlns:a16="http://schemas.microsoft.com/office/drawing/2014/main" id="{6B03A061-2774-8390-8C44-CA7AA9A33F9F}"/>
              </a:ext>
            </a:extLst>
          </p:cNvPr>
          <p:cNvSpPr txBox="1"/>
          <p:nvPr/>
        </p:nvSpPr>
        <p:spPr>
          <a:xfrm>
            <a:off x="-5170" y="7697021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FFBD00"/>
                </a:solidFill>
              </a:rPr>
              <a:t>Foraminifera</a:t>
            </a:r>
          </a:p>
        </p:txBody>
      </p:sp>
      <p:pic>
        <p:nvPicPr>
          <p:cNvPr id="175" name="Picture 174" descr="A close-up of a white circle&#10;&#10;AI-generated content may be incorrect.">
            <a:extLst>
              <a:ext uri="{FF2B5EF4-FFF2-40B4-BE49-F238E27FC236}">
                <a16:creationId xmlns:a16="http://schemas.microsoft.com/office/drawing/2014/main" id="{DCFD5573-4852-4B6E-3B42-EB0F1AB75F9F}"/>
              </a:ext>
            </a:extLst>
          </p:cNvPr>
          <p:cNvPicPr>
            <a:picLocks noChangeAspect="1"/>
          </p:cNvPicPr>
          <p:nvPr/>
        </p:nvPicPr>
        <p:blipFill>
          <a:blip r:embed="rId8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68" t="22255" r="18756" b="21466"/>
          <a:stretch>
            <a:fillRect/>
          </a:stretch>
        </p:blipFill>
        <p:spPr>
          <a:xfrm>
            <a:off x="3863294" y="7945480"/>
            <a:ext cx="661018" cy="712963"/>
          </a:xfrm>
          <a:prstGeom prst="rect">
            <a:avLst/>
          </a:prstGeom>
        </p:spPr>
      </p:pic>
      <p:pic>
        <p:nvPicPr>
          <p:cNvPr id="176" name="Picture 175" descr="A blurry image of a circle&#10;&#10;AI-generated content may be incorrect.">
            <a:extLst>
              <a:ext uri="{FF2B5EF4-FFF2-40B4-BE49-F238E27FC236}">
                <a16:creationId xmlns:a16="http://schemas.microsoft.com/office/drawing/2014/main" id="{DF29D88D-4CD9-D679-A2E4-584E0BF0114D}"/>
              </a:ext>
            </a:extLst>
          </p:cNvPr>
          <p:cNvPicPr>
            <a:picLocks noChangeAspect="1"/>
          </p:cNvPicPr>
          <p:nvPr/>
        </p:nvPicPr>
        <p:blipFill>
          <a:blip r:embed="rId9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32" r="18179"/>
          <a:stretch>
            <a:fillRect/>
          </a:stretch>
        </p:blipFill>
        <p:spPr>
          <a:xfrm>
            <a:off x="4648023" y="7831787"/>
            <a:ext cx="607894" cy="881668"/>
          </a:xfrm>
          <a:prstGeom prst="rect">
            <a:avLst/>
          </a:prstGeom>
        </p:spPr>
      </p:pic>
      <p:pic>
        <p:nvPicPr>
          <p:cNvPr id="177" name="Picture 176" descr="A white circle with black text&#10;&#10;AI-generated content may be incorrect.">
            <a:extLst>
              <a:ext uri="{FF2B5EF4-FFF2-40B4-BE49-F238E27FC236}">
                <a16:creationId xmlns:a16="http://schemas.microsoft.com/office/drawing/2014/main" id="{3545D80A-3F10-4247-E668-49E4B4C66050}"/>
              </a:ext>
            </a:extLst>
          </p:cNvPr>
          <p:cNvPicPr>
            <a:picLocks noChangeAspect="1"/>
          </p:cNvPicPr>
          <p:nvPr/>
        </p:nvPicPr>
        <p:blipFill>
          <a:blip r:embed="rId9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55" r="18328"/>
          <a:stretch>
            <a:fillRect/>
          </a:stretch>
        </p:blipFill>
        <p:spPr>
          <a:xfrm>
            <a:off x="5379629" y="7826559"/>
            <a:ext cx="700134" cy="892124"/>
          </a:xfrm>
          <a:prstGeom prst="rect">
            <a:avLst/>
          </a:prstGeom>
        </p:spPr>
      </p:pic>
      <p:pic>
        <p:nvPicPr>
          <p:cNvPr id="178" name="Picture 177" descr="A close-up of a eye&#10;&#10;AI-generated content may be incorrect.">
            <a:extLst>
              <a:ext uri="{FF2B5EF4-FFF2-40B4-BE49-F238E27FC236}">
                <a16:creationId xmlns:a16="http://schemas.microsoft.com/office/drawing/2014/main" id="{01ECD8C2-6BE1-248D-8F28-0FAFEAEF294B}"/>
              </a:ext>
            </a:extLst>
          </p:cNvPr>
          <p:cNvPicPr>
            <a:picLocks noChangeAspect="1"/>
          </p:cNvPicPr>
          <p:nvPr/>
        </p:nvPicPr>
        <p:blipFill>
          <a:blip r:embed="rId9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53" t="26163" r="27169" b="23737"/>
          <a:stretch>
            <a:fillRect/>
          </a:stretch>
        </p:blipFill>
        <p:spPr>
          <a:xfrm>
            <a:off x="3082897" y="7833604"/>
            <a:ext cx="656686" cy="878035"/>
          </a:xfrm>
          <a:prstGeom prst="rect">
            <a:avLst/>
          </a:prstGeom>
        </p:spPr>
      </p:pic>
      <p:pic>
        <p:nvPicPr>
          <p:cNvPr id="179" name="Picture 178" descr="A close-up of a eye&#10;&#10;AI-generated content may be incorrect.">
            <a:extLst>
              <a:ext uri="{FF2B5EF4-FFF2-40B4-BE49-F238E27FC236}">
                <a16:creationId xmlns:a16="http://schemas.microsoft.com/office/drawing/2014/main" id="{8C05DC85-A4F2-7C64-7CD5-07593363F3E0}"/>
              </a:ext>
            </a:extLst>
          </p:cNvPr>
          <p:cNvPicPr>
            <a:picLocks noChangeAspect="1"/>
          </p:cNvPicPr>
          <p:nvPr/>
        </p:nvPicPr>
        <p:blipFill>
          <a:blip r:embed="rId9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359" r="53446" b="-2065"/>
          <a:stretch>
            <a:fillRect/>
          </a:stretch>
        </p:blipFill>
        <p:spPr>
          <a:xfrm>
            <a:off x="3089827" y="8351412"/>
            <a:ext cx="638530" cy="362882"/>
          </a:xfrm>
          <a:prstGeom prst="rect">
            <a:avLst/>
          </a:prstGeom>
        </p:spPr>
      </p:pic>
      <p:pic>
        <p:nvPicPr>
          <p:cNvPr id="180" name="Picture 179" descr="A close-up of a white circle&#10;&#10;AI-generated content may be incorrect.">
            <a:extLst>
              <a:ext uri="{FF2B5EF4-FFF2-40B4-BE49-F238E27FC236}">
                <a16:creationId xmlns:a16="http://schemas.microsoft.com/office/drawing/2014/main" id="{F604A2F5-42E6-9646-C965-3C9D835A19B1}"/>
              </a:ext>
            </a:extLst>
          </p:cNvPr>
          <p:cNvPicPr>
            <a:picLocks noChangeAspect="1"/>
          </p:cNvPicPr>
          <p:nvPr/>
        </p:nvPicPr>
        <p:blipFill>
          <a:blip r:embed="rId8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77119" r="39508" b="-2009"/>
          <a:stretch>
            <a:fillRect/>
          </a:stretch>
        </p:blipFill>
        <p:spPr>
          <a:xfrm>
            <a:off x="3859624" y="8399727"/>
            <a:ext cx="656860" cy="315311"/>
          </a:xfrm>
          <a:prstGeom prst="rect">
            <a:avLst/>
          </a:prstGeom>
        </p:spPr>
      </p:pic>
      <p:sp>
        <p:nvSpPr>
          <p:cNvPr id="181" name="TextBox 180">
            <a:extLst>
              <a:ext uri="{FF2B5EF4-FFF2-40B4-BE49-F238E27FC236}">
                <a16:creationId xmlns:a16="http://schemas.microsoft.com/office/drawing/2014/main" id="{95429CC4-B78F-A4D5-9AFC-E1BBDB948D63}"/>
              </a:ext>
            </a:extLst>
          </p:cNvPr>
          <p:cNvSpPr txBox="1"/>
          <p:nvPr/>
        </p:nvSpPr>
        <p:spPr>
          <a:xfrm>
            <a:off x="3049671" y="7691130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Collodaria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182" name="Picture 181" descr="A black and white image of a foot print&#10;&#10;AI-generated content may be incorrect.">
            <a:extLst>
              <a:ext uri="{FF2B5EF4-FFF2-40B4-BE49-F238E27FC236}">
                <a16:creationId xmlns:a16="http://schemas.microsoft.com/office/drawing/2014/main" id="{BB780922-2717-7963-635E-D784514C8EC7}"/>
              </a:ext>
            </a:extLst>
          </p:cNvPr>
          <p:cNvPicPr>
            <a:picLocks noChangeAspect="1"/>
          </p:cNvPicPr>
          <p:nvPr/>
        </p:nvPicPr>
        <p:blipFill>
          <a:blip r:embed="rId9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66" t="19114" r="22308" b="25302"/>
          <a:stretch>
            <a:fillRect/>
          </a:stretch>
        </p:blipFill>
        <p:spPr>
          <a:xfrm>
            <a:off x="7359552" y="7918319"/>
            <a:ext cx="687974" cy="751808"/>
          </a:xfrm>
          <a:prstGeom prst="rect">
            <a:avLst/>
          </a:prstGeom>
        </p:spPr>
      </p:pic>
      <p:pic>
        <p:nvPicPr>
          <p:cNvPr id="183" name="Picture 182" descr="A white line on a white background&#10;&#10;AI-generated content may be incorrect.">
            <a:extLst>
              <a:ext uri="{FF2B5EF4-FFF2-40B4-BE49-F238E27FC236}">
                <a16:creationId xmlns:a16="http://schemas.microsoft.com/office/drawing/2014/main" id="{854B7C02-3751-C359-54D0-9DBC98489355}"/>
              </a:ext>
            </a:extLst>
          </p:cNvPr>
          <p:cNvPicPr>
            <a:picLocks noChangeAspect="1"/>
          </p:cNvPicPr>
          <p:nvPr/>
        </p:nvPicPr>
        <p:blipFill>
          <a:blip r:embed="rId9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34" t="27517" r="28131" b="27062"/>
          <a:stretch>
            <a:fillRect/>
          </a:stretch>
        </p:blipFill>
        <p:spPr>
          <a:xfrm>
            <a:off x="6180439" y="7728348"/>
            <a:ext cx="836163" cy="978648"/>
          </a:xfrm>
          <a:prstGeom prst="rect">
            <a:avLst/>
          </a:prstGeom>
        </p:spPr>
      </p:pic>
      <p:pic>
        <p:nvPicPr>
          <p:cNvPr id="184" name="Picture 183" descr="A black and white image of a round object&#10;&#10;AI-generated content may be incorrect.">
            <a:extLst>
              <a:ext uri="{FF2B5EF4-FFF2-40B4-BE49-F238E27FC236}">
                <a16:creationId xmlns:a16="http://schemas.microsoft.com/office/drawing/2014/main" id="{3A082CF0-55ED-0A34-F5A2-5FB2E460E6F2}"/>
              </a:ext>
            </a:extLst>
          </p:cNvPr>
          <p:cNvPicPr>
            <a:picLocks noChangeAspect="1"/>
          </p:cNvPicPr>
          <p:nvPr/>
        </p:nvPicPr>
        <p:blipFill>
          <a:blip r:embed="rId9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59" t="24292" r="26992" b="21626"/>
          <a:stretch>
            <a:fillRect/>
          </a:stretch>
        </p:blipFill>
        <p:spPr>
          <a:xfrm>
            <a:off x="8390476" y="7743006"/>
            <a:ext cx="694358" cy="963298"/>
          </a:xfrm>
          <a:prstGeom prst="rect">
            <a:avLst/>
          </a:prstGeom>
        </p:spPr>
      </p:pic>
      <p:pic>
        <p:nvPicPr>
          <p:cNvPr id="185" name="Picture 184" descr="A black and white image of a foot print&#10;&#10;AI-generated content may be incorrect.">
            <a:extLst>
              <a:ext uri="{FF2B5EF4-FFF2-40B4-BE49-F238E27FC236}">
                <a16:creationId xmlns:a16="http://schemas.microsoft.com/office/drawing/2014/main" id="{36019A20-A470-0EC3-8DF0-A67A4A79C9FF}"/>
              </a:ext>
            </a:extLst>
          </p:cNvPr>
          <p:cNvPicPr>
            <a:picLocks noChangeAspect="1"/>
          </p:cNvPicPr>
          <p:nvPr/>
        </p:nvPicPr>
        <p:blipFill>
          <a:blip r:embed="rId9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362" r="50405" b="20"/>
          <a:stretch>
            <a:fillRect/>
          </a:stretch>
        </p:blipFill>
        <p:spPr>
          <a:xfrm>
            <a:off x="7369384" y="8342034"/>
            <a:ext cx="666076" cy="332984"/>
          </a:xfrm>
          <a:prstGeom prst="rect">
            <a:avLst/>
          </a:prstGeom>
        </p:spPr>
      </p:pic>
      <p:pic>
        <p:nvPicPr>
          <p:cNvPr id="186" name="Picture 185" descr="A white line on a white background&#10;&#10;AI-generated content may be incorrect.">
            <a:extLst>
              <a:ext uri="{FF2B5EF4-FFF2-40B4-BE49-F238E27FC236}">
                <a16:creationId xmlns:a16="http://schemas.microsoft.com/office/drawing/2014/main" id="{C68EE79A-975D-1143-037F-955B496C39BA}"/>
              </a:ext>
            </a:extLst>
          </p:cNvPr>
          <p:cNvPicPr>
            <a:picLocks noChangeAspect="1"/>
          </p:cNvPicPr>
          <p:nvPr/>
        </p:nvPicPr>
        <p:blipFill>
          <a:blip r:embed="rId9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918" r="57757"/>
          <a:stretch>
            <a:fillRect/>
          </a:stretch>
        </p:blipFill>
        <p:spPr>
          <a:xfrm>
            <a:off x="6172417" y="8468621"/>
            <a:ext cx="842315" cy="260318"/>
          </a:xfrm>
          <a:prstGeom prst="rect">
            <a:avLst/>
          </a:prstGeom>
        </p:spPr>
      </p:pic>
      <p:sp>
        <p:nvSpPr>
          <p:cNvPr id="187" name="TextBox 186">
            <a:extLst>
              <a:ext uri="{FF2B5EF4-FFF2-40B4-BE49-F238E27FC236}">
                <a16:creationId xmlns:a16="http://schemas.microsoft.com/office/drawing/2014/main" id="{D96E471C-5129-F501-F4E4-99DD65CC5098}"/>
              </a:ext>
            </a:extLst>
          </p:cNvPr>
          <p:cNvSpPr txBox="1"/>
          <p:nvPr/>
        </p:nvSpPr>
        <p:spPr>
          <a:xfrm>
            <a:off x="6114239" y="7691439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colonial_Collodaria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188" name="Picture 187" descr="A black and white image of a round object&#10;&#10;AI-generated content may be incorrect.">
            <a:extLst>
              <a:ext uri="{FF2B5EF4-FFF2-40B4-BE49-F238E27FC236}">
                <a16:creationId xmlns:a16="http://schemas.microsoft.com/office/drawing/2014/main" id="{ACB6DFED-5B38-E733-8BE6-32B5ABBBE7B9}"/>
              </a:ext>
            </a:extLst>
          </p:cNvPr>
          <p:cNvPicPr>
            <a:picLocks noChangeAspect="1"/>
          </p:cNvPicPr>
          <p:nvPr/>
        </p:nvPicPr>
        <p:blipFill>
          <a:blip r:embed="rId9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951" r="53499"/>
          <a:stretch>
            <a:fillRect/>
          </a:stretch>
        </p:blipFill>
        <p:spPr>
          <a:xfrm>
            <a:off x="8390371" y="8371523"/>
            <a:ext cx="704242" cy="339290"/>
          </a:xfrm>
          <a:prstGeom prst="rect">
            <a:avLst/>
          </a:prstGeom>
        </p:spPr>
      </p:pic>
      <p:pic>
        <p:nvPicPr>
          <p:cNvPr id="189" name="Picture 188" descr="A black dot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1E247600-61D8-7EB8-0227-506B7B70094D}"/>
              </a:ext>
            </a:extLst>
          </p:cNvPr>
          <p:cNvPicPr>
            <a:picLocks noChangeAspect="1"/>
          </p:cNvPicPr>
          <p:nvPr/>
        </p:nvPicPr>
        <p:blipFill>
          <a:blip r:embed="rId9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127" y="7938021"/>
            <a:ext cx="485775" cy="609600"/>
          </a:xfrm>
          <a:prstGeom prst="rect">
            <a:avLst/>
          </a:prstGeom>
        </p:spPr>
      </p:pic>
      <p:pic>
        <p:nvPicPr>
          <p:cNvPr id="190" name="Picture 189" descr="A close up of a black circle&#10;&#10;AI-generated content may be incorrect.">
            <a:extLst>
              <a:ext uri="{FF2B5EF4-FFF2-40B4-BE49-F238E27FC236}">
                <a16:creationId xmlns:a16="http://schemas.microsoft.com/office/drawing/2014/main" id="{69EDA9C0-BFA3-A85C-F82D-2E1915005647}"/>
              </a:ext>
            </a:extLst>
          </p:cNvPr>
          <p:cNvPicPr>
            <a:picLocks noChangeAspect="1"/>
          </p:cNvPicPr>
          <p:nvPr/>
        </p:nvPicPr>
        <p:blipFill>
          <a:blip r:embed="rId9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1538" y="7795146"/>
            <a:ext cx="571500" cy="895350"/>
          </a:xfrm>
          <a:prstGeom prst="rect">
            <a:avLst/>
          </a:prstGeom>
        </p:spPr>
      </p:pic>
      <p:pic>
        <p:nvPicPr>
          <p:cNvPr id="191" name="Picture 190" descr="A bullet hole in a white background&#10;&#10;AI-generated content may be incorrect.">
            <a:extLst>
              <a:ext uri="{FF2B5EF4-FFF2-40B4-BE49-F238E27FC236}">
                <a16:creationId xmlns:a16="http://schemas.microsoft.com/office/drawing/2014/main" id="{4870920A-5CAA-32DC-58A9-82AECF7763AC}"/>
              </a:ext>
            </a:extLst>
          </p:cNvPr>
          <p:cNvPicPr>
            <a:picLocks noChangeAspect="1"/>
          </p:cNvPicPr>
          <p:nvPr/>
        </p:nvPicPr>
        <p:blipFill>
          <a:blip r:embed="rId9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142" y="7780859"/>
            <a:ext cx="514350" cy="923925"/>
          </a:xfrm>
          <a:prstGeom prst="rect">
            <a:avLst/>
          </a:prstGeom>
        </p:spPr>
      </p:pic>
      <p:pic>
        <p:nvPicPr>
          <p:cNvPr id="192" name="Picture 191" descr="A close up of a black eyeball&#10;&#10;AI-generated content may be incorrect.">
            <a:extLst>
              <a:ext uri="{FF2B5EF4-FFF2-40B4-BE49-F238E27FC236}">
                <a16:creationId xmlns:a16="http://schemas.microsoft.com/office/drawing/2014/main" id="{23321BD1-4DA5-86D5-1626-E357CD0C0C0D}"/>
              </a:ext>
            </a:extLst>
          </p:cNvPr>
          <p:cNvPicPr>
            <a:picLocks noChangeAspect="1"/>
          </p:cNvPicPr>
          <p:nvPr/>
        </p:nvPicPr>
        <p:blipFill>
          <a:blip r:embed="rId9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6582" y="7737996"/>
            <a:ext cx="542925" cy="1009650"/>
          </a:xfrm>
          <a:prstGeom prst="rect">
            <a:avLst/>
          </a:prstGeom>
        </p:spPr>
      </p:pic>
      <p:sp>
        <p:nvSpPr>
          <p:cNvPr id="193" name="TextBox 192">
            <a:extLst>
              <a:ext uri="{FF2B5EF4-FFF2-40B4-BE49-F238E27FC236}">
                <a16:creationId xmlns:a16="http://schemas.microsoft.com/office/drawing/2014/main" id="{D5BBFD84-47F2-81E6-E5A8-DE75DC2F20C1}"/>
              </a:ext>
            </a:extLst>
          </p:cNvPr>
          <p:cNvSpPr txBox="1"/>
          <p:nvPr/>
        </p:nvSpPr>
        <p:spPr>
          <a:xfrm>
            <a:off x="9162240" y="7696745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mc_solitary_black_to_puff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194" name="Picture 193" descr="A black dot on a white background&#10;&#10;AI-generated content may be incorrect.">
            <a:extLst>
              <a:ext uri="{FF2B5EF4-FFF2-40B4-BE49-F238E27FC236}">
                <a16:creationId xmlns:a16="http://schemas.microsoft.com/office/drawing/2014/main" id="{64EE5806-E1F5-2FA9-B033-2EC71F5542E0}"/>
              </a:ext>
            </a:extLst>
          </p:cNvPr>
          <p:cNvPicPr>
            <a:picLocks noChangeAspect="1"/>
          </p:cNvPicPr>
          <p:nvPr/>
        </p:nvPicPr>
        <p:blipFill>
          <a:blip r:embed="rId10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6002" y="9055401"/>
            <a:ext cx="485775" cy="609600"/>
          </a:xfrm>
          <a:prstGeom prst="rect">
            <a:avLst/>
          </a:prstGeom>
        </p:spPr>
      </p:pic>
      <p:pic>
        <p:nvPicPr>
          <p:cNvPr id="195" name="Picture 194" descr="A black dot with a number&#10;&#10;AI-generated content may be incorrect.">
            <a:extLst>
              <a:ext uri="{FF2B5EF4-FFF2-40B4-BE49-F238E27FC236}">
                <a16:creationId xmlns:a16="http://schemas.microsoft.com/office/drawing/2014/main" id="{98ADF34D-D109-0BFF-04F4-DDDB63DEF9D1}"/>
              </a:ext>
            </a:extLst>
          </p:cNvPr>
          <p:cNvPicPr>
            <a:picLocks noChangeAspect="1"/>
          </p:cNvPicPr>
          <p:nvPr/>
        </p:nvPicPr>
        <p:blipFill>
          <a:blip r:embed="rId10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373" y="8955389"/>
            <a:ext cx="485775" cy="809625"/>
          </a:xfrm>
          <a:prstGeom prst="rect">
            <a:avLst/>
          </a:prstGeom>
        </p:spPr>
      </p:pic>
      <p:pic>
        <p:nvPicPr>
          <p:cNvPr id="196" name="Picture 195" descr="A black dot on a white background&#10;&#10;AI-generated content may be incorrect.">
            <a:extLst>
              <a:ext uri="{FF2B5EF4-FFF2-40B4-BE49-F238E27FC236}">
                <a16:creationId xmlns:a16="http://schemas.microsoft.com/office/drawing/2014/main" id="{22F94BDE-37BE-757C-84D3-32670E23DD46}"/>
              </a:ext>
            </a:extLst>
          </p:cNvPr>
          <p:cNvPicPr>
            <a:picLocks noChangeAspect="1"/>
          </p:cNvPicPr>
          <p:nvPr/>
        </p:nvPicPr>
        <p:blipFill>
          <a:blip r:embed="rId10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30" y="8983964"/>
            <a:ext cx="485775" cy="752475"/>
          </a:xfrm>
          <a:prstGeom prst="rect">
            <a:avLst/>
          </a:prstGeom>
        </p:spPr>
      </p:pic>
      <p:pic>
        <p:nvPicPr>
          <p:cNvPr id="197" name="Picture 196" descr="A black dot with numbers and a black line&#10;&#10;AI-generated content may be incorrect.">
            <a:extLst>
              <a:ext uri="{FF2B5EF4-FFF2-40B4-BE49-F238E27FC236}">
                <a16:creationId xmlns:a16="http://schemas.microsoft.com/office/drawing/2014/main" id="{07BFD89F-40F7-2747-51E5-5F4909EB9656}"/>
              </a:ext>
            </a:extLst>
          </p:cNvPr>
          <p:cNvPicPr>
            <a:picLocks noChangeAspect="1"/>
          </p:cNvPicPr>
          <p:nvPr/>
        </p:nvPicPr>
        <p:blipFill>
          <a:blip r:embed="rId10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258" y="9041114"/>
            <a:ext cx="485775" cy="638175"/>
          </a:xfrm>
          <a:prstGeom prst="rect">
            <a:avLst/>
          </a:prstGeom>
        </p:spPr>
      </p:pic>
      <p:sp>
        <p:nvSpPr>
          <p:cNvPr id="198" name="TextBox 197">
            <a:extLst>
              <a:ext uri="{FF2B5EF4-FFF2-40B4-BE49-F238E27FC236}">
                <a16:creationId xmlns:a16="http://schemas.microsoft.com/office/drawing/2014/main" id="{56C67A57-A30B-5EA1-B43A-81944F3608DB}"/>
              </a:ext>
            </a:extLst>
          </p:cNvPr>
          <p:cNvSpPr txBox="1"/>
          <p:nvPr/>
        </p:nvSpPr>
        <p:spPr>
          <a:xfrm>
            <a:off x="-10087" y="8793317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solitaryblack</a:t>
            </a:r>
            <a:endParaRPr lang="en-US" sz="1200" b="1" dirty="0">
              <a:solidFill>
                <a:srgbClr val="FFBD00"/>
              </a:solidFill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1B5127FE-1B4D-1149-956F-E3C7A8F55FF0}"/>
              </a:ext>
            </a:extLst>
          </p:cNvPr>
          <p:cNvSpPr txBox="1"/>
          <p:nvPr/>
        </p:nvSpPr>
        <p:spPr>
          <a:xfrm>
            <a:off x="-2158" y="9889494"/>
            <a:ext cx="12201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EC7727"/>
                </a:solidFill>
              </a:rPr>
              <a:t>g: Crustaceans</a:t>
            </a:r>
          </a:p>
        </p:txBody>
      </p:sp>
      <p:pic>
        <p:nvPicPr>
          <p:cNvPr id="200" name="Picture 199" descr="A black and white image of a feather&#10;&#10;AI-generated content may be incorrect.">
            <a:extLst>
              <a:ext uri="{FF2B5EF4-FFF2-40B4-BE49-F238E27FC236}">
                <a16:creationId xmlns:a16="http://schemas.microsoft.com/office/drawing/2014/main" id="{CCB6E8C7-C8E4-6D72-CF92-548F89F3CD04}"/>
              </a:ext>
            </a:extLst>
          </p:cNvPr>
          <p:cNvPicPr>
            <a:picLocks noChangeAspect="1"/>
          </p:cNvPicPr>
          <p:nvPr/>
        </p:nvPicPr>
        <p:blipFill>
          <a:blip r:embed="rId10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80" t="26511" r="12045" b="32930"/>
          <a:stretch>
            <a:fillRect/>
          </a:stretch>
        </p:blipFill>
        <p:spPr>
          <a:xfrm rot="16200000">
            <a:off x="3883809" y="10168567"/>
            <a:ext cx="1241555" cy="1555289"/>
          </a:xfrm>
          <a:prstGeom prst="rect">
            <a:avLst/>
          </a:prstGeom>
        </p:spPr>
      </p:pic>
      <p:sp>
        <p:nvSpPr>
          <p:cNvPr id="202" name="Rectangle 201">
            <a:extLst>
              <a:ext uri="{FF2B5EF4-FFF2-40B4-BE49-F238E27FC236}">
                <a16:creationId xmlns:a16="http://schemas.microsoft.com/office/drawing/2014/main" id="{DDB68F50-3FFE-9635-0893-9FB5E77D644C}"/>
              </a:ext>
            </a:extLst>
          </p:cNvPr>
          <p:cNvSpPr/>
          <p:nvPr/>
        </p:nvSpPr>
        <p:spPr>
          <a:xfrm>
            <a:off x="0" y="10267784"/>
            <a:ext cx="3048000" cy="135815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E8F6BBD1-6EFC-C3C6-6EA6-7F3009BAB86D}"/>
              </a:ext>
            </a:extLst>
          </p:cNvPr>
          <p:cNvSpPr/>
          <p:nvPr/>
        </p:nvSpPr>
        <p:spPr>
          <a:xfrm>
            <a:off x="6096000" y="11624638"/>
            <a:ext cx="3048000" cy="161412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B5398702-2F6D-14B2-B715-67342B1DBE43}"/>
              </a:ext>
            </a:extLst>
          </p:cNvPr>
          <p:cNvSpPr txBox="1"/>
          <p:nvPr/>
        </p:nvSpPr>
        <p:spPr>
          <a:xfrm>
            <a:off x="3038502" y="10267783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EC7727"/>
                </a:solidFill>
              </a:rPr>
              <a:t>Eumalacostraca</a:t>
            </a:r>
            <a:endParaRPr lang="en-US" sz="1200" b="1" dirty="0">
              <a:solidFill>
                <a:srgbClr val="EC7727"/>
              </a:solidFill>
            </a:endParaRP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951656C7-C823-993E-9593-6E3269716A05}"/>
              </a:ext>
            </a:extLst>
          </p:cNvPr>
          <p:cNvSpPr txBox="1"/>
          <p:nvPr/>
        </p:nvSpPr>
        <p:spPr>
          <a:xfrm>
            <a:off x="9151071" y="10273398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EC7727"/>
                </a:solidFill>
              </a:rPr>
              <a:t>like_Amphipoda</a:t>
            </a:r>
            <a:endParaRPr lang="en-US" sz="1200" b="1" dirty="0">
              <a:solidFill>
                <a:srgbClr val="EC7727"/>
              </a:solidFill>
            </a:endParaRP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47539211-AE1C-5256-2B04-2AB05B385F20}"/>
              </a:ext>
            </a:extLst>
          </p:cNvPr>
          <p:cNvSpPr txBox="1"/>
          <p:nvPr/>
        </p:nvSpPr>
        <p:spPr>
          <a:xfrm>
            <a:off x="-9499" y="10262477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EC7727"/>
                </a:solidFill>
              </a:rPr>
              <a:t>Crustacea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09D015B6-15DE-0A05-E8B1-6686F2BE0117}"/>
              </a:ext>
            </a:extLst>
          </p:cNvPr>
          <p:cNvSpPr txBox="1"/>
          <p:nvPr/>
        </p:nvSpPr>
        <p:spPr>
          <a:xfrm>
            <a:off x="-14413" y="11624253"/>
            <a:ext cx="3057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EC7727"/>
                </a:solidFill>
              </a:rPr>
              <a:t>shrimp_like</a:t>
            </a:r>
            <a:endParaRPr lang="en-US" sz="1200" b="1" dirty="0">
              <a:solidFill>
                <a:srgbClr val="EC7727"/>
              </a:solidFill>
            </a:endParaRPr>
          </a:p>
          <a:p>
            <a:pPr algn="ctr"/>
            <a:endParaRPr lang="en-US" sz="1200" b="1" dirty="0">
              <a:solidFill>
                <a:srgbClr val="EC7727"/>
              </a:solidFill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C111D5C8-326B-EAF1-2EB5-D27D4EBC9903}"/>
              </a:ext>
            </a:extLst>
          </p:cNvPr>
          <p:cNvSpPr txBox="1"/>
          <p:nvPr/>
        </p:nvSpPr>
        <p:spPr>
          <a:xfrm>
            <a:off x="6103070" y="10268092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EC7727"/>
                </a:solidFill>
              </a:rPr>
              <a:t>Hyperia</a:t>
            </a:r>
            <a:endParaRPr lang="en-US" sz="1200" b="1" dirty="0">
              <a:solidFill>
                <a:srgbClr val="EC7727"/>
              </a:solidFill>
            </a:endParaRPr>
          </a:p>
        </p:txBody>
      </p:sp>
      <p:pic>
        <p:nvPicPr>
          <p:cNvPr id="214" name="Picture 213" descr="A black and white feather&#10;&#10;AI-generated content may be incorrect.">
            <a:extLst>
              <a:ext uri="{FF2B5EF4-FFF2-40B4-BE49-F238E27FC236}">
                <a16:creationId xmlns:a16="http://schemas.microsoft.com/office/drawing/2014/main" id="{268EB903-01B4-B3EC-6D98-0673804F5BE7}"/>
              </a:ext>
            </a:extLst>
          </p:cNvPr>
          <p:cNvPicPr>
            <a:picLocks noChangeAspect="1"/>
          </p:cNvPicPr>
          <p:nvPr/>
        </p:nvPicPr>
        <p:blipFill>
          <a:blip r:embed="rId10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66" b="23307"/>
          <a:stretch>
            <a:fillRect/>
          </a:stretch>
        </p:blipFill>
        <p:spPr>
          <a:xfrm>
            <a:off x="50868" y="10304255"/>
            <a:ext cx="942975" cy="1296220"/>
          </a:xfrm>
          <a:prstGeom prst="rect">
            <a:avLst/>
          </a:prstGeom>
        </p:spPr>
      </p:pic>
      <p:pic>
        <p:nvPicPr>
          <p:cNvPr id="215" name="Picture 214" descr="A black and white image of a squid&#10;&#10;AI-generated content may be incorrect.">
            <a:extLst>
              <a:ext uri="{FF2B5EF4-FFF2-40B4-BE49-F238E27FC236}">
                <a16:creationId xmlns:a16="http://schemas.microsoft.com/office/drawing/2014/main" id="{8A4B2408-708C-843C-C65C-1774A0D8D558}"/>
              </a:ext>
            </a:extLst>
          </p:cNvPr>
          <p:cNvPicPr>
            <a:picLocks noChangeAspect="1"/>
          </p:cNvPicPr>
          <p:nvPr/>
        </p:nvPicPr>
        <p:blipFill>
          <a:blip r:embed="rId10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67" r="16165" b="20050"/>
          <a:stretch>
            <a:fillRect/>
          </a:stretch>
        </p:blipFill>
        <p:spPr>
          <a:xfrm>
            <a:off x="1896973" y="10445952"/>
            <a:ext cx="1121545" cy="1012826"/>
          </a:xfrm>
          <a:prstGeom prst="rect">
            <a:avLst/>
          </a:prstGeom>
        </p:spPr>
      </p:pic>
      <p:pic>
        <p:nvPicPr>
          <p:cNvPr id="216" name="Picture 215" descr="A black and white image of a fish&#10;&#10;AI-generated content may be incorrect.">
            <a:extLst>
              <a:ext uri="{FF2B5EF4-FFF2-40B4-BE49-F238E27FC236}">
                <a16:creationId xmlns:a16="http://schemas.microsoft.com/office/drawing/2014/main" id="{7BBCE899-0828-499C-1EF2-7EA38C5E2D3E}"/>
              </a:ext>
            </a:extLst>
          </p:cNvPr>
          <p:cNvPicPr>
            <a:picLocks noChangeAspect="1"/>
          </p:cNvPicPr>
          <p:nvPr/>
        </p:nvPicPr>
        <p:blipFill>
          <a:blip r:embed="rId10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562"/>
          <a:stretch>
            <a:fillRect/>
          </a:stretch>
        </p:blipFill>
        <p:spPr>
          <a:xfrm>
            <a:off x="914586" y="10504690"/>
            <a:ext cx="1061645" cy="895350"/>
          </a:xfrm>
          <a:prstGeom prst="rect">
            <a:avLst/>
          </a:prstGeom>
        </p:spPr>
      </p:pic>
      <p:pic>
        <p:nvPicPr>
          <p:cNvPr id="217" name="Picture 216" descr="A black and white feather&#10;&#10;AI-generated content may be incorrect.">
            <a:extLst>
              <a:ext uri="{FF2B5EF4-FFF2-40B4-BE49-F238E27FC236}">
                <a16:creationId xmlns:a16="http://schemas.microsoft.com/office/drawing/2014/main" id="{AEE0537E-C5F4-ADF9-39FA-8E1BD9926CC7}"/>
              </a:ext>
            </a:extLst>
          </p:cNvPr>
          <p:cNvPicPr>
            <a:picLocks noChangeAspect="1"/>
          </p:cNvPicPr>
          <p:nvPr/>
        </p:nvPicPr>
        <p:blipFill>
          <a:blip r:embed="rId10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783" b="-1"/>
          <a:stretch>
            <a:fillRect/>
          </a:stretch>
        </p:blipFill>
        <p:spPr>
          <a:xfrm>
            <a:off x="45692" y="11181297"/>
            <a:ext cx="942975" cy="419177"/>
          </a:xfrm>
          <a:prstGeom prst="rect">
            <a:avLst/>
          </a:prstGeom>
        </p:spPr>
      </p:pic>
      <p:pic>
        <p:nvPicPr>
          <p:cNvPr id="218" name="Picture 217" descr="A black and white image of a squid&#10;&#10;AI-generated content may be incorrect.">
            <a:extLst>
              <a:ext uri="{FF2B5EF4-FFF2-40B4-BE49-F238E27FC236}">
                <a16:creationId xmlns:a16="http://schemas.microsoft.com/office/drawing/2014/main" id="{7D58E45F-8913-52F7-E5CD-F9158CF108A2}"/>
              </a:ext>
            </a:extLst>
          </p:cNvPr>
          <p:cNvPicPr>
            <a:picLocks noChangeAspect="1"/>
          </p:cNvPicPr>
          <p:nvPr/>
        </p:nvPicPr>
        <p:blipFill>
          <a:blip r:embed="rId10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187" r="40532"/>
          <a:stretch>
            <a:fillRect/>
          </a:stretch>
        </p:blipFill>
        <p:spPr>
          <a:xfrm>
            <a:off x="1896973" y="11171880"/>
            <a:ext cx="1121545" cy="301671"/>
          </a:xfrm>
          <a:prstGeom prst="rect">
            <a:avLst/>
          </a:prstGeom>
        </p:spPr>
      </p:pic>
      <p:pic>
        <p:nvPicPr>
          <p:cNvPr id="219" name="Picture 218" descr="A black and white image of a feather&#10;&#10;AI-generated content may be incorrect.">
            <a:extLst>
              <a:ext uri="{FF2B5EF4-FFF2-40B4-BE49-F238E27FC236}">
                <a16:creationId xmlns:a16="http://schemas.microsoft.com/office/drawing/2014/main" id="{CE5EB52D-DD2C-EF7E-369E-571690A9CABA}"/>
              </a:ext>
            </a:extLst>
          </p:cNvPr>
          <p:cNvPicPr>
            <a:picLocks noChangeAspect="1"/>
          </p:cNvPicPr>
          <p:nvPr/>
        </p:nvPicPr>
        <p:blipFill>
          <a:blip r:embed="rId10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420" r="12045"/>
          <a:stretch>
            <a:fillRect/>
          </a:stretch>
        </p:blipFill>
        <p:spPr>
          <a:xfrm>
            <a:off x="3624653" y="11399581"/>
            <a:ext cx="1704256" cy="175590"/>
          </a:xfrm>
          <a:prstGeom prst="rect">
            <a:avLst/>
          </a:prstGeom>
        </p:spPr>
      </p:pic>
      <p:pic>
        <p:nvPicPr>
          <p:cNvPr id="220" name="Picture 219" descr="A black silhouette of a bird&#10;&#10;AI-generated content may be incorrect.">
            <a:extLst>
              <a:ext uri="{FF2B5EF4-FFF2-40B4-BE49-F238E27FC236}">
                <a16:creationId xmlns:a16="http://schemas.microsoft.com/office/drawing/2014/main" id="{C2FD336B-5A7C-A330-9547-4ABF23AD3C0E}"/>
              </a:ext>
            </a:extLst>
          </p:cNvPr>
          <p:cNvPicPr>
            <a:picLocks noChangeAspect="1"/>
          </p:cNvPicPr>
          <p:nvPr/>
        </p:nvPicPr>
        <p:blipFill>
          <a:blip r:embed="rId10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74" t="27776" b="23320"/>
          <a:stretch>
            <a:fillRect/>
          </a:stretch>
        </p:blipFill>
        <p:spPr>
          <a:xfrm>
            <a:off x="6163331" y="10349973"/>
            <a:ext cx="732674" cy="1192477"/>
          </a:xfrm>
          <a:prstGeom prst="rect">
            <a:avLst/>
          </a:prstGeom>
        </p:spPr>
      </p:pic>
      <p:pic>
        <p:nvPicPr>
          <p:cNvPr id="221" name="Picture 220" descr="A black object with a white background&#10;&#10;AI-generated content may be incorrect.">
            <a:extLst>
              <a:ext uri="{FF2B5EF4-FFF2-40B4-BE49-F238E27FC236}">
                <a16:creationId xmlns:a16="http://schemas.microsoft.com/office/drawing/2014/main" id="{9526F344-3B9C-76E6-8EE0-09E1F87F6967}"/>
              </a:ext>
            </a:extLst>
          </p:cNvPr>
          <p:cNvPicPr>
            <a:picLocks noChangeAspect="1"/>
          </p:cNvPicPr>
          <p:nvPr/>
        </p:nvPicPr>
        <p:blipFill>
          <a:blip r:embed="rId10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26" t="18089" r="23333" b="20918"/>
          <a:stretch>
            <a:fillRect/>
          </a:stretch>
        </p:blipFill>
        <p:spPr>
          <a:xfrm>
            <a:off x="6845157" y="10559261"/>
            <a:ext cx="875103" cy="929527"/>
          </a:xfrm>
          <a:prstGeom prst="rect">
            <a:avLst/>
          </a:prstGeom>
        </p:spPr>
      </p:pic>
      <p:pic>
        <p:nvPicPr>
          <p:cNvPr id="222" name="Picture 221" descr="A black shadow of a bird&#10;&#10;AI-generated content may be incorrect.">
            <a:extLst>
              <a:ext uri="{FF2B5EF4-FFF2-40B4-BE49-F238E27FC236}">
                <a16:creationId xmlns:a16="http://schemas.microsoft.com/office/drawing/2014/main" id="{4347407D-2CB7-7C98-97C6-576A293FCD41}"/>
              </a:ext>
            </a:extLst>
          </p:cNvPr>
          <p:cNvPicPr>
            <a:picLocks noChangeAspect="1"/>
          </p:cNvPicPr>
          <p:nvPr/>
        </p:nvPicPr>
        <p:blipFill>
          <a:blip r:embed="rId1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61" t="20884" r="24045" b="24527"/>
          <a:stretch>
            <a:fillRect/>
          </a:stretch>
        </p:blipFill>
        <p:spPr>
          <a:xfrm>
            <a:off x="7669412" y="10540262"/>
            <a:ext cx="665037" cy="956740"/>
          </a:xfrm>
          <a:prstGeom prst="rect">
            <a:avLst/>
          </a:prstGeom>
        </p:spPr>
      </p:pic>
      <p:pic>
        <p:nvPicPr>
          <p:cNvPr id="223" name="Picture 222" descr="A black object with a white background&#10;&#10;AI-generated content may be incorrect.">
            <a:extLst>
              <a:ext uri="{FF2B5EF4-FFF2-40B4-BE49-F238E27FC236}">
                <a16:creationId xmlns:a16="http://schemas.microsoft.com/office/drawing/2014/main" id="{8625BEE1-A4B8-1258-421A-3CC88ADDD456}"/>
              </a:ext>
            </a:extLst>
          </p:cNvPr>
          <p:cNvPicPr>
            <a:picLocks noChangeAspect="1"/>
          </p:cNvPicPr>
          <p:nvPr/>
        </p:nvPicPr>
        <p:blipFill>
          <a:blip r:embed="rId1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71" r="9786" b="21105"/>
          <a:stretch>
            <a:fillRect/>
          </a:stretch>
        </p:blipFill>
        <p:spPr>
          <a:xfrm>
            <a:off x="8283602" y="10351558"/>
            <a:ext cx="824912" cy="1113407"/>
          </a:xfrm>
          <a:prstGeom prst="rect">
            <a:avLst/>
          </a:prstGeom>
        </p:spPr>
      </p:pic>
      <p:pic>
        <p:nvPicPr>
          <p:cNvPr id="224" name="Picture 223" descr="A black silhouette of a bird&#10;&#10;AI-generated content may be incorrect.">
            <a:extLst>
              <a:ext uri="{FF2B5EF4-FFF2-40B4-BE49-F238E27FC236}">
                <a16:creationId xmlns:a16="http://schemas.microsoft.com/office/drawing/2014/main" id="{732CE6B4-B11A-CAE5-DC11-9424FBFD55AA}"/>
              </a:ext>
            </a:extLst>
          </p:cNvPr>
          <p:cNvPicPr>
            <a:picLocks noChangeAspect="1"/>
          </p:cNvPicPr>
          <p:nvPr/>
        </p:nvPicPr>
        <p:blipFill>
          <a:blip r:embed="rId10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807"/>
          <a:stretch>
            <a:fillRect/>
          </a:stretch>
        </p:blipFill>
        <p:spPr>
          <a:xfrm>
            <a:off x="6114970" y="11147595"/>
            <a:ext cx="914400" cy="394855"/>
          </a:xfrm>
          <a:prstGeom prst="rect">
            <a:avLst/>
          </a:prstGeom>
        </p:spPr>
      </p:pic>
      <p:pic>
        <p:nvPicPr>
          <p:cNvPr id="225" name="Picture 224" descr="A black object with a white background&#10;&#10;AI-generated content may be incorrect.">
            <a:extLst>
              <a:ext uri="{FF2B5EF4-FFF2-40B4-BE49-F238E27FC236}">
                <a16:creationId xmlns:a16="http://schemas.microsoft.com/office/drawing/2014/main" id="{CD0B8F7C-0C7C-7D0C-4078-67DD136AB945}"/>
              </a:ext>
            </a:extLst>
          </p:cNvPr>
          <p:cNvPicPr>
            <a:picLocks noChangeAspect="1"/>
          </p:cNvPicPr>
          <p:nvPr/>
        </p:nvPicPr>
        <p:blipFill>
          <a:blip r:embed="rId10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706" r="56057" b="-539"/>
          <a:stretch>
            <a:fillRect/>
          </a:stretch>
        </p:blipFill>
        <p:spPr>
          <a:xfrm>
            <a:off x="6758129" y="11118561"/>
            <a:ext cx="753386" cy="378441"/>
          </a:xfrm>
          <a:prstGeom prst="rect">
            <a:avLst/>
          </a:prstGeom>
        </p:spPr>
      </p:pic>
      <p:pic>
        <p:nvPicPr>
          <p:cNvPr id="226" name="Picture 225" descr="A black object with a white background&#10;&#10;AI-generated content may be incorrect.">
            <a:extLst>
              <a:ext uri="{FF2B5EF4-FFF2-40B4-BE49-F238E27FC236}">
                <a16:creationId xmlns:a16="http://schemas.microsoft.com/office/drawing/2014/main" id="{6768776C-F307-5651-D9FC-6BDB93126312}"/>
              </a:ext>
            </a:extLst>
          </p:cNvPr>
          <p:cNvPicPr>
            <a:picLocks noChangeAspect="1"/>
          </p:cNvPicPr>
          <p:nvPr/>
        </p:nvPicPr>
        <p:blipFill>
          <a:blip r:embed="rId1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976" r="23964" b="-978"/>
          <a:stretch>
            <a:fillRect/>
          </a:stretch>
        </p:blipFill>
        <p:spPr>
          <a:xfrm>
            <a:off x="8283602" y="11077182"/>
            <a:ext cx="695271" cy="407719"/>
          </a:xfrm>
          <a:prstGeom prst="rect">
            <a:avLst/>
          </a:prstGeom>
        </p:spPr>
      </p:pic>
      <p:pic>
        <p:nvPicPr>
          <p:cNvPr id="227" name="Picture 226" descr="A black shadow of a bird&#10;&#10;AI-generated content may be incorrect.">
            <a:extLst>
              <a:ext uri="{FF2B5EF4-FFF2-40B4-BE49-F238E27FC236}">
                <a16:creationId xmlns:a16="http://schemas.microsoft.com/office/drawing/2014/main" id="{CD7FE9B6-8BDC-8F93-5909-9088DB4178BB}"/>
              </a:ext>
            </a:extLst>
          </p:cNvPr>
          <p:cNvPicPr>
            <a:picLocks noChangeAspect="1"/>
          </p:cNvPicPr>
          <p:nvPr/>
        </p:nvPicPr>
        <p:blipFill>
          <a:blip r:embed="rId1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81226" r="49405"/>
          <a:stretch>
            <a:fillRect/>
          </a:stretch>
        </p:blipFill>
        <p:spPr>
          <a:xfrm>
            <a:off x="7601996" y="11167956"/>
            <a:ext cx="665037" cy="329046"/>
          </a:xfrm>
          <a:prstGeom prst="rect">
            <a:avLst/>
          </a:prstGeom>
        </p:spPr>
      </p:pic>
      <p:pic>
        <p:nvPicPr>
          <p:cNvPr id="228" name="Picture 227" descr="A black object with numbers and text&#10;&#10;AI-generated content may be incorrect.">
            <a:extLst>
              <a:ext uri="{FF2B5EF4-FFF2-40B4-BE49-F238E27FC236}">
                <a16:creationId xmlns:a16="http://schemas.microsoft.com/office/drawing/2014/main" id="{8912B152-293B-B774-A46A-442E47118E12}"/>
              </a:ext>
            </a:extLst>
          </p:cNvPr>
          <p:cNvPicPr>
            <a:picLocks noChangeAspect="1"/>
          </p:cNvPicPr>
          <p:nvPr/>
        </p:nvPicPr>
        <p:blipFill>
          <a:blip r:embed="rId1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0990" y="10694108"/>
            <a:ext cx="714375" cy="666750"/>
          </a:xfrm>
          <a:prstGeom prst="rect">
            <a:avLst/>
          </a:prstGeom>
        </p:spPr>
      </p:pic>
      <p:pic>
        <p:nvPicPr>
          <p:cNvPr id="229" name="Picture 228" descr="A black and white image of a leaf&#10;&#10;AI-generated content may be incorrect.">
            <a:extLst>
              <a:ext uri="{FF2B5EF4-FFF2-40B4-BE49-F238E27FC236}">
                <a16:creationId xmlns:a16="http://schemas.microsoft.com/office/drawing/2014/main" id="{974388FD-2727-C4D4-98F5-17877B27AECE}"/>
              </a:ext>
            </a:extLst>
          </p:cNvPr>
          <p:cNvPicPr>
            <a:picLocks noChangeAspect="1"/>
          </p:cNvPicPr>
          <p:nvPr/>
        </p:nvPicPr>
        <p:blipFill>
          <a:blip r:embed="rId1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2561" y="10479796"/>
            <a:ext cx="600075" cy="1095375"/>
          </a:xfrm>
          <a:prstGeom prst="rect">
            <a:avLst/>
          </a:prstGeom>
        </p:spPr>
      </p:pic>
      <p:pic>
        <p:nvPicPr>
          <p:cNvPr id="230" name="Picture 229" descr="A bug on a white background&#10;&#10;AI-generated content may be incorrect.">
            <a:extLst>
              <a:ext uri="{FF2B5EF4-FFF2-40B4-BE49-F238E27FC236}">
                <a16:creationId xmlns:a16="http://schemas.microsoft.com/office/drawing/2014/main" id="{351CEEBB-F2F8-AA0C-016B-2EB363896DC2}"/>
              </a:ext>
            </a:extLst>
          </p:cNvPr>
          <p:cNvPicPr>
            <a:picLocks noChangeAspect="1"/>
          </p:cNvPicPr>
          <p:nvPr/>
        </p:nvPicPr>
        <p:blipFill>
          <a:blip r:embed="rId1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9832" y="10636958"/>
            <a:ext cx="657225" cy="781050"/>
          </a:xfrm>
          <a:prstGeom prst="rect">
            <a:avLst/>
          </a:prstGeom>
        </p:spPr>
      </p:pic>
      <p:pic>
        <p:nvPicPr>
          <p:cNvPr id="231" name="Picture 230" descr="A black and white image of a black oval&#10;&#10;AI-generated content may be incorrect.">
            <a:extLst>
              <a:ext uri="{FF2B5EF4-FFF2-40B4-BE49-F238E27FC236}">
                <a16:creationId xmlns:a16="http://schemas.microsoft.com/office/drawing/2014/main" id="{21F648E3-7A06-169C-8249-63A6EB3AABC3}"/>
              </a:ext>
            </a:extLst>
          </p:cNvPr>
          <p:cNvPicPr>
            <a:picLocks noChangeAspect="1"/>
          </p:cNvPicPr>
          <p:nvPr/>
        </p:nvPicPr>
        <p:blipFill>
          <a:blip r:embed="rId1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4254" y="10651246"/>
            <a:ext cx="514350" cy="752475"/>
          </a:xfrm>
          <a:prstGeom prst="rect">
            <a:avLst/>
          </a:prstGeom>
        </p:spPr>
      </p:pic>
      <p:pic>
        <p:nvPicPr>
          <p:cNvPr id="232" name="Picture 231" descr="A black and white image of a person on a white background&#10;&#10;AI-generated content may be incorrect.">
            <a:extLst>
              <a:ext uri="{FF2B5EF4-FFF2-40B4-BE49-F238E27FC236}">
                <a16:creationId xmlns:a16="http://schemas.microsoft.com/office/drawing/2014/main" id="{D6536345-A5A9-57F5-5C3A-BBB5971DCD02}"/>
              </a:ext>
            </a:extLst>
          </p:cNvPr>
          <p:cNvPicPr>
            <a:picLocks noChangeAspect="1"/>
          </p:cNvPicPr>
          <p:nvPr/>
        </p:nvPicPr>
        <p:blipFill>
          <a:blip r:embed="rId1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7411" r="664" b="29257"/>
          <a:stretch>
            <a:fillRect/>
          </a:stretch>
        </p:blipFill>
        <p:spPr>
          <a:xfrm>
            <a:off x="69612" y="11640575"/>
            <a:ext cx="539318" cy="1589041"/>
          </a:xfrm>
          <a:prstGeom prst="rect">
            <a:avLst/>
          </a:prstGeom>
        </p:spPr>
      </p:pic>
      <p:pic>
        <p:nvPicPr>
          <p:cNvPr id="233" name="Picture 232" descr="A close-up of a fish&#10;&#10;AI-generated content may be incorrect.">
            <a:extLst>
              <a:ext uri="{FF2B5EF4-FFF2-40B4-BE49-F238E27FC236}">
                <a16:creationId xmlns:a16="http://schemas.microsoft.com/office/drawing/2014/main" id="{D4E55903-EDCE-48EE-23EE-389923331CEA}"/>
              </a:ext>
            </a:extLst>
          </p:cNvPr>
          <p:cNvPicPr>
            <a:picLocks noChangeAspect="1"/>
          </p:cNvPicPr>
          <p:nvPr/>
        </p:nvPicPr>
        <p:blipFill>
          <a:blip r:embed="rId1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11" t="29172" r="27843" b="28485"/>
          <a:stretch>
            <a:fillRect/>
          </a:stretch>
        </p:blipFill>
        <p:spPr>
          <a:xfrm>
            <a:off x="2084004" y="11755932"/>
            <a:ext cx="747481" cy="1236521"/>
          </a:xfrm>
          <a:prstGeom prst="rect">
            <a:avLst/>
          </a:prstGeom>
        </p:spPr>
      </p:pic>
      <p:pic>
        <p:nvPicPr>
          <p:cNvPr id="234" name="Picture 233" descr="A black and white image of a person on a white background&#10;&#10;AI-generated content may be incorrect.">
            <a:extLst>
              <a:ext uri="{FF2B5EF4-FFF2-40B4-BE49-F238E27FC236}">
                <a16:creationId xmlns:a16="http://schemas.microsoft.com/office/drawing/2014/main" id="{471AEFA4-3752-53CC-09AA-2C9754A44D94}"/>
              </a:ext>
            </a:extLst>
          </p:cNvPr>
          <p:cNvPicPr>
            <a:picLocks noChangeAspect="1"/>
          </p:cNvPicPr>
          <p:nvPr/>
        </p:nvPicPr>
        <p:blipFill>
          <a:blip r:embed="rId1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90866" r="664"/>
          <a:stretch>
            <a:fillRect/>
          </a:stretch>
        </p:blipFill>
        <p:spPr>
          <a:xfrm>
            <a:off x="72287" y="12876366"/>
            <a:ext cx="539318" cy="334962"/>
          </a:xfrm>
          <a:prstGeom prst="rect">
            <a:avLst/>
          </a:prstGeom>
        </p:spPr>
      </p:pic>
      <p:pic>
        <p:nvPicPr>
          <p:cNvPr id="235" name="Picture 234" descr="A close-up of a fish&#10;&#10;AI-generated content may be incorrect.">
            <a:extLst>
              <a:ext uri="{FF2B5EF4-FFF2-40B4-BE49-F238E27FC236}">
                <a16:creationId xmlns:a16="http://schemas.microsoft.com/office/drawing/2014/main" id="{E20BC623-4E17-2B2D-A9EC-B26A3F872672}"/>
              </a:ext>
            </a:extLst>
          </p:cNvPr>
          <p:cNvPicPr>
            <a:picLocks noChangeAspect="1"/>
          </p:cNvPicPr>
          <p:nvPr/>
        </p:nvPicPr>
        <p:blipFill>
          <a:blip r:embed="rId1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91364" r="52653" b="-2532"/>
          <a:stretch>
            <a:fillRect/>
          </a:stretch>
        </p:blipFill>
        <p:spPr>
          <a:xfrm>
            <a:off x="2024575" y="12770054"/>
            <a:ext cx="747481" cy="326127"/>
          </a:xfrm>
          <a:prstGeom prst="rect">
            <a:avLst/>
          </a:prstGeom>
        </p:spPr>
      </p:pic>
      <p:pic>
        <p:nvPicPr>
          <p:cNvPr id="236" name="Picture 235" descr="A black and white object&#10;&#10;AI-generated content may be incorrect.">
            <a:extLst>
              <a:ext uri="{FF2B5EF4-FFF2-40B4-BE49-F238E27FC236}">
                <a16:creationId xmlns:a16="http://schemas.microsoft.com/office/drawing/2014/main" id="{CB2059C9-712D-9A43-A447-AC48D2D554C5}"/>
              </a:ext>
            </a:extLst>
          </p:cNvPr>
          <p:cNvPicPr>
            <a:picLocks noChangeAspect="1"/>
          </p:cNvPicPr>
          <p:nvPr/>
        </p:nvPicPr>
        <p:blipFill>
          <a:blip r:embed="rId1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356"/>
          <a:stretch>
            <a:fillRect/>
          </a:stretch>
        </p:blipFill>
        <p:spPr>
          <a:xfrm>
            <a:off x="4514602" y="11877019"/>
            <a:ext cx="914400" cy="1168051"/>
          </a:xfrm>
          <a:prstGeom prst="rect">
            <a:avLst/>
          </a:prstGeom>
        </p:spPr>
      </p:pic>
      <p:pic>
        <p:nvPicPr>
          <p:cNvPr id="237" name="Picture 236" descr="A close up of a cup&#10;&#10;AI-generated content may be incorrect.">
            <a:extLst>
              <a:ext uri="{FF2B5EF4-FFF2-40B4-BE49-F238E27FC236}">
                <a16:creationId xmlns:a16="http://schemas.microsoft.com/office/drawing/2014/main" id="{C2B21554-9EF1-906B-78AB-AFBEB1D489E4}"/>
              </a:ext>
            </a:extLst>
          </p:cNvPr>
          <p:cNvPicPr>
            <a:picLocks noChangeAspect="1"/>
          </p:cNvPicPr>
          <p:nvPr/>
        </p:nvPicPr>
        <p:blipFill>
          <a:blip r:embed="rId1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29"/>
          <a:stretch>
            <a:fillRect/>
          </a:stretch>
        </p:blipFill>
        <p:spPr>
          <a:xfrm>
            <a:off x="3887056" y="11675409"/>
            <a:ext cx="590550" cy="1506747"/>
          </a:xfrm>
          <a:prstGeom prst="rect">
            <a:avLst/>
          </a:prstGeom>
        </p:spPr>
      </p:pic>
      <p:pic>
        <p:nvPicPr>
          <p:cNvPr id="238" name="Picture 237" descr="A black circle with a white background&#10;&#10;AI-generated content may be incorrect.">
            <a:extLst>
              <a:ext uri="{FF2B5EF4-FFF2-40B4-BE49-F238E27FC236}">
                <a16:creationId xmlns:a16="http://schemas.microsoft.com/office/drawing/2014/main" id="{577D0F2B-646F-585E-DBEA-9A638A01F860}"/>
              </a:ext>
            </a:extLst>
          </p:cNvPr>
          <p:cNvPicPr>
            <a:picLocks noChangeAspect="1"/>
          </p:cNvPicPr>
          <p:nvPr/>
        </p:nvPicPr>
        <p:blipFill>
          <a:blip r:embed="rId1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84" r="25634"/>
          <a:stretch>
            <a:fillRect/>
          </a:stretch>
        </p:blipFill>
        <p:spPr>
          <a:xfrm>
            <a:off x="5341855" y="11660887"/>
            <a:ext cx="722507" cy="1426612"/>
          </a:xfrm>
          <a:prstGeom prst="rect">
            <a:avLst/>
          </a:prstGeom>
        </p:spPr>
      </p:pic>
      <p:pic>
        <p:nvPicPr>
          <p:cNvPr id="239" name="Picture 238" descr="A black insect on a white background&#10;&#10;AI-generated content may be incorrect.">
            <a:extLst>
              <a:ext uri="{FF2B5EF4-FFF2-40B4-BE49-F238E27FC236}">
                <a16:creationId xmlns:a16="http://schemas.microsoft.com/office/drawing/2014/main" id="{52AB9BBF-1DF1-B578-70CC-AE27E7893051}"/>
              </a:ext>
            </a:extLst>
          </p:cNvPr>
          <p:cNvPicPr>
            <a:picLocks noChangeAspect="1"/>
          </p:cNvPicPr>
          <p:nvPr/>
        </p:nvPicPr>
        <p:blipFill>
          <a:blip r:embed="rId1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11" r="22941"/>
          <a:stretch>
            <a:fillRect/>
          </a:stretch>
        </p:blipFill>
        <p:spPr>
          <a:xfrm>
            <a:off x="3068256" y="11660887"/>
            <a:ext cx="836746" cy="1313516"/>
          </a:xfrm>
          <a:prstGeom prst="rect">
            <a:avLst/>
          </a:prstGeom>
        </p:spPr>
      </p:pic>
      <p:pic>
        <p:nvPicPr>
          <p:cNvPr id="240" name="Picture 239" descr="A close up of a cup&#10;&#10;AI-generated content may be incorrect.">
            <a:extLst>
              <a:ext uri="{FF2B5EF4-FFF2-40B4-BE49-F238E27FC236}">
                <a16:creationId xmlns:a16="http://schemas.microsoft.com/office/drawing/2014/main" id="{86699AAA-6DFC-695A-C5A2-941A1EEF4305}"/>
              </a:ext>
            </a:extLst>
          </p:cNvPr>
          <p:cNvPicPr>
            <a:picLocks noChangeAspect="1"/>
          </p:cNvPicPr>
          <p:nvPr/>
        </p:nvPicPr>
        <p:blipFill>
          <a:blip r:embed="rId1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308"/>
          <a:stretch>
            <a:fillRect/>
          </a:stretch>
        </p:blipFill>
        <p:spPr>
          <a:xfrm>
            <a:off x="3875437" y="12886881"/>
            <a:ext cx="590550" cy="295275"/>
          </a:xfrm>
          <a:prstGeom prst="rect">
            <a:avLst/>
          </a:prstGeom>
        </p:spPr>
      </p:pic>
      <p:pic>
        <p:nvPicPr>
          <p:cNvPr id="241" name="Picture 240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CF43D786-14CC-1D1F-74D0-2E2E383ED4BD}"/>
              </a:ext>
            </a:extLst>
          </p:cNvPr>
          <p:cNvPicPr>
            <a:picLocks noChangeAspect="1"/>
          </p:cNvPicPr>
          <p:nvPr/>
        </p:nvPicPr>
        <p:blipFill>
          <a:blip r:embed="rId1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58" r="21938" b="26551"/>
          <a:stretch>
            <a:fillRect/>
          </a:stretch>
        </p:blipFill>
        <p:spPr>
          <a:xfrm>
            <a:off x="6163331" y="11761791"/>
            <a:ext cx="1048390" cy="1414054"/>
          </a:xfrm>
          <a:prstGeom prst="rect">
            <a:avLst/>
          </a:prstGeom>
        </p:spPr>
      </p:pic>
      <p:pic>
        <p:nvPicPr>
          <p:cNvPr id="242" name="Picture 241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35729C14-9DF2-A7AB-75FC-7CE5EEFC8C8C}"/>
              </a:ext>
            </a:extLst>
          </p:cNvPr>
          <p:cNvPicPr>
            <a:picLocks noChangeAspect="1"/>
          </p:cNvPicPr>
          <p:nvPr/>
        </p:nvPicPr>
        <p:blipFill>
          <a:blip r:embed="rId1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193" r="21938"/>
          <a:stretch>
            <a:fillRect/>
          </a:stretch>
        </p:blipFill>
        <p:spPr>
          <a:xfrm>
            <a:off x="6165608" y="12863559"/>
            <a:ext cx="1048390" cy="312286"/>
          </a:xfrm>
          <a:prstGeom prst="rect">
            <a:avLst/>
          </a:prstGeom>
        </p:spPr>
      </p:pic>
      <p:pic>
        <p:nvPicPr>
          <p:cNvPr id="243" name="Picture 242" descr="A black and white image of a bird&#10;&#10;AI-generated content may be incorrect.">
            <a:extLst>
              <a:ext uri="{FF2B5EF4-FFF2-40B4-BE49-F238E27FC236}">
                <a16:creationId xmlns:a16="http://schemas.microsoft.com/office/drawing/2014/main" id="{51B4F4F2-AECA-2CE6-CB8C-C06286796D48}"/>
              </a:ext>
            </a:extLst>
          </p:cNvPr>
          <p:cNvPicPr>
            <a:picLocks noChangeAspect="1"/>
          </p:cNvPicPr>
          <p:nvPr/>
        </p:nvPicPr>
        <p:blipFill>
          <a:blip r:embed="rId1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42" b="27561"/>
          <a:stretch>
            <a:fillRect/>
          </a:stretch>
        </p:blipFill>
        <p:spPr>
          <a:xfrm>
            <a:off x="9171007" y="11870285"/>
            <a:ext cx="685800" cy="1142129"/>
          </a:xfrm>
          <a:prstGeom prst="rect">
            <a:avLst/>
          </a:prstGeom>
        </p:spPr>
      </p:pic>
      <p:pic>
        <p:nvPicPr>
          <p:cNvPr id="244" name="Picture 243" descr="A black object with a white background&#10;&#10;AI-generated content may be incorrect.">
            <a:extLst>
              <a:ext uri="{FF2B5EF4-FFF2-40B4-BE49-F238E27FC236}">
                <a16:creationId xmlns:a16="http://schemas.microsoft.com/office/drawing/2014/main" id="{712F4E24-5F10-EE59-4CC8-3A87F4642786}"/>
              </a:ext>
            </a:extLst>
          </p:cNvPr>
          <p:cNvPicPr>
            <a:picLocks noChangeAspect="1"/>
          </p:cNvPicPr>
          <p:nvPr/>
        </p:nvPicPr>
        <p:blipFill>
          <a:blip r:embed="rId1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80" r="22784"/>
          <a:stretch>
            <a:fillRect/>
          </a:stretch>
        </p:blipFill>
        <p:spPr>
          <a:xfrm>
            <a:off x="10657315" y="11907105"/>
            <a:ext cx="728124" cy="1277025"/>
          </a:xfrm>
          <a:prstGeom prst="rect">
            <a:avLst/>
          </a:prstGeom>
        </p:spPr>
      </p:pic>
      <p:pic>
        <p:nvPicPr>
          <p:cNvPr id="245" name="Picture 244" descr="A black object on a white background&#10;&#10;AI-generated content may be incorrect.">
            <a:extLst>
              <a:ext uri="{FF2B5EF4-FFF2-40B4-BE49-F238E27FC236}">
                <a16:creationId xmlns:a16="http://schemas.microsoft.com/office/drawing/2014/main" id="{02458A60-9B44-0B2D-CBE3-43600581829C}"/>
              </a:ext>
            </a:extLst>
          </p:cNvPr>
          <p:cNvPicPr>
            <a:picLocks noChangeAspect="1"/>
          </p:cNvPicPr>
          <p:nvPr/>
        </p:nvPicPr>
        <p:blipFill>
          <a:blip r:embed="rId1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23"/>
          <a:stretch>
            <a:fillRect/>
          </a:stretch>
        </p:blipFill>
        <p:spPr>
          <a:xfrm>
            <a:off x="11533089" y="11680830"/>
            <a:ext cx="600075" cy="1501477"/>
          </a:xfrm>
          <a:prstGeom prst="rect">
            <a:avLst/>
          </a:prstGeom>
        </p:spPr>
      </p:pic>
      <p:pic>
        <p:nvPicPr>
          <p:cNvPr id="246" name="Picture 245" descr="A close-up of a black object&#10;&#10;AI-generated content may be incorrect.">
            <a:extLst>
              <a:ext uri="{FF2B5EF4-FFF2-40B4-BE49-F238E27FC236}">
                <a16:creationId xmlns:a16="http://schemas.microsoft.com/office/drawing/2014/main" id="{E7ADD8EA-91AA-B80C-3C23-942FE88378A4}"/>
              </a:ext>
            </a:extLst>
          </p:cNvPr>
          <p:cNvPicPr>
            <a:picLocks noChangeAspect="1"/>
          </p:cNvPicPr>
          <p:nvPr/>
        </p:nvPicPr>
        <p:blipFill>
          <a:blip r:embed="rId1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5314" y="11725045"/>
            <a:ext cx="514350" cy="1295400"/>
          </a:xfrm>
          <a:prstGeom prst="rect">
            <a:avLst/>
          </a:prstGeom>
        </p:spPr>
      </p:pic>
      <p:pic>
        <p:nvPicPr>
          <p:cNvPr id="247" name="Picture 246" descr="A black and white image of a bird&#10;&#10;AI-generated content may be incorrect.">
            <a:extLst>
              <a:ext uri="{FF2B5EF4-FFF2-40B4-BE49-F238E27FC236}">
                <a16:creationId xmlns:a16="http://schemas.microsoft.com/office/drawing/2014/main" id="{02302C49-8A3C-4C4E-BF99-A5C1602DE315}"/>
              </a:ext>
            </a:extLst>
          </p:cNvPr>
          <p:cNvPicPr>
            <a:picLocks noChangeAspect="1"/>
          </p:cNvPicPr>
          <p:nvPr/>
        </p:nvPicPr>
        <p:blipFill>
          <a:blip r:embed="rId1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556"/>
          <a:stretch>
            <a:fillRect/>
          </a:stretch>
        </p:blipFill>
        <p:spPr>
          <a:xfrm>
            <a:off x="9158910" y="12650473"/>
            <a:ext cx="685800" cy="331657"/>
          </a:xfrm>
          <a:prstGeom prst="rect">
            <a:avLst/>
          </a:prstGeom>
        </p:spPr>
      </p:pic>
      <p:sp>
        <p:nvSpPr>
          <p:cNvPr id="248" name="TextBox 247">
            <a:extLst>
              <a:ext uri="{FF2B5EF4-FFF2-40B4-BE49-F238E27FC236}">
                <a16:creationId xmlns:a16="http://schemas.microsoft.com/office/drawing/2014/main" id="{57323F04-7C0E-8E22-27CC-F3D04CA7D499}"/>
              </a:ext>
            </a:extLst>
          </p:cNvPr>
          <p:cNvSpPr txBox="1"/>
          <p:nvPr/>
        </p:nvSpPr>
        <p:spPr>
          <a:xfrm>
            <a:off x="9146157" y="11635174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EC7727"/>
                </a:solidFill>
              </a:rPr>
              <a:t>like_Copepoda</a:t>
            </a:r>
            <a:endParaRPr lang="en-US" sz="1200" b="1" dirty="0">
              <a:solidFill>
                <a:srgbClr val="EC7727"/>
              </a:solidFill>
            </a:endParaRP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C8E5958C-E130-99DB-7E0A-43F9C21FA155}"/>
              </a:ext>
            </a:extLst>
          </p:cNvPr>
          <p:cNvSpPr txBox="1"/>
          <p:nvPr/>
        </p:nvSpPr>
        <p:spPr>
          <a:xfrm>
            <a:off x="6098156" y="11629868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EC7727"/>
                </a:solidFill>
              </a:rPr>
              <a:t>Eucalanidae</a:t>
            </a:r>
            <a:endParaRPr lang="en-US" sz="1200" b="1" dirty="0">
              <a:solidFill>
                <a:srgbClr val="EC7727"/>
              </a:solidFill>
            </a:endParaRP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BC05CD7F-EE68-3732-6A03-B822FAD90D82}"/>
              </a:ext>
            </a:extLst>
          </p:cNvPr>
          <p:cNvSpPr txBox="1"/>
          <p:nvPr/>
        </p:nvSpPr>
        <p:spPr>
          <a:xfrm>
            <a:off x="3033588" y="11629559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EC7727"/>
                </a:solidFill>
              </a:rPr>
              <a:t>Copepoda_Maxillopoda</a:t>
            </a:r>
            <a:endParaRPr lang="en-US" sz="1200" b="1" dirty="0">
              <a:solidFill>
                <a:srgbClr val="EC7727"/>
              </a:solidFill>
            </a:endParaRPr>
          </a:p>
        </p:txBody>
      </p:sp>
      <p:pic>
        <p:nvPicPr>
          <p:cNvPr id="251" name="Picture 250" descr="A black leaf on a white background&#10;&#10;AI-generated content may be incorrect.">
            <a:extLst>
              <a:ext uri="{FF2B5EF4-FFF2-40B4-BE49-F238E27FC236}">
                <a16:creationId xmlns:a16="http://schemas.microsoft.com/office/drawing/2014/main" id="{245193A1-2615-C4FF-7AEB-CE60CBC81EC5}"/>
              </a:ext>
            </a:extLst>
          </p:cNvPr>
          <p:cNvPicPr>
            <a:picLocks noChangeAspect="1"/>
          </p:cNvPicPr>
          <p:nvPr/>
        </p:nvPicPr>
        <p:blipFill>
          <a:blip r:embed="rId1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52"/>
          <a:stretch>
            <a:fillRect/>
          </a:stretch>
        </p:blipFill>
        <p:spPr>
          <a:xfrm>
            <a:off x="42027" y="13303400"/>
            <a:ext cx="742950" cy="1025473"/>
          </a:xfrm>
          <a:prstGeom prst="rect">
            <a:avLst/>
          </a:prstGeom>
        </p:spPr>
      </p:pic>
      <p:pic>
        <p:nvPicPr>
          <p:cNvPr id="252" name="Picture 251" descr="A black and white image of a leaf&#10;&#10;AI-generated content may be incorrect.">
            <a:extLst>
              <a:ext uri="{FF2B5EF4-FFF2-40B4-BE49-F238E27FC236}">
                <a16:creationId xmlns:a16="http://schemas.microsoft.com/office/drawing/2014/main" id="{772987E5-23E5-82D0-0B9E-8D1BD1323042}"/>
              </a:ext>
            </a:extLst>
          </p:cNvPr>
          <p:cNvPicPr>
            <a:picLocks noChangeAspect="1"/>
          </p:cNvPicPr>
          <p:nvPr/>
        </p:nvPicPr>
        <p:blipFill>
          <a:blip r:embed="rId1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4405" y="13297024"/>
            <a:ext cx="485775" cy="1038225"/>
          </a:xfrm>
          <a:prstGeom prst="rect">
            <a:avLst/>
          </a:prstGeom>
        </p:spPr>
      </p:pic>
      <p:pic>
        <p:nvPicPr>
          <p:cNvPr id="253" name="Picture 252" descr="A black object with text&#10;&#10;AI-generated content may be incorrect.">
            <a:extLst>
              <a:ext uri="{FF2B5EF4-FFF2-40B4-BE49-F238E27FC236}">
                <a16:creationId xmlns:a16="http://schemas.microsoft.com/office/drawing/2014/main" id="{C4E62ECE-85E8-BF14-3333-E45F689393FD}"/>
              </a:ext>
            </a:extLst>
          </p:cNvPr>
          <p:cNvPicPr>
            <a:picLocks noChangeAspect="1"/>
          </p:cNvPicPr>
          <p:nvPr/>
        </p:nvPicPr>
        <p:blipFill>
          <a:blip r:embed="rId1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376"/>
          <a:stretch>
            <a:fillRect/>
          </a:stretch>
        </p:blipFill>
        <p:spPr>
          <a:xfrm>
            <a:off x="2218418" y="13311311"/>
            <a:ext cx="613067" cy="1009650"/>
          </a:xfrm>
          <a:prstGeom prst="rect">
            <a:avLst/>
          </a:prstGeom>
        </p:spPr>
      </p:pic>
      <p:pic>
        <p:nvPicPr>
          <p:cNvPr id="254" name="Picture 253" descr="A black object on a white background&#10;&#10;AI-generated content may be incorrect.">
            <a:extLst>
              <a:ext uri="{FF2B5EF4-FFF2-40B4-BE49-F238E27FC236}">
                <a16:creationId xmlns:a16="http://schemas.microsoft.com/office/drawing/2014/main" id="{3A86C0E2-0F1D-E507-962F-C67A0DBE6FC0}"/>
              </a:ext>
            </a:extLst>
          </p:cNvPr>
          <p:cNvPicPr>
            <a:picLocks noChangeAspect="1"/>
          </p:cNvPicPr>
          <p:nvPr/>
        </p:nvPicPr>
        <p:blipFill>
          <a:blip r:embed="rId1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530"/>
          <a:stretch>
            <a:fillRect/>
          </a:stretch>
        </p:blipFill>
        <p:spPr>
          <a:xfrm>
            <a:off x="853216" y="13425611"/>
            <a:ext cx="742950" cy="781050"/>
          </a:xfrm>
          <a:prstGeom prst="rect">
            <a:avLst/>
          </a:prstGeom>
        </p:spPr>
      </p:pic>
      <p:sp>
        <p:nvSpPr>
          <p:cNvPr id="255" name="TextBox 254">
            <a:extLst>
              <a:ext uri="{FF2B5EF4-FFF2-40B4-BE49-F238E27FC236}">
                <a16:creationId xmlns:a16="http://schemas.microsoft.com/office/drawing/2014/main" id="{68BCA108-829F-9CDB-C458-418241A352FA}"/>
              </a:ext>
            </a:extLst>
          </p:cNvPr>
          <p:cNvSpPr txBox="1"/>
          <p:nvPr/>
        </p:nvSpPr>
        <p:spPr>
          <a:xfrm>
            <a:off x="339" y="13258876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EC7727"/>
                </a:solidFill>
              </a:rPr>
              <a:t>Ostracoda</a:t>
            </a: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479FD34B-8F84-F940-B2F8-1C40D63528CC}"/>
              </a:ext>
            </a:extLst>
          </p:cNvPr>
          <p:cNvSpPr/>
          <p:nvPr/>
        </p:nvSpPr>
        <p:spPr>
          <a:xfrm>
            <a:off x="3048000" y="10267784"/>
            <a:ext cx="3048000" cy="135815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1A42D13F-4959-DB10-BBD2-46AEB96FC86D}"/>
              </a:ext>
            </a:extLst>
          </p:cNvPr>
          <p:cNvSpPr txBox="1"/>
          <p:nvPr/>
        </p:nvSpPr>
        <p:spPr>
          <a:xfrm>
            <a:off x="7021" y="14404585"/>
            <a:ext cx="12201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6C2A9D"/>
                </a:solidFill>
              </a:rPr>
              <a:t>h: Gelatinous</a:t>
            </a:r>
          </a:p>
        </p:txBody>
      </p:sp>
      <p:pic>
        <p:nvPicPr>
          <p:cNvPr id="258" name="Picture 257">
            <a:extLst>
              <a:ext uri="{FF2B5EF4-FFF2-40B4-BE49-F238E27FC236}">
                <a16:creationId xmlns:a16="http://schemas.microsoft.com/office/drawing/2014/main" id="{BC2F1A58-B5D3-6DBD-D4D5-32EF783C7ABD}"/>
              </a:ext>
            </a:extLst>
          </p:cNvPr>
          <p:cNvPicPr>
            <a:picLocks noChangeAspect="1"/>
          </p:cNvPicPr>
          <p:nvPr/>
        </p:nvPicPr>
        <p:blipFill>
          <a:blip r:embed="rId1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79" t="28851" r="8749" b="30261"/>
          <a:stretch>
            <a:fillRect/>
          </a:stretch>
        </p:blipFill>
        <p:spPr>
          <a:xfrm>
            <a:off x="2106257" y="15139161"/>
            <a:ext cx="929494" cy="1288563"/>
          </a:xfrm>
          <a:prstGeom prst="rect">
            <a:avLst/>
          </a:prstGeom>
        </p:spPr>
      </p:pic>
      <p:sp>
        <p:nvSpPr>
          <p:cNvPr id="260" name="Rectangle 259">
            <a:extLst>
              <a:ext uri="{FF2B5EF4-FFF2-40B4-BE49-F238E27FC236}">
                <a16:creationId xmlns:a16="http://schemas.microsoft.com/office/drawing/2014/main" id="{C59FF9E2-FFB7-FBEB-E1B1-DDBB28E12A6F}"/>
              </a:ext>
            </a:extLst>
          </p:cNvPr>
          <p:cNvSpPr/>
          <p:nvPr/>
        </p:nvSpPr>
        <p:spPr>
          <a:xfrm>
            <a:off x="0" y="14784656"/>
            <a:ext cx="3048000" cy="1758766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05C9B9B0-5871-E965-4AFA-99A3F6C6F619}"/>
              </a:ext>
            </a:extLst>
          </p:cNvPr>
          <p:cNvSpPr/>
          <p:nvPr/>
        </p:nvSpPr>
        <p:spPr>
          <a:xfrm>
            <a:off x="3048000" y="14784656"/>
            <a:ext cx="3048000" cy="1758766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3BE3D187-1AB0-835A-55CB-B1405DF832CC}"/>
              </a:ext>
            </a:extLst>
          </p:cNvPr>
          <p:cNvSpPr/>
          <p:nvPr/>
        </p:nvSpPr>
        <p:spPr>
          <a:xfrm>
            <a:off x="9144000" y="14784656"/>
            <a:ext cx="3048000" cy="1758766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A79A5B5C-3A3A-DB51-619B-8A89BBCA33DD}"/>
              </a:ext>
            </a:extLst>
          </p:cNvPr>
          <p:cNvSpPr/>
          <p:nvPr/>
        </p:nvSpPr>
        <p:spPr>
          <a:xfrm>
            <a:off x="9144000" y="16542206"/>
            <a:ext cx="3048000" cy="1248310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F9F24903-F389-8F26-38F8-B72663C21376}"/>
              </a:ext>
            </a:extLst>
          </p:cNvPr>
          <p:cNvSpPr/>
          <p:nvPr/>
        </p:nvSpPr>
        <p:spPr>
          <a:xfrm>
            <a:off x="6096333" y="17785993"/>
            <a:ext cx="3048000" cy="1909709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03AEE072-7579-C107-7650-14EA9DF79E80}"/>
              </a:ext>
            </a:extLst>
          </p:cNvPr>
          <p:cNvSpPr txBox="1"/>
          <p:nvPr/>
        </p:nvSpPr>
        <p:spPr>
          <a:xfrm>
            <a:off x="3038502" y="14784655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6C2A9D"/>
                </a:solidFill>
              </a:rPr>
              <a:t>Doliolida</a:t>
            </a:r>
            <a:endParaRPr lang="en-US" sz="1200" b="1" dirty="0">
              <a:solidFill>
                <a:srgbClr val="6C2A9D"/>
              </a:solidFill>
            </a:endParaRP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1D07BF7B-C3C4-B339-FC1D-1D7A237B3A30}"/>
              </a:ext>
            </a:extLst>
          </p:cNvPr>
          <p:cNvSpPr txBox="1"/>
          <p:nvPr/>
        </p:nvSpPr>
        <p:spPr>
          <a:xfrm>
            <a:off x="3033588" y="16547126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6C2A9D"/>
                </a:solidFill>
              </a:rPr>
              <a:t>Siphonophorae</a:t>
            </a:r>
            <a:endParaRPr lang="en-US" sz="1200" b="1" dirty="0">
              <a:solidFill>
                <a:srgbClr val="6C2A9D"/>
              </a:solidFill>
            </a:endParaRP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723D2DEB-2103-395E-F2E2-AD19F8DFB7D6}"/>
              </a:ext>
            </a:extLst>
          </p:cNvPr>
          <p:cNvSpPr txBox="1"/>
          <p:nvPr/>
        </p:nvSpPr>
        <p:spPr>
          <a:xfrm>
            <a:off x="6103070" y="14784964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6C2A9D"/>
                </a:solidFill>
              </a:rPr>
              <a:t>Salpida</a:t>
            </a:r>
            <a:endParaRPr lang="en-US" sz="1200" b="1" dirty="0">
              <a:solidFill>
                <a:srgbClr val="6C2A9D"/>
              </a:solidFill>
            </a:endParaRP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5B864274-CB2C-999E-62FE-F21E99137A45}"/>
              </a:ext>
            </a:extLst>
          </p:cNvPr>
          <p:cNvSpPr txBox="1"/>
          <p:nvPr/>
        </p:nvSpPr>
        <p:spPr>
          <a:xfrm>
            <a:off x="3048340" y="17810581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6C2A9D"/>
                </a:solidFill>
              </a:rPr>
              <a:t>Ctenophora_Metazoa</a:t>
            </a:r>
            <a:endParaRPr lang="en-US" sz="1200" b="1" dirty="0">
              <a:solidFill>
                <a:srgbClr val="6C2A9D"/>
              </a:solidFill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A4FE9759-82AF-9B5F-D7DF-F442E19C89B5}"/>
              </a:ext>
            </a:extLst>
          </p:cNvPr>
          <p:cNvSpPr txBox="1"/>
          <p:nvPr/>
        </p:nvSpPr>
        <p:spPr>
          <a:xfrm>
            <a:off x="6112908" y="17810890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6C2A9D"/>
                </a:solidFill>
              </a:rPr>
              <a:t>t005</a:t>
            </a:r>
          </a:p>
        </p:txBody>
      </p:sp>
      <p:pic>
        <p:nvPicPr>
          <p:cNvPr id="275" name="Picture 274">
            <a:extLst>
              <a:ext uri="{FF2B5EF4-FFF2-40B4-BE49-F238E27FC236}">
                <a16:creationId xmlns:a16="http://schemas.microsoft.com/office/drawing/2014/main" id="{6A36DE20-575D-4FE5-B49D-AD8F73A2329A}"/>
              </a:ext>
            </a:extLst>
          </p:cNvPr>
          <p:cNvPicPr>
            <a:picLocks noChangeAspect="1"/>
          </p:cNvPicPr>
          <p:nvPr/>
        </p:nvPicPr>
        <p:blipFill>
          <a:blip r:embed="rId1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53" t="27658" r="28700" b="27225"/>
          <a:stretch>
            <a:fillRect/>
          </a:stretch>
        </p:blipFill>
        <p:spPr>
          <a:xfrm>
            <a:off x="1203655" y="14959139"/>
            <a:ext cx="911967" cy="1405134"/>
          </a:xfrm>
          <a:prstGeom prst="rect">
            <a:avLst/>
          </a:prstGeom>
        </p:spPr>
      </p:pic>
      <p:pic>
        <p:nvPicPr>
          <p:cNvPr id="276" name="Picture 275">
            <a:extLst>
              <a:ext uri="{FF2B5EF4-FFF2-40B4-BE49-F238E27FC236}">
                <a16:creationId xmlns:a16="http://schemas.microsoft.com/office/drawing/2014/main" id="{E2C63F04-6F5C-0D6B-621E-91AE467935BD}"/>
              </a:ext>
            </a:extLst>
          </p:cNvPr>
          <p:cNvPicPr>
            <a:picLocks noChangeAspect="1"/>
          </p:cNvPicPr>
          <p:nvPr/>
        </p:nvPicPr>
        <p:blipFill>
          <a:blip r:embed="rId1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52" r="10064" b="24266"/>
          <a:stretch>
            <a:fillRect/>
          </a:stretch>
        </p:blipFill>
        <p:spPr>
          <a:xfrm>
            <a:off x="35140" y="14813254"/>
            <a:ext cx="1162853" cy="1697239"/>
          </a:xfrm>
          <a:prstGeom prst="rect">
            <a:avLst/>
          </a:prstGeom>
        </p:spPr>
      </p:pic>
      <p:pic>
        <p:nvPicPr>
          <p:cNvPr id="277" name="Picture 276">
            <a:extLst>
              <a:ext uri="{FF2B5EF4-FFF2-40B4-BE49-F238E27FC236}">
                <a16:creationId xmlns:a16="http://schemas.microsoft.com/office/drawing/2014/main" id="{685273FE-6C57-21F3-6958-29A8554BC9C0}"/>
              </a:ext>
            </a:extLst>
          </p:cNvPr>
          <p:cNvPicPr>
            <a:picLocks noChangeAspect="1"/>
          </p:cNvPicPr>
          <p:nvPr/>
        </p:nvPicPr>
        <p:blipFill>
          <a:blip r:embed="rId1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9" r="58052" b="36"/>
          <a:stretch>
            <a:fillRect/>
          </a:stretch>
        </p:blipFill>
        <p:spPr>
          <a:xfrm>
            <a:off x="1201845" y="16171960"/>
            <a:ext cx="911967" cy="306625"/>
          </a:xfrm>
          <a:prstGeom prst="rect">
            <a:avLst/>
          </a:prstGeom>
        </p:spPr>
      </p:pic>
      <p:pic>
        <p:nvPicPr>
          <p:cNvPr id="278" name="Picture 277">
            <a:extLst>
              <a:ext uri="{FF2B5EF4-FFF2-40B4-BE49-F238E27FC236}">
                <a16:creationId xmlns:a16="http://schemas.microsoft.com/office/drawing/2014/main" id="{C6312A25-31D4-31C8-D93A-74FA4538923C}"/>
              </a:ext>
            </a:extLst>
          </p:cNvPr>
          <p:cNvPicPr>
            <a:picLocks noChangeAspect="1"/>
          </p:cNvPicPr>
          <p:nvPr/>
        </p:nvPicPr>
        <p:blipFill>
          <a:blip r:embed="rId1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480" r="38816" b="-306"/>
          <a:stretch>
            <a:fillRect/>
          </a:stretch>
        </p:blipFill>
        <p:spPr>
          <a:xfrm>
            <a:off x="11655" y="16364272"/>
            <a:ext cx="1162851" cy="152992"/>
          </a:xfrm>
          <a:prstGeom prst="rect">
            <a:avLst/>
          </a:prstGeom>
        </p:spPr>
      </p:pic>
      <p:pic>
        <p:nvPicPr>
          <p:cNvPr id="279" name="Picture 278">
            <a:extLst>
              <a:ext uri="{FF2B5EF4-FFF2-40B4-BE49-F238E27FC236}">
                <a16:creationId xmlns:a16="http://schemas.microsoft.com/office/drawing/2014/main" id="{693DA337-4190-213B-CF98-45C6E7E494DC}"/>
              </a:ext>
            </a:extLst>
          </p:cNvPr>
          <p:cNvPicPr>
            <a:picLocks noChangeAspect="1"/>
          </p:cNvPicPr>
          <p:nvPr/>
        </p:nvPicPr>
        <p:blipFill>
          <a:blip r:embed="rId1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441" r="49529" b="-168"/>
          <a:stretch>
            <a:fillRect/>
          </a:stretch>
        </p:blipFill>
        <p:spPr>
          <a:xfrm>
            <a:off x="2107026" y="16233251"/>
            <a:ext cx="929491" cy="180491"/>
          </a:xfrm>
          <a:prstGeom prst="rect">
            <a:avLst/>
          </a:prstGeom>
        </p:spPr>
      </p:pic>
      <p:sp>
        <p:nvSpPr>
          <p:cNvPr id="280" name="TextBox 279">
            <a:extLst>
              <a:ext uri="{FF2B5EF4-FFF2-40B4-BE49-F238E27FC236}">
                <a16:creationId xmlns:a16="http://schemas.microsoft.com/office/drawing/2014/main" id="{632A1849-0FB2-ED30-581C-C675298A3EA7}"/>
              </a:ext>
            </a:extLst>
          </p:cNvPr>
          <p:cNvSpPr txBox="1"/>
          <p:nvPr/>
        </p:nvSpPr>
        <p:spPr>
          <a:xfrm>
            <a:off x="-9499" y="14779349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6C2A9D"/>
                </a:solidFill>
              </a:rPr>
              <a:t>house</a:t>
            </a:r>
          </a:p>
        </p:txBody>
      </p:sp>
      <p:pic>
        <p:nvPicPr>
          <p:cNvPr id="281" name="Picture 280">
            <a:extLst>
              <a:ext uri="{FF2B5EF4-FFF2-40B4-BE49-F238E27FC236}">
                <a16:creationId xmlns:a16="http://schemas.microsoft.com/office/drawing/2014/main" id="{4AEBC903-3945-0AD7-E671-7C916040E846}"/>
              </a:ext>
            </a:extLst>
          </p:cNvPr>
          <p:cNvPicPr>
            <a:picLocks noChangeAspect="1"/>
          </p:cNvPicPr>
          <p:nvPr/>
        </p:nvPicPr>
        <p:blipFill>
          <a:blip r:embed="rId1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66" b="34246"/>
          <a:stretch>
            <a:fillRect/>
          </a:stretch>
        </p:blipFill>
        <p:spPr>
          <a:xfrm rot="5400000">
            <a:off x="4125405" y="14638645"/>
            <a:ext cx="914400" cy="1650153"/>
          </a:xfrm>
          <a:prstGeom prst="rect">
            <a:avLst/>
          </a:prstGeom>
        </p:spPr>
      </p:pic>
      <p:pic>
        <p:nvPicPr>
          <p:cNvPr id="282" name="Picture 281">
            <a:extLst>
              <a:ext uri="{FF2B5EF4-FFF2-40B4-BE49-F238E27FC236}">
                <a16:creationId xmlns:a16="http://schemas.microsoft.com/office/drawing/2014/main" id="{A96D23AE-FB39-190D-0447-9EBF8E5D3A4D}"/>
              </a:ext>
            </a:extLst>
          </p:cNvPr>
          <p:cNvPicPr>
            <a:picLocks noChangeAspect="1"/>
          </p:cNvPicPr>
          <p:nvPr/>
        </p:nvPicPr>
        <p:blipFill>
          <a:blip r:embed="rId1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230"/>
          <a:stretch>
            <a:fillRect/>
          </a:stretch>
        </p:blipFill>
        <p:spPr>
          <a:xfrm>
            <a:off x="3758542" y="15956505"/>
            <a:ext cx="914400" cy="375045"/>
          </a:xfrm>
          <a:prstGeom prst="rect">
            <a:avLst/>
          </a:prstGeom>
        </p:spPr>
      </p:pic>
      <p:pic>
        <p:nvPicPr>
          <p:cNvPr id="283" name="Picture 282">
            <a:extLst>
              <a:ext uri="{FF2B5EF4-FFF2-40B4-BE49-F238E27FC236}">
                <a16:creationId xmlns:a16="http://schemas.microsoft.com/office/drawing/2014/main" id="{6F88840B-662A-9198-3CCE-9D8009BD97EB}"/>
              </a:ext>
            </a:extLst>
          </p:cNvPr>
          <p:cNvPicPr>
            <a:picLocks noChangeAspect="1"/>
          </p:cNvPicPr>
          <p:nvPr/>
        </p:nvPicPr>
        <p:blipFill>
          <a:blip r:embed="rId1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22" r="29061"/>
          <a:stretch>
            <a:fillRect/>
          </a:stretch>
        </p:blipFill>
        <p:spPr>
          <a:xfrm>
            <a:off x="7946007" y="15115805"/>
            <a:ext cx="1170397" cy="1275696"/>
          </a:xfrm>
          <a:prstGeom prst="rect">
            <a:avLst/>
          </a:prstGeom>
        </p:spPr>
      </p:pic>
      <p:pic>
        <p:nvPicPr>
          <p:cNvPr id="284" name="Picture 283">
            <a:extLst>
              <a:ext uri="{FF2B5EF4-FFF2-40B4-BE49-F238E27FC236}">
                <a16:creationId xmlns:a16="http://schemas.microsoft.com/office/drawing/2014/main" id="{C614F503-973A-B1BE-AF6A-67678AA0A156}"/>
              </a:ext>
            </a:extLst>
          </p:cNvPr>
          <p:cNvPicPr>
            <a:picLocks noChangeAspect="1"/>
          </p:cNvPicPr>
          <p:nvPr/>
        </p:nvPicPr>
        <p:blipFill>
          <a:blip r:embed="rId1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2998" y="15221914"/>
            <a:ext cx="828684" cy="1063478"/>
          </a:xfrm>
          <a:prstGeom prst="rect">
            <a:avLst/>
          </a:prstGeom>
        </p:spPr>
      </p:pic>
      <p:pic>
        <p:nvPicPr>
          <p:cNvPr id="285" name="Picture 284">
            <a:extLst>
              <a:ext uri="{FF2B5EF4-FFF2-40B4-BE49-F238E27FC236}">
                <a16:creationId xmlns:a16="http://schemas.microsoft.com/office/drawing/2014/main" id="{A17D69B0-3ECF-4DBA-1BF3-E6EC363C3B53}"/>
              </a:ext>
            </a:extLst>
          </p:cNvPr>
          <p:cNvPicPr>
            <a:picLocks noChangeAspect="1"/>
          </p:cNvPicPr>
          <p:nvPr/>
        </p:nvPicPr>
        <p:blipFill>
          <a:blip r:embed="rId1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71" t="12323" r="20824" b="27051"/>
          <a:stretch>
            <a:fillRect/>
          </a:stretch>
        </p:blipFill>
        <p:spPr>
          <a:xfrm>
            <a:off x="6993531" y="15030321"/>
            <a:ext cx="890626" cy="1446665"/>
          </a:xfrm>
          <a:prstGeom prst="rect">
            <a:avLst/>
          </a:prstGeom>
        </p:spPr>
      </p:pic>
      <p:pic>
        <p:nvPicPr>
          <p:cNvPr id="286" name="Picture 285">
            <a:extLst>
              <a:ext uri="{FF2B5EF4-FFF2-40B4-BE49-F238E27FC236}">
                <a16:creationId xmlns:a16="http://schemas.microsoft.com/office/drawing/2014/main" id="{ED679DD0-A93A-7E0B-97E0-73EAEAEE6EF9}"/>
              </a:ext>
            </a:extLst>
          </p:cNvPr>
          <p:cNvPicPr>
            <a:picLocks noChangeAspect="1"/>
          </p:cNvPicPr>
          <p:nvPr/>
        </p:nvPicPr>
        <p:blipFill>
          <a:blip r:embed="rId1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791" r="49941" b="-623"/>
          <a:stretch>
            <a:fillRect/>
          </a:stretch>
        </p:blipFill>
        <p:spPr>
          <a:xfrm>
            <a:off x="7044657" y="16213424"/>
            <a:ext cx="888031" cy="282335"/>
          </a:xfrm>
          <a:prstGeom prst="rect">
            <a:avLst/>
          </a:prstGeom>
        </p:spPr>
      </p:pic>
      <p:pic>
        <p:nvPicPr>
          <p:cNvPr id="287" name="Picture 286">
            <a:extLst>
              <a:ext uri="{FF2B5EF4-FFF2-40B4-BE49-F238E27FC236}">
                <a16:creationId xmlns:a16="http://schemas.microsoft.com/office/drawing/2014/main" id="{5A83150A-CA96-1A14-7DD9-9965DCF2D5C5}"/>
              </a:ext>
            </a:extLst>
          </p:cNvPr>
          <p:cNvPicPr>
            <a:picLocks noChangeAspect="1"/>
          </p:cNvPicPr>
          <p:nvPr/>
        </p:nvPicPr>
        <p:blipFill>
          <a:blip r:embed="rId1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99" t="29748" r="29082" b="29930"/>
          <a:stretch>
            <a:fillRect/>
          </a:stretch>
        </p:blipFill>
        <p:spPr>
          <a:xfrm>
            <a:off x="9186683" y="15076588"/>
            <a:ext cx="829774" cy="1434409"/>
          </a:xfrm>
          <a:prstGeom prst="rect">
            <a:avLst/>
          </a:prstGeom>
        </p:spPr>
      </p:pic>
      <p:pic>
        <p:nvPicPr>
          <p:cNvPr id="288" name="Picture 287">
            <a:extLst>
              <a:ext uri="{FF2B5EF4-FFF2-40B4-BE49-F238E27FC236}">
                <a16:creationId xmlns:a16="http://schemas.microsoft.com/office/drawing/2014/main" id="{9F3490A2-9C45-A89F-7826-278E371C09EE}"/>
              </a:ext>
            </a:extLst>
          </p:cNvPr>
          <p:cNvPicPr>
            <a:picLocks noChangeAspect="1"/>
          </p:cNvPicPr>
          <p:nvPr/>
        </p:nvPicPr>
        <p:blipFill>
          <a:blip r:embed="rId1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86" t="30037" r="37061" b="29905"/>
          <a:stretch>
            <a:fillRect/>
          </a:stretch>
        </p:blipFill>
        <p:spPr>
          <a:xfrm>
            <a:off x="10781342" y="15049807"/>
            <a:ext cx="1397286" cy="1348798"/>
          </a:xfrm>
          <a:prstGeom prst="rect">
            <a:avLst/>
          </a:prstGeom>
        </p:spPr>
      </p:pic>
      <p:pic>
        <p:nvPicPr>
          <p:cNvPr id="289" name="Picture 288">
            <a:extLst>
              <a:ext uri="{FF2B5EF4-FFF2-40B4-BE49-F238E27FC236}">
                <a16:creationId xmlns:a16="http://schemas.microsoft.com/office/drawing/2014/main" id="{5CEDD9C3-6E3F-F76D-ECC9-EE9721FEDA09}"/>
              </a:ext>
            </a:extLst>
          </p:cNvPr>
          <p:cNvPicPr>
            <a:picLocks noChangeAspect="1"/>
          </p:cNvPicPr>
          <p:nvPr/>
        </p:nvPicPr>
        <p:blipFill>
          <a:blip r:embed="rId1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96" t="19533" r="35662" b="26201"/>
          <a:stretch>
            <a:fillRect/>
          </a:stretch>
        </p:blipFill>
        <p:spPr>
          <a:xfrm>
            <a:off x="9991174" y="15287667"/>
            <a:ext cx="815451" cy="921225"/>
          </a:xfrm>
          <a:prstGeom prst="rect">
            <a:avLst/>
          </a:prstGeom>
        </p:spPr>
      </p:pic>
      <p:pic>
        <p:nvPicPr>
          <p:cNvPr id="290" name="Picture 289">
            <a:extLst>
              <a:ext uri="{FF2B5EF4-FFF2-40B4-BE49-F238E27FC236}">
                <a16:creationId xmlns:a16="http://schemas.microsoft.com/office/drawing/2014/main" id="{6574BD97-876F-7803-B934-55E05B19D5B3}"/>
              </a:ext>
            </a:extLst>
          </p:cNvPr>
          <p:cNvPicPr>
            <a:picLocks noChangeAspect="1"/>
          </p:cNvPicPr>
          <p:nvPr/>
        </p:nvPicPr>
        <p:blipFill>
          <a:blip r:embed="rId1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112" r="61236"/>
          <a:stretch>
            <a:fillRect/>
          </a:stretch>
        </p:blipFill>
        <p:spPr>
          <a:xfrm>
            <a:off x="9188841" y="16301544"/>
            <a:ext cx="828588" cy="209453"/>
          </a:xfrm>
          <a:prstGeom prst="rect">
            <a:avLst/>
          </a:prstGeom>
        </p:spPr>
      </p:pic>
      <p:pic>
        <p:nvPicPr>
          <p:cNvPr id="291" name="Picture 290">
            <a:extLst>
              <a:ext uri="{FF2B5EF4-FFF2-40B4-BE49-F238E27FC236}">
                <a16:creationId xmlns:a16="http://schemas.microsoft.com/office/drawing/2014/main" id="{7F1B8CF2-97FD-A914-8D14-2F4B31809FEA}"/>
              </a:ext>
            </a:extLst>
          </p:cNvPr>
          <p:cNvPicPr>
            <a:picLocks noChangeAspect="1"/>
          </p:cNvPicPr>
          <p:nvPr/>
        </p:nvPicPr>
        <p:blipFill>
          <a:blip r:embed="rId1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820" r="49393"/>
          <a:stretch>
            <a:fillRect/>
          </a:stretch>
        </p:blipFill>
        <p:spPr>
          <a:xfrm>
            <a:off x="10005849" y="15951187"/>
            <a:ext cx="796041" cy="257705"/>
          </a:xfrm>
          <a:prstGeom prst="rect">
            <a:avLst/>
          </a:prstGeom>
        </p:spPr>
      </p:pic>
      <p:sp>
        <p:nvSpPr>
          <p:cNvPr id="292" name="TextBox 291">
            <a:extLst>
              <a:ext uri="{FF2B5EF4-FFF2-40B4-BE49-F238E27FC236}">
                <a16:creationId xmlns:a16="http://schemas.microsoft.com/office/drawing/2014/main" id="{46442113-E200-E763-AB8B-34CDA5A3CAA9}"/>
              </a:ext>
            </a:extLst>
          </p:cNvPr>
          <p:cNvSpPr txBox="1"/>
          <p:nvPr/>
        </p:nvSpPr>
        <p:spPr>
          <a:xfrm>
            <a:off x="9151071" y="14790270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6C2A9D"/>
                </a:solidFill>
              </a:rPr>
              <a:t>Cnidaria_Metazoa</a:t>
            </a:r>
            <a:endParaRPr lang="en-US" sz="1200" b="1" dirty="0">
              <a:solidFill>
                <a:srgbClr val="6C2A9D"/>
              </a:solidFill>
            </a:endParaRPr>
          </a:p>
        </p:txBody>
      </p:sp>
      <p:pic>
        <p:nvPicPr>
          <p:cNvPr id="293" name="Picture 292">
            <a:extLst>
              <a:ext uri="{FF2B5EF4-FFF2-40B4-BE49-F238E27FC236}">
                <a16:creationId xmlns:a16="http://schemas.microsoft.com/office/drawing/2014/main" id="{88DB83A5-E670-0998-56C4-8158B53EF983}"/>
              </a:ext>
            </a:extLst>
          </p:cNvPr>
          <p:cNvPicPr>
            <a:picLocks noChangeAspect="1"/>
          </p:cNvPicPr>
          <p:nvPr/>
        </p:nvPicPr>
        <p:blipFill>
          <a:blip r:embed="rId1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254" r="53848" b="-221"/>
          <a:stretch>
            <a:fillRect/>
          </a:stretch>
        </p:blipFill>
        <p:spPr>
          <a:xfrm>
            <a:off x="10783923" y="16280202"/>
            <a:ext cx="1397286" cy="133540"/>
          </a:xfrm>
          <a:prstGeom prst="rect">
            <a:avLst/>
          </a:prstGeom>
        </p:spPr>
      </p:pic>
      <p:pic>
        <p:nvPicPr>
          <p:cNvPr id="294" name="Picture 293">
            <a:extLst>
              <a:ext uri="{FF2B5EF4-FFF2-40B4-BE49-F238E27FC236}">
                <a16:creationId xmlns:a16="http://schemas.microsoft.com/office/drawing/2014/main" id="{1F827524-CBEC-10A5-14F4-EBDF3351690D}"/>
              </a:ext>
            </a:extLst>
          </p:cNvPr>
          <p:cNvPicPr>
            <a:picLocks noChangeAspect="1"/>
          </p:cNvPicPr>
          <p:nvPr/>
        </p:nvPicPr>
        <p:blipFill>
          <a:blip r:embed="rId1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535" y="16683964"/>
            <a:ext cx="485775" cy="981075"/>
          </a:xfrm>
          <a:prstGeom prst="rect">
            <a:avLst/>
          </a:prstGeom>
        </p:spPr>
      </p:pic>
      <p:pic>
        <p:nvPicPr>
          <p:cNvPr id="295" name="Picture 294">
            <a:extLst>
              <a:ext uri="{FF2B5EF4-FFF2-40B4-BE49-F238E27FC236}">
                <a16:creationId xmlns:a16="http://schemas.microsoft.com/office/drawing/2014/main" id="{BBE04930-D5B2-5CB1-EE7D-BB3F263F88E0}"/>
              </a:ext>
            </a:extLst>
          </p:cNvPr>
          <p:cNvPicPr>
            <a:picLocks noChangeAspect="1"/>
          </p:cNvPicPr>
          <p:nvPr/>
        </p:nvPicPr>
        <p:blipFill>
          <a:blip r:embed="rId1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12" y="16641101"/>
            <a:ext cx="800100" cy="1066800"/>
          </a:xfrm>
          <a:prstGeom prst="rect">
            <a:avLst/>
          </a:prstGeom>
        </p:spPr>
      </p:pic>
      <p:pic>
        <p:nvPicPr>
          <p:cNvPr id="296" name="Picture 295">
            <a:extLst>
              <a:ext uri="{FF2B5EF4-FFF2-40B4-BE49-F238E27FC236}">
                <a16:creationId xmlns:a16="http://schemas.microsoft.com/office/drawing/2014/main" id="{794A25AC-6DDC-CACA-A753-A6881DB5C955}"/>
              </a:ext>
            </a:extLst>
          </p:cNvPr>
          <p:cNvPicPr>
            <a:picLocks noChangeAspect="1"/>
          </p:cNvPicPr>
          <p:nvPr/>
        </p:nvPicPr>
        <p:blipFill>
          <a:blip r:embed="rId1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206" y="16626814"/>
            <a:ext cx="638175" cy="1095375"/>
          </a:xfrm>
          <a:prstGeom prst="rect">
            <a:avLst/>
          </a:prstGeom>
        </p:spPr>
      </p:pic>
      <p:pic>
        <p:nvPicPr>
          <p:cNvPr id="297" name="Picture 296">
            <a:extLst>
              <a:ext uri="{FF2B5EF4-FFF2-40B4-BE49-F238E27FC236}">
                <a16:creationId xmlns:a16="http://schemas.microsoft.com/office/drawing/2014/main" id="{544F49E4-08EC-2AA7-37E1-BF2279EC3947}"/>
              </a:ext>
            </a:extLst>
          </p:cNvPr>
          <p:cNvPicPr>
            <a:picLocks noChangeAspect="1"/>
          </p:cNvPicPr>
          <p:nvPr/>
        </p:nvPicPr>
        <p:blipFill>
          <a:blip r:embed="rId1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433" y="16726826"/>
            <a:ext cx="628650" cy="895350"/>
          </a:xfrm>
          <a:prstGeom prst="rect">
            <a:avLst/>
          </a:prstGeom>
        </p:spPr>
      </p:pic>
      <p:sp>
        <p:nvSpPr>
          <p:cNvPr id="298" name="TextBox 297">
            <a:extLst>
              <a:ext uri="{FF2B5EF4-FFF2-40B4-BE49-F238E27FC236}">
                <a16:creationId xmlns:a16="http://schemas.microsoft.com/office/drawing/2014/main" id="{FF2B5407-3CE1-E3E6-FAF9-D1DDB404F46B}"/>
              </a:ext>
            </a:extLst>
          </p:cNvPr>
          <p:cNvSpPr txBox="1"/>
          <p:nvPr/>
        </p:nvSpPr>
        <p:spPr>
          <a:xfrm>
            <a:off x="-14413" y="16541820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6C2A9D"/>
                </a:solidFill>
              </a:rPr>
              <a:t>Hydrozoa</a:t>
            </a:r>
          </a:p>
        </p:txBody>
      </p:sp>
      <p:pic>
        <p:nvPicPr>
          <p:cNvPr id="299" name="Picture 298">
            <a:extLst>
              <a:ext uri="{FF2B5EF4-FFF2-40B4-BE49-F238E27FC236}">
                <a16:creationId xmlns:a16="http://schemas.microsoft.com/office/drawing/2014/main" id="{18C3F03E-3B26-E19B-2D92-5FC5C16CAE37}"/>
              </a:ext>
            </a:extLst>
          </p:cNvPr>
          <p:cNvPicPr>
            <a:picLocks noChangeAspect="1"/>
          </p:cNvPicPr>
          <p:nvPr/>
        </p:nvPicPr>
        <p:blipFill>
          <a:blip r:embed="rId1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435"/>
          <a:stretch>
            <a:fillRect/>
          </a:stretch>
        </p:blipFill>
        <p:spPr>
          <a:xfrm rot="5400000">
            <a:off x="4201275" y="15760258"/>
            <a:ext cx="750766" cy="2974647"/>
          </a:xfrm>
          <a:prstGeom prst="rect">
            <a:avLst/>
          </a:prstGeom>
        </p:spPr>
      </p:pic>
      <p:pic>
        <p:nvPicPr>
          <p:cNvPr id="300" name="Picture 299">
            <a:extLst>
              <a:ext uri="{FF2B5EF4-FFF2-40B4-BE49-F238E27FC236}">
                <a16:creationId xmlns:a16="http://schemas.microsoft.com/office/drawing/2014/main" id="{41E70E55-9137-7315-DC68-DF0105B1D798}"/>
              </a:ext>
            </a:extLst>
          </p:cNvPr>
          <p:cNvPicPr>
            <a:picLocks noChangeAspect="1"/>
          </p:cNvPicPr>
          <p:nvPr/>
        </p:nvPicPr>
        <p:blipFill>
          <a:blip r:embed="rId1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778"/>
          <a:stretch>
            <a:fillRect/>
          </a:stretch>
        </p:blipFill>
        <p:spPr>
          <a:xfrm>
            <a:off x="3136072" y="17631384"/>
            <a:ext cx="750769" cy="85224"/>
          </a:xfrm>
          <a:prstGeom prst="rect">
            <a:avLst/>
          </a:prstGeom>
        </p:spPr>
      </p:pic>
      <p:pic>
        <p:nvPicPr>
          <p:cNvPr id="301" name="Picture 300">
            <a:extLst>
              <a:ext uri="{FF2B5EF4-FFF2-40B4-BE49-F238E27FC236}">
                <a16:creationId xmlns:a16="http://schemas.microsoft.com/office/drawing/2014/main" id="{F0DCD74F-CA7D-FD24-AFE0-66EAD18F13CD}"/>
              </a:ext>
            </a:extLst>
          </p:cNvPr>
          <p:cNvPicPr>
            <a:picLocks noChangeAspect="1"/>
          </p:cNvPicPr>
          <p:nvPr/>
        </p:nvPicPr>
        <p:blipFill>
          <a:blip r:embed="rId1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781" r="24014"/>
          <a:stretch>
            <a:fillRect/>
          </a:stretch>
        </p:blipFill>
        <p:spPr>
          <a:xfrm>
            <a:off x="6137334" y="16626814"/>
            <a:ext cx="643610" cy="1148022"/>
          </a:xfrm>
          <a:prstGeom prst="rect">
            <a:avLst/>
          </a:prstGeom>
        </p:spPr>
      </p:pic>
      <p:pic>
        <p:nvPicPr>
          <p:cNvPr id="302" name="Picture 301">
            <a:extLst>
              <a:ext uri="{FF2B5EF4-FFF2-40B4-BE49-F238E27FC236}">
                <a16:creationId xmlns:a16="http://schemas.microsoft.com/office/drawing/2014/main" id="{EE4BC7F3-FB58-7689-474E-FA210C5F4DEC}"/>
              </a:ext>
            </a:extLst>
          </p:cNvPr>
          <p:cNvPicPr>
            <a:picLocks noChangeAspect="1"/>
          </p:cNvPicPr>
          <p:nvPr/>
        </p:nvPicPr>
        <p:blipFill>
          <a:blip r:embed="rId1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225" r="29191" b="29897"/>
          <a:stretch>
            <a:fillRect/>
          </a:stretch>
        </p:blipFill>
        <p:spPr>
          <a:xfrm>
            <a:off x="8100118" y="16560725"/>
            <a:ext cx="1002026" cy="1201373"/>
          </a:xfrm>
          <a:prstGeom prst="rect">
            <a:avLst/>
          </a:prstGeom>
        </p:spPr>
      </p:pic>
      <p:pic>
        <p:nvPicPr>
          <p:cNvPr id="303" name="Picture 302">
            <a:extLst>
              <a:ext uri="{FF2B5EF4-FFF2-40B4-BE49-F238E27FC236}">
                <a16:creationId xmlns:a16="http://schemas.microsoft.com/office/drawing/2014/main" id="{B32CEDA7-D394-194B-185B-EAF09FEB6E20}"/>
              </a:ext>
            </a:extLst>
          </p:cNvPr>
          <p:cNvPicPr>
            <a:picLocks noChangeAspect="1"/>
          </p:cNvPicPr>
          <p:nvPr/>
        </p:nvPicPr>
        <p:blipFill>
          <a:blip r:embed="rId1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961" r="29191"/>
          <a:stretch>
            <a:fillRect/>
          </a:stretch>
        </p:blipFill>
        <p:spPr>
          <a:xfrm>
            <a:off x="8114147" y="17640415"/>
            <a:ext cx="1002026" cy="121683"/>
          </a:xfrm>
          <a:prstGeom prst="rect">
            <a:avLst/>
          </a:prstGeom>
        </p:spPr>
      </p:pic>
      <p:sp>
        <p:nvSpPr>
          <p:cNvPr id="304" name="TextBox 303">
            <a:extLst>
              <a:ext uri="{FF2B5EF4-FFF2-40B4-BE49-F238E27FC236}">
                <a16:creationId xmlns:a16="http://schemas.microsoft.com/office/drawing/2014/main" id="{FEE61F5D-A387-CB96-6B87-59691C4EFA73}"/>
              </a:ext>
            </a:extLst>
          </p:cNvPr>
          <p:cNvSpPr txBox="1"/>
          <p:nvPr/>
        </p:nvSpPr>
        <p:spPr>
          <a:xfrm>
            <a:off x="6098156" y="16547435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6C2A9D"/>
                </a:solidFill>
              </a:rPr>
              <a:t>Narcomedusae</a:t>
            </a:r>
            <a:endParaRPr lang="en-US" sz="1200" b="1" dirty="0">
              <a:solidFill>
                <a:srgbClr val="6C2A9D"/>
              </a:solidFill>
            </a:endParaRPr>
          </a:p>
        </p:txBody>
      </p:sp>
      <p:pic>
        <p:nvPicPr>
          <p:cNvPr id="305" name="Picture 304">
            <a:extLst>
              <a:ext uri="{FF2B5EF4-FFF2-40B4-BE49-F238E27FC236}">
                <a16:creationId xmlns:a16="http://schemas.microsoft.com/office/drawing/2014/main" id="{ADDBC653-5AD9-5DDA-959C-32C5D5BF98B5}"/>
              </a:ext>
            </a:extLst>
          </p:cNvPr>
          <p:cNvPicPr>
            <a:picLocks noChangeAspect="1"/>
          </p:cNvPicPr>
          <p:nvPr/>
        </p:nvPicPr>
        <p:blipFill>
          <a:blip r:embed="rId1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72" r="33571" b="46243"/>
          <a:stretch>
            <a:fillRect/>
          </a:stretch>
        </p:blipFill>
        <p:spPr>
          <a:xfrm>
            <a:off x="9712033" y="16593101"/>
            <a:ext cx="750770" cy="1140639"/>
          </a:xfrm>
          <a:prstGeom prst="rect">
            <a:avLst/>
          </a:prstGeom>
        </p:spPr>
      </p:pic>
      <p:pic>
        <p:nvPicPr>
          <p:cNvPr id="306" name="Picture 305">
            <a:extLst>
              <a:ext uri="{FF2B5EF4-FFF2-40B4-BE49-F238E27FC236}">
                <a16:creationId xmlns:a16="http://schemas.microsoft.com/office/drawing/2014/main" id="{ADC65B20-8C12-4428-8B0E-77881AA71831}"/>
              </a:ext>
            </a:extLst>
          </p:cNvPr>
          <p:cNvPicPr>
            <a:picLocks noChangeAspect="1"/>
          </p:cNvPicPr>
          <p:nvPr/>
        </p:nvPicPr>
        <p:blipFill>
          <a:blip r:embed="rId1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76" r="8826" b="30979"/>
          <a:stretch>
            <a:fillRect/>
          </a:stretch>
        </p:blipFill>
        <p:spPr>
          <a:xfrm>
            <a:off x="10900009" y="16593101"/>
            <a:ext cx="885828" cy="1093803"/>
          </a:xfrm>
          <a:prstGeom prst="rect">
            <a:avLst/>
          </a:prstGeom>
        </p:spPr>
      </p:pic>
      <p:pic>
        <p:nvPicPr>
          <p:cNvPr id="307" name="Picture 306">
            <a:extLst>
              <a:ext uri="{FF2B5EF4-FFF2-40B4-BE49-F238E27FC236}">
                <a16:creationId xmlns:a16="http://schemas.microsoft.com/office/drawing/2014/main" id="{A0300835-265B-5CE8-B0C8-14138F075041}"/>
              </a:ext>
            </a:extLst>
          </p:cNvPr>
          <p:cNvPicPr>
            <a:picLocks noChangeAspect="1"/>
          </p:cNvPicPr>
          <p:nvPr/>
        </p:nvPicPr>
        <p:blipFill>
          <a:blip r:embed="rId1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353" r="66638"/>
          <a:stretch>
            <a:fillRect/>
          </a:stretch>
        </p:blipFill>
        <p:spPr>
          <a:xfrm>
            <a:off x="9726124" y="17613927"/>
            <a:ext cx="704412" cy="119813"/>
          </a:xfrm>
          <a:prstGeom prst="rect">
            <a:avLst/>
          </a:prstGeom>
        </p:spPr>
      </p:pic>
      <p:sp>
        <p:nvSpPr>
          <p:cNvPr id="308" name="TextBox 307">
            <a:extLst>
              <a:ext uri="{FF2B5EF4-FFF2-40B4-BE49-F238E27FC236}">
                <a16:creationId xmlns:a16="http://schemas.microsoft.com/office/drawing/2014/main" id="{364AE8A7-6045-92D5-CCA7-58182EE12D06}"/>
              </a:ext>
            </a:extLst>
          </p:cNvPr>
          <p:cNvSpPr txBox="1"/>
          <p:nvPr/>
        </p:nvSpPr>
        <p:spPr>
          <a:xfrm>
            <a:off x="9146157" y="16552741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6C2A9D"/>
                </a:solidFill>
              </a:rPr>
              <a:t>Solmundella_bitentaculata</a:t>
            </a:r>
            <a:endParaRPr lang="en-US" sz="1200" b="1" dirty="0">
              <a:solidFill>
                <a:srgbClr val="6C2A9D"/>
              </a:solidFill>
            </a:endParaRPr>
          </a:p>
        </p:txBody>
      </p:sp>
      <p:pic>
        <p:nvPicPr>
          <p:cNvPr id="309" name="Picture 308">
            <a:extLst>
              <a:ext uri="{FF2B5EF4-FFF2-40B4-BE49-F238E27FC236}">
                <a16:creationId xmlns:a16="http://schemas.microsoft.com/office/drawing/2014/main" id="{D98C7EE0-636E-2514-F292-13D05294482D}"/>
              </a:ext>
            </a:extLst>
          </p:cNvPr>
          <p:cNvPicPr>
            <a:picLocks noChangeAspect="1"/>
          </p:cNvPicPr>
          <p:nvPr/>
        </p:nvPicPr>
        <p:blipFill>
          <a:blip r:embed="rId1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142" r="8826"/>
          <a:stretch>
            <a:fillRect/>
          </a:stretch>
        </p:blipFill>
        <p:spPr>
          <a:xfrm>
            <a:off x="10903654" y="17595529"/>
            <a:ext cx="885830" cy="138211"/>
          </a:xfrm>
          <a:prstGeom prst="rect">
            <a:avLst/>
          </a:prstGeom>
        </p:spPr>
      </p:pic>
      <p:pic>
        <p:nvPicPr>
          <p:cNvPr id="310" name="Picture 309">
            <a:extLst>
              <a:ext uri="{FF2B5EF4-FFF2-40B4-BE49-F238E27FC236}">
                <a16:creationId xmlns:a16="http://schemas.microsoft.com/office/drawing/2014/main" id="{B8F89D11-D945-2D98-DBDB-126011A37C4E}"/>
              </a:ext>
            </a:extLst>
          </p:cNvPr>
          <p:cNvPicPr>
            <a:picLocks noChangeAspect="1"/>
          </p:cNvPicPr>
          <p:nvPr/>
        </p:nvPicPr>
        <p:blipFill>
          <a:blip r:embed="rId1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268" t="25029" r="13043" b="29636"/>
          <a:stretch>
            <a:fillRect/>
          </a:stretch>
        </p:blipFill>
        <p:spPr>
          <a:xfrm>
            <a:off x="818226" y="18306414"/>
            <a:ext cx="1671806" cy="851163"/>
          </a:xfrm>
          <a:prstGeom prst="rect">
            <a:avLst/>
          </a:prstGeom>
        </p:spPr>
      </p:pic>
      <p:pic>
        <p:nvPicPr>
          <p:cNvPr id="311" name="Picture 310">
            <a:extLst>
              <a:ext uri="{FF2B5EF4-FFF2-40B4-BE49-F238E27FC236}">
                <a16:creationId xmlns:a16="http://schemas.microsoft.com/office/drawing/2014/main" id="{245E04C6-61B4-3549-808A-31221D9A5931}"/>
              </a:ext>
            </a:extLst>
          </p:cNvPr>
          <p:cNvPicPr>
            <a:picLocks noChangeAspect="1"/>
          </p:cNvPicPr>
          <p:nvPr/>
        </p:nvPicPr>
        <p:blipFill>
          <a:blip r:embed="rId1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" t="27752" r="2239" b="20040"/>
          <a:stretch>
            <a:fillRect/>
          </a:stretch>
        </p:blipFill>
        <p:spPr>
          <a:xfrm>
            <a:off x="2547970" y="17961205"/>
            <a:ext cx="476487" cy="1541581"/>
          </a:xfrm>
          <a:prstGeom prst="rect">
            <a:avLst/>
          </a:prstGeom>
        </p:spPr>
      </p:pic>
      <p:pic>
        <p:nvPicPr>
          <p:cNvPr id="312" name="Picture 311">
            <a:extLst>
              <a:ext uri="{FF2B5EF4-FFF2-40B4-BE49-F238E27FC236}">
                <a16:creationId xmlns:a16="http://schemas.microsoft.com/office/drawing/2014/main" id="{5C314ACC-8B77-BD5A-8C0E-C59199FB9B4F}"/>
              </a:ext>
            </a:extLst>
          </p:cNvPr>
          <p:cNvPicPr>
            <a:picLocks noChangeAspect="1"/>
          </p:cNvPicPr>
          <p:nvPr/>
        </p:nvPicPr>
        <p:blipFill>
          <a:blip r:embed="rId1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17" t="29267" b="30457"/>
          <a:stretch>
            <a:fillRect/>
          </a:stretch>
        </p:blipFill>
        <p:spPr>
          <a:xfrm>
            <a:off x="54262" y="17812721"/>
            <a:ext cx="706026" cy="1838548"/>
          </a:xfrm>
          <a:prstGeom prst="rect">
            <a:avLst/>
          </a:prstGeom>
        </p:spPr>
      </p:pic>
      <p:pic>
        <p:nvPicPr>
          <p:cNvPr id="313" name="Picture 312">
            <a:extLst>
              <a:ext uri="{FF2B5EF4-FFF2-40B4-BE49-F238E27FC236}">
                <a16:creationId xmlns:a16="http://schemas.microsoft.com/office/drawing/2014/main" id="{20994E26-E180-AEE2-0E04-910EA5A52A4A}"/>
              </a:ext>
            </a:extLst>
          </p:cNvPr>
          <p:cNvPicPr>
            <a:picLocks noChangeAspect="1"/>
          </p:cNvPicPr>
          <p:nvPr/>
        </p:nvPicPr>
        <p:blipFill>
          <a:blip r:embed="rId1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2" t="87197"/>
          <a:stretch>
            <a:fillRect/>
          </a:stretch>
        </p:blipFill>
        <p:spPr>
          <a:xfrm>
            <a:off x="2566969" y="18987270"/>
            <a:ext cx="457488" cy="378053"/>
          </a:xfrm>
          <a:prstGeom prst="rect">
            <a:avLst/>
          </a:prstGeom>
        </p:spPr>
      </p:pic>
      <p:pic>
        <p:nvPicPr>
          <p:cNvPr id="314" name="Picture 313">
            <a:extLst>
              <a:ext uri="{FF2B5EF4-FFF2-40B4-BE49-F238E27FC236}">
                <a16:creationId xmlns:a16="http://schemas.microsoft.com/office/drawing/2014/main" id="{9FD592F9-DD7A-C068-9D33-4E9BDAADC6B6}"/>
              </a:ext>
            </a:extLst>
          </p:cNvPr>
          <p:cNvPicPr>
            <a:picLocks noChangeAspect="1"/>
          </p:cNvPicPr>
          <p:nvPr/>
        </p:nvPicPr>
        <p:blipFill>
          <a:blip r:embed="rId1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577" r="28926"/>
          <a:stretch>
            <a:fillRect/>
          </a:stretch>
        </p:blipFill>
        <p:spPr>
          <a:xfrm>
            <a:off x="68502" y="19358075"/>
            <a:ext cx="765135" cy="293194"/>
          </a:xfrm>
          <a:prstGeom prst="rect">
            <a:avLst/>
          </a:prstGeom>
        </p:spPr>
      </p:pic>
      <p:sp>
        <p:nvSpPr>
          <p:cNvPr id="315" name="TextBox 314">
            <a:extLst>
              <a:ext uri="{FF2B5EF4-FFF2-40B4-BE49-F238E27FC236}">
                <a16:creationId xmlns:a16="http://schemas.microsoft.com/office/drawing/2014/main" id="{845AF022-11FA-3482-4C3B-E79E0F9A1202}"/>
              </a:ext>
            </a:extLst>
          </p:cNvPr>
          <p:cNvSpPr txBox="1"/>
          <p:nvPr/>
        </p:nvSpPr>
        <p:spPr>
          <a:xfrm>
            <a:off x="339" y="17795443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6C2A9D"/>
                </a:solidFill>
              </a:rPr>
              <a:t>tentacle_Cnidaria</a:t>
            </a:r>
            <a:endParaRPr lang="en-US" sz="1200" b="1" dirty="0">
              <a:solidFill>
                <a:srgbClr val="6C2A9D"/>
              </a:solidFill>
            </a:endParaRPr>
          </a:p>
        </p:txBody>
      </p:sp>
      <p:pic>
        <p:nvPicPr>
          <p:cNvPr id="316" name="Picture 315">
            <a:extLst>
              <a:ext uri="{FF2B5EF4-FFF2-40B4-BE49-F238E27FC236}">
                <a16:creationId xmlns:a16="http://schemas.microsoft.com/office/drawing/2014/main" id="{6F9F5803-CDFA-9426-9A28-1B4B71733975}"/>
              </a:ext>
            </a:extLst>
          </p:cNvPr>
          <p:cNvPicPr>
            <a:picLocks noChangeAspect="1"/>
          </p:cNvPicPr>
          <p:nvPr/>
        </p:nvPicPr>
        <p:blipFill>
          <a:blip r:embed="rId1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318" r="54310"/>
          <a:stretch>
            <a:fillRect/>
          </a:stretch>
        </p:blipFill>
        <p:spPr>
          <a:xfrm>
            <a:off x="810259" y="19020662"/>
            <a:ext cx="1671806" cy="256874"/>
          </a:xfrm>
          <a:prstGeom prst="rect">
            <a:avLst/>
          </a:prstGeom>
        </p:spPr>
      </p:pic>
      <p:pic>
        <p:nvPicPr>
          <p:cNvPr id="317" name="Picture 316">
            <a:extLst>
              <a:ext uri="{FF2B5EF4-FFF2-40B4-BE49-F238E27FC236}">
                <a16:creationId xmlns:a16="http://schemas.microsoft.com/office/drawing/2014/main" id="{1D1E6106-FED3-6675-EF82-78225AB68A9F}"/>
              </a:ext>
            </a:extLst>
          </p:cNvPr>
          <p:cNvPicPr>
            <a:picLocks noChangeAspect="1"/>
          </p:cNvPicPr>
          <p:nvPr/>
        </p:nvPicPr>
        <p:blipFill>
          <a:blip r:embed="rId1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74" t="10907" r="24680" b="20886"/>
          <a:stretch>
            <a:fillRect/>
          </a:stretch>
        </p:blipFill>
        <p:spPr>
          <a:xfrm>
            <a:off x="4005466" y="18289119"/>
            <a:ext cx="818443" cy="1078461"/>
          </a:xfrm>
          <a:prstGeom prst="rect">
            <a:avLst/>
          </a:prstGeom>
        </p:spPr>
      </p:pic>
      <p:pic>
        <p:nvPicPr>
          <p:cNvPr id="318" name="Picture 317">
            <a:extLst>
              <a:ext uri="{FF2B5EF4-FFF2-40B4-BE49-F238E27FC236}">
                <a16:creationId xmlns:a16="http://schemas.microsoft.com/office/drawing/2014/main" id="{5EF382D3-9075-FF59-FD56-B6635F90A9DA}"/>
              </a:ext>
            </a:extLst>
          </p:cNvPr>
          <p:cNvPicPr>
            <a:picLocks noChangeAspect="1"/>
          </p:cNvPicPr>
          <p:nvPr/>
        </p:nvPicPr>
        <p:blipFill>
          <a:blip r:embed="rId1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1385" y="18195730"/>
            <a:ext cx="884439" cy="1265239"/>
          </a:xfrm>
          <a:prstGeom prst="rect">
            <a:avLst/>
          </a:prstGeom>
        </p:spPr>
      </p:pic>
      <p:pic>
        <p:nvPicPr>
          <p:cNvPr id="319" name="Picture 318">
            <a:extLst>
              <a:ext uri="{FF2B5EF4-FFF2-40B4-BE49-F238E27FC236}">
                <a16:creationId xmlns:a16="http://schemas.microsoft.com/office/drawing/2014/main" id="{8C773A51-013F-6004-3D5C-6EEDE971E4E1}"/>
              </a:ext>
            </a:extLst>
          </p:cNvPr>
          <p:cNvPicPr>
            <a:picLocks noChangeAspect="1"/>
          </p:cNvPicPr>
          <p:nvPr/>
        </p:nvPicPr>
        <p:blipFill>
          <a:blip r:embed="rId1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96" t="27704" r="30359" b="24031"/>
          <a:stretch>
            <a:fillRect/>
          </a:stretch>
        </p:blipFill>
        <p:spPr>
          <a:xfrm>
            <a:off x="4863551" y="18261808"/>
            <a:ext cx="1198801" cy="1133083"/>
          </a:xfrm>
          <a:prstGeom prst="rect">
            <a:avLst/>
          </a:prstGeom>
        </p:spPr>
      </p:pic>
      <p:pic>
        <p:nvPicPr>
          <p:cNvPr id="320" name="Picture 319">
            <a:extLst>
              <a:ext uri="{FF2B5EF4-FFF2-40B4-BE49-F238E27FC236}">
                <a16:creationId xmlns:a16="http://schemas.microsoft.com/office/drawing/2014/main" id="{73143FC2-2C8C-7DD7-8291-926E1FE44D61}"/>
              </a:ext>
            </a:extLst>
          </p:cNvPr>
          <p:cNvPicPr>
            <a:picLocks noChangeAspect="1"/>
          </p:cNvPicPr>
          <p:nvPr/>
        </p:nvPicPr>
        <p:blipFill>
          <a:blip r:embed="rId1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616" r="49164" b="-2462"/>
          <a:stretch>
            <a:fillRect/>
          </a:stretch>
        </p:blipFill>
        <p:spPr>
          <a:xfrm>
            <a:off x="3929023" y="19057133"/>
            <a:ext cx="813473" cy="361242"/>
          </a:xfrm>
          <a:prstGeom prst="rect">
            <a:avLst/>
          </a:prstGeom>
        </p:spPr>
      </p:pic>
      <p:pic>
        <p:nvPicPr>
          <p:cNvPr id="321" name="Picture 320">
            <a:extLst>
              <a:ext uri="{FF2B5EF4-FFF2-40B4-BE49-F238E27FC236}">
                <a16:creationId xmlns:a16="http://schemas.microsoft.com/office/drawing/2014/main" id="{38D26041-C346-9D15-46D9-66B823D86721}"/>
              </a:ext>
            </a:extLst>
          </p:cNvPr>
          <p:cNvPicPr>
            <a:picLocks noChangeAspect="1"/>
          </p:cNvPicPr>
          <p:nvPr/>
        </p:nvPicPr>
        <p:blipFill>
          <a:blip r:embed="rId1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260" r="64561" b="413"/>
          <a:stretch>
            <a:fillRect/>
          </a:stretch>
        </p:blipFill>
        <p:spPr>
          <a:xfrm>
            <a:off x="4845445" y="19099252"/>
            <a:ext cx="1153044" cy="265877"/>
          </a:xfrm>
          <a:prstGeom prst="rect">
            <a:avLst/>
          </a:prstGeom>
        </p:spPr>
      </p:pic>
      <p:pic>
        <p:nvPicPr>
          <p:cNvPr id="322" name="Picture 321">
            <a:extLst>
              <a:ext uri="{FF2B5EF4-FFF2-40B4-BE49-F238E27FC236}">
                <a16:creationId xmlns:a16="http://schemas.microsoft.com/office/drawing/2014/main" id="{598BB261-93B9-6C11-2849-094790AD1037}"/>
              </a:ext>
            </a:extLst>
          </p:cNvPr>
          <p:cNvPicPr>
            <a:picLocks noChangeAspect="1"/>
          </p:cNvPicPr>
          <p:nvPr/>
        </p:nvPicPr>
        <p:blipFill>
          <a:blip r:embed="rId1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33" r="21825"/>
          <a:stretch>
            <a:fillRect/>
          </a:stretch>
        </p:blipFill>
        <p:spPr>
          <a:xfrm>
            <a:off x="6131173" y="18224556"/>
            <a:ext cx="737164" cy="1172993"/>
          </a:xfrm>
          <a:prstGeom prst="rect">
            <a:avLst/>
          </a:prstGeom>
        </p:spPr>
      </p:pic>
      <p:pic>
        <p:nvPicPr>
          <p:cNvPr id="323" name="Picture 322">
            <a:extLst>
              <a:ext uri="{FF2B5EF4-FFF2-40B4-BE49-F238E27FC236}">
                <a16:creationId xmlns:a16="http://schemas.microsoft.com/office/drawing/2014/main" id="{BBC4214F-618B-C7CA-109E-8C359509C15B}"/>
              </a:ext>
            </a:extLst>
          </p:cNvPr>
          <p:cNvPicPr>
            <a:picLocks noChangeAspect="1"/>
          </p:cNvPicPr>
          <p:nvPr/>
        </p:nvPicPr>
        <p:blipFill>
          <a:blip r:embed="rId1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77" t="23423" r="28671" b="24666"/>
          <a:stretch>
            <a:fillRect/>
          </a:stretch>
        </p:blipFill>
        <p:spPr>
          <a:xfrm>
            <a:off x="7032029" y="18352966"/>
            <a:ext cx="914400" cy="924645"/>
          </a:xfrm>
          <a:prstGeom prst="rect">
            <a:avLst/>
          </a:prstGeom>
        </p:spPr>
      </p:pic>
      <p:pic>
        <p:nvPicPr>
          <p:cNvPr id="324" name="Picture 323">
            <a:extLst>
              <a:ext uri="{FF2B5EF4-FFF2-40B4-BE49-F238E27FC236}">
                <a16:creationId xmlns:a16="http://schemas.microsoft.com/office/drawing/2014/main" id="{EEC19609-D43F-C21F-7132-6F43E8D2EB5A}"/>
              </a:ext>
            </a:extLst>
          </p:cNvPr>
          <p:cNvPicPr>
            <a:picLocks noChangeAspect="1"/>
          </p:cNvPicPr>
          <p:nvPr/>
        </p:nvPicPr>
        <p:blipFill>
          <a:blip r:embed="rId1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28" r="27861"/>
          <a:stretch>
            <a:fillRect/>
          </a:stretch>
        </p:blipFill>
        <p:spPr>
          <a:xfrm>
            <a:off x="8110121" y="18216085"/>
            <a:ext cx="1010077" cy="1189935"/>
          </a:xfrm>
          <a:prstGeom prst="rect">
            <a:avLst/>
          </a:prstGeom>
        </p:spPr>
      </p:pic>
      <p:pic>
        <p:nvPicPr>
          <p:cNvPr id="325" name="Picture 324">
            <a:extLst>
              <a:ext uri="{FF2B5EF4-FFF2-40B4-BE49-F238E27FC236}">
                <a16:creationId xmlns:a16="http://schemas.microsoft.com/office/drawing/2014/main" id="{EEED5BBF-6CBD-CF42-79EE-5E376F35EA6E}"/>
              </a:ext>
            </a:extLst>
          </p:cNvPr>
          <p:cNvPicPr>
            <a:picLocks noChangeAspect="1"/>
          </p:cNvPicPr>
          <p:nvPr/>
        </p:nvPicPr>
        <p:blipFill>
          <a:blip r:embed="rId1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82521" r="55349"/>
          <a:stretch>
            <a:fillRect/>
          </a:stretch>
        </p:blipFill>
        <p:spPr>
          <a:xfrm>
            <a:off x="7014381" y="18978057"/>
            <a:ext cx="914400" cy="311325"/>
          </a:xfrm>
          <a:prstGeom prst="rect">
            <a:avLst/>
          </a:prstGeom>
        </p:spPr>
      </p:pic>
      <p:sp>
        <p:nvSpPr>
          <p:cNvPr id="63" name="Rectangle 62">
            <a:extLst>
              <a:ext uri="{FF2B5EF4-FFF2-40B4-BE49-F238E27FC236}">
                <a16:creationId xmlns:a16="http://schemas.microsoft.com/office/drawing/2014/main" id="{C9CC5BDC-0AB9-453C-C4C9-E271EF2B87F7}"/>
              </a:ext>
            </a:extLst>
          </p:cNvPr>
          <p:cNvSpPr/>
          <p:nvPr/>
        </p:nvSpPr>
        <p:spPr>
          <a:xfrm>
            <a:off x="9139417" y="6597822"/>
            <a:ext cx="3048000" cy="10940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DC7D0C5-00CC-496B-3C49-58BBFC78DDC8}"/>
              </a:ext>
            </a:extLst>
          </p:cNvPr>
          <p:cNvSpPr/>
          <p:nvPr/>
        </p:nvSpPr>
        <p:spPr>
          <a:xfrm>
            <a:off x="3048000" y="3097527"/>
            <a:ext cx="3048000" cy="12483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D12D216-62AB-4C9F-89E2-4CAC4E214435}"/>
              </a:ext>
            </a:extLst>
          </p:cNvPr>
          <p:cNvSpPr/>
          <p:nvPr/>
        </p:nvSpPr>
        <p:spPr>
          <a:xfrm>
            <a:off x="333" y="5501526"/>
            <a:ext cx="3048000" cy="10940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EA54E66-902B-AE65-DF7B-40AB060A2EE2}"/>
              </a:ext>
            </a:extLst>
          </p:cNvPr>
          <p:cNvSpPr/>
          <p:nvPr/>
        </p:nvSpPr>
        <p:spPr>
          <a:xfrm>
            <a:off x="3048335" y="7684287"/>
            <a:ext cx="3048000" cy="10940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E02E607-C107-5F21-EF8E-4FB508149F0D}"/>
              </a:ext>
            </a:extLst>
          </p:cNvPr>
          <p:cNvSpPr/>
          <p:nvPr/>
        </p:nvSpPr>
        <p:spPr>
          <a:xfrm>
            <a:off x="-4583" y="6597822"/>
            <a:ext cx="3048000" cy="10940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0C29AB5-81C6-FAB8-DC7E-4E289C9016EF}"/>
              </a:ext>
            </a:extLst>
          </p:cNvPr>
          <p:cNvSpPr/>
          <p:nvPr/>
        </p:nvSpPr>
        <p:spPr>
          <a:xfrm>
            <a:off x="3043417" y="6597822"/>
            <a:ext cx="3048000" cy="10940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3C39F35-C750-40F2-20A0-8CFBF8AA0A9E}"/>
              </a:ext>
            </a:extLst>
          </p:cNvPr>
          <p:cNvSpPr/>
          <p:nvPr/>
        </p:nvSpPr>
        <p:spPr>
          <a:xfrm>
            <a:off x="9144333" y="4341314"/>
            <a:ext cx="3048000" cy="11680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F29BCD6-CE92-9FB0-1312-63041E572AAF}"/>
              </a:ext>
            </a:extLst>
          </p:cNvPr>
          <p:cNvSpPr/>
          <p:nvPr/>
        </p:nvSpPr>
        <p:spPr>
          <a:xfrm>
            <a:off x="9144333" y="5501526"/>
            <a:ext cx="3048000" cy="10940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100128F-D32F-94C6-2E12-C5843905386E}"/>
              </a:ext>
            </a:extLst>
          </p:cNvPr>
          <p:cNvSpPr/>
          <p:nvPr/>
        </p:nvSpPr>
        <p:spPr>
          <a:xfrm>
            <a:off x="9144335" y="7684287"/>
            <a:ext cx="3048000" cy="10940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8A79E8C-5AC4-7734-26C7-84E78F370FAF}"/>
              </a:ext>
            </a:extLst>
          </p:cNvPr>
          <p:cNvSpPr/>
          <p:nvPr/>
        </p:nvSpPr>
        <p:spPr>
          <a:xfrm>
            <a:off x="-4582" y="8780583"/>
            <a:ext cx="3048000" cy="10940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E405D9ED-F323-8F7C-DE4B-9DD3DDC7C675}"/>
              </a:ext>
            </a:extLst>
          </p:cNvPr>
          <p:cNvSpPr/>
          <p:nvPr/>
        </p:nvSpPr>
        <p:spPr>
          <a:xfrm>
            <a:off x="3048000" y="11624639"/>
            <a:ext cx="3048000" cy="16120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6BBD12FA-40E9-0232-E641-72BF3C801272}"/>
              </a:ext>
            </a:extLst>
          </p:cNvPr>
          <p:cNvSpPr/>
          <p:nvPr/>
        </p:nvSpPr>
        <p:spPr>
          <a:xfrm>
            <a:off x="0" y="11624638"/>
            <a:ext cx="3048000" cy="16141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281DDC7A-2B2F-67D7-107A-B3DA27F8D3E5}"/>
              </a:ext>
            </a:extLst>
          </p:cNvPr>
          <p:cNvSpPr/>
          <p:nvPr/>
        </p:nvSpPr>
        <p:spPr>
          <a:xfrm>
            <a:off x="6096000" y="10267784"/>
            <a:ext cx="3048000" cy="13581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3F52C363-6158-9A0D-7411-533DC846F589}"/>
              </a:ext>
            </a:extLst>
          </p:cNvPr>
          <p:cNvSpPr/>
          <p:nvPr/>
        </p:nvSpPr>
        <p:spPr>
          <a:xfrm>
            <a:off x="9144000" y="10267784"/>
            <a:ext cx="3048000" cy="13581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BCB1AF4D-083F-1BD6-2D5F-534C54A742F6}"/>
              </a:ext>
            </a:extLst>
          </p:cNvPr>
          <p:cNvSpPr/>
          <p:nvPr/>
        </p:nvSpPr>
        <p:spPr>
          <a:xfrm>
            <a:off x="9144000" y="11624638"/>
            <a:ext cx="3048000" cy="16141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6A3CB17D-B1C1-34EB-40FB-9F74AF0D42E1}"/>
              </a:ext>
            </a:extLst>
          </p:cNvPr>
          <p:cNvSpPr/>
          <p:nvPr/>
        </p:nvSpPr>
        <p:spPr>
          <a:xfrm>
            <a:off x="333" y="13236726"/>
            <a:ext cx="3048000" cy="11680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108A3147-BFE3-D5B8-F0C2-3DA7C2E6DFF4}"/>
              </a:ext>
            </a:extLst>
          </p:cNvPr>
          <p:cNvSpPr/>
          <p:nvPr/>
        </p:nvSpPr>
        <p:spPr>
          <a:xfrm>
            <a:off x="3048000" y="16542206"/>
            <a:ext cx="3048000" cy="12483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94B04167-2003-7B58-C4D8-BA9EE8401AF2}"/>
              </a:ext>
            </a:extLst>
          </p:cNvPr>
          <p:cNvSpPr/>
          <p:nvPr/>
        </p:nvSpPr>
        <p:spPr>
          <a:xfrm>
            <a:off x="0" y="16542206"/>
            <a:ext cx="3048000" cy="12483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634F820E-156F-DE27-42AA-CD6FF211BD28}"/>
              </a:ext>
            </a:extLst>
          </p:cNvPr>
          <p:cNvSpPr/>
          <p:nvPr/>
        </p:nvSpPr>
        <p:spPr>
          <a:xfrm>
            <a:off x="6096000" y="14784656"/>
            <a:ext cx="3048000" cy="17587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63FA00FC-7DDD-D863-7602-FB53DABDFCA1}"/>
              </a:ext>
            </a:extLst>
          </p:cNvPr>
          <p:cNvSpPr/>
          <p:nvPr/>
        </p:nvSpPr>
        <p:spPr>
          <a:xfrm>
            <a:off x="6096000" y="16542206"/>
            <a:ext cx="3048000" cy="12483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E266504B-C380-8B44-9185-8496808D3E08}"/>
              </a:ext>
            </a:extLst>
          </p:cNvPr>
          <p:cNvSpPr/>
          <p:nvPr/>
        </p:nvSpPr>
        <p:spPr>
          <a:xfrm>
            <a:off x="333" y="17785993"/>
            <a:ext cx="3048000" cy="19097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6A93C8A7-77A9-8076-36CE-981BDC07EFE4}"/>
              </a:ext>
            </a:extLst>
          </p:cNvPr>
          <p:cNvSpPr/>
          <p:nvPr/>
        </p:nvSpPr>
        <p:spPr>
          <a:xfrm>
            <a:off x="3048333" y="17785993"/>
            <a:ext cx="3048000" cy="19097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367232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8B48F-E9D1-FC22-861B-3BF7F68B0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4C86F4B7-BA5F-66A4-28C6-B801DF3D3C60}"/>
              </a:ext>
            </a:extLst>
          </p:cNvPr>
          <p:cNvSpPr txBox="1"/>
          <p:nvPr/>
        </p:nvSpPr>
        <p:spPr>
          <a:xfrm>
            <a:off x="10697" y="45171"/>
            <a:ext cx="12201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f: Rhizarians</a:t>
            </a:r>
          </a:p>
        </p:txBody>
      </p:sp>
      <p:pic>
        <p:nvPicPr>
          <p:cNvPr id="25" name="Picture 24" descr="A black circle with a pointy center&#10;&#10;AI-generated content may be incorrect.">
            <a:extLst>
              <a:ext uri="{FF2B5EF4-FFF2-40B4-BE49-F238E27FC236}">
                <a16:creationId xmlns:a16="http://schemas.microsoft.com/office/drawing/2014/main" id="{8857F534-8132-AB0A-42E4-15BA4E4CE6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50"/>
          <a:stretch>
            <a:fillRect/>
          </a:stretch>
        </p:blipFill>
        <p:spPr>
          <a:xfrm>
            <a:off x="2199218" y="4191575"/>
            <a:ext cx="800100" cy="1021565"/>
          </a:xfrm>
          <a:prstGeom prst="rect">
            <a:avLst/>
          </a:prstGeom>
        </p:spPr>
      </p:pic>
      <p:pic>
        <p:nvPicPr>
          <p:cNvPr id="26" name="Picture 25" descr="A black and white image of a bird&#10;&#10;AI-generated content may be incorrect.">
            <a:extLst>
              <a:ext uri="{FF2B5EF4-FFF2-40B4-BE49-F238E27FC236}">
                <a16:creationId xmlns:a16="http://schemas.microsoft.com/office/drawing/2014/main" id="{BC8C1D41-B477-BC35-9671-A452AE7635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25"/>
          <a:stretch>
            <a:fillRect/>
          </a:stretch>
        </p:blipFill>
        <p:spPr>
          <a:xfrm>
            <a:off x="1492521" y="4290811"/>
            <a:ext cx="628650" cy="931475"/>
          </a:xfrm>
          <a:prstGeom prst="rect">
            <a:avLst/>
          </a:prstGeom>
        </p:spPr>
      </p:pic>
      <p:pic>
        <p:nvPicPr>
          <p:cNvPr id="27" name="Picture 26" descr="A black and white image of a round object&#10;&#10;AI-generated content may be incorrect.">
            <a:extLst>
              <a:ext uri="{FF2B5EF4-FFF2-40B4-BE49-F238E27FC236}">
                <a16:creationId xmlns:a16="http://schemas.microsoft.com/office/drawing/2014/main" id="{795122F5-4927-26D1-CCB1-74CAB3D906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31"/>
          <a:stretch>
            <a:fillRect/>
          </a:stretch>
        </p:blipFill>
        <p:spPr>
          <a:xfrm>
            <a:off x="702482" y="4212962"/>
            <a:ext cx="914400" cy="1041151"/>
          </a:xfrm>
          <a:prstGeom prst="rect">
            <a:avLst/>
          </a:prstGeom>
        </p:spPr>
      </p:pic>
      <p:pic>
        <p:nvPicPr>
          <p:cNvPr id="28" name="Picture 27" descr="A black hole in a white surface&#10;&#10;AI-generated content may be incorrect.">
            <a:extLst>
              <a:ext uri="{FF2B5EF4-FFF2-40B4-BE49-F238E27FC236}">
                <a16:creationId xmlns:a16="http://schemas.microsoft.com/office/drawing/2014/main" id="{E870B08F-D940-1399-6915-FD9E4C35B5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27"/>
          <a:stretch>
            <a:fillRect/>
          </a:stretch>
        </p:blipFill>
        <p:spPr>
          <a:xfrm>
            <a:off x="47676" y="4205628"/>
            <a:ext cx="714375" cy="1041151"/>
          </a:xfrm>
          <a:prstGeom prst="rect">
            <a:avLst/>
          </a:prstGeom>
        </p:spPr>
      </p:pic>
      <p:pic>
        <p:nvPicPr>
          <p:cNvPr id="29" name="Picture 28" descr="A close-up of a spider&#10;&#10;AI-generated content may be incorrect.">
            <a:extLst>
              <a:ext uri="{FF2B5EF4-FFF2-40B4-BE49-F238E27FC236}">
                <a16:creationId xmlns:a16="http://schemas.microsoft.com/office/drawing/2014/main" id="{1CAB6D8D-6E14-8E55-EFD0-B9555B04CE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88" t="30091" r="26798" b="30106"/>
          <a:stretch>
            <a:fillRect/>
          </a:stretch>
        </p:blipFill>
        <p:spPr>
          <a:xfrm>
            <a:off x="1260999" y="3104169"/>
            <a:ext cx="649777" cy="1032907"/>
          </a:xfrm>
          <a:prstGeom prst="rect">
            <a:avLst/>
          </a:prstGeom>
        </p:spPr>
      </p:pic>
      <p:pic>
        <p:nvPicPr>
          <p:cNvPr id="30" name="Picture 29" descr="A close-up of a spider&#10;&#10;AI-generated content may be incorrect.">
            <a:extLst>
              <a:ext uri="{FF2B5EF4-FFF2-40B4-BE49-F238E27FC236}">
                <a16:creationId xmlns:a16="http://schemas.microsoft.com/office/drawing/2014/main" id="{BD06FD2C-A24D-A9CD-F658-05A4CAD1D3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655" r="54841"/>
          <a:stretch>
            <a:fillRect/>
          </a:stretch>
        </p:blipFill>
        <p:spPr>
          <a:xfrm>
            <a:off x="1252460" y="3994596"/>
            <a:ext cx="659191" cy="138726"/>
          </a:xfrm>
          <a:prstGeom prst="rect">
            <a:avLst/>
          </a:prstGeom>
        </p:spPr>
      </p:pic>
      <p:pic>
        <p:nvPicPr>
          <p:cNvPr id="31" name="Picture 30" descr="A black dot in a white background&#10;&#10;AI-generated content may be incorrect.">
            <a:extLst>
              <a:ext uri="{FF2B5EF4-FFF2-40B4-BE49-F238E27FC236}">
                <a16:creationId xmlns:a16="http://schemas.microsoft.com/office/drawing/2014/main" id="{8E8D4594-64B5-07D8-A416-2ABA39CD3E3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47" b="37325"/>
          <a:stretch>
            <a:fillRect/>
          </a:stretch>
        </p:blipFill>
        <p:spPr>
          <a:xfrm>
            <a:off x="6841023" y="1940819"/>
            <a:ext cx="828675" cy="868779"/>
          </a:xfrm>
          <a:prstGeom prst="rect">
            <a:avLst/>
          </a:prstGeom>
        </p:spPr>
      </p:pic>
      <p:pic>
        <p:nvPicPr>
          <p:cNvPr id="32" name="Picture 31" descr="A close-up of a black circle&#10;&#10;AI-generated content may be incorrect.">
            <a:extLst>
              <a:ext uri="{FF2B5EF4-FFF2-40B4-BE49-F238E27FC236}">
                <a16:creationId xmlns:a16="http://schemas.microsoft.com/office/drawing/2014/main" id="{32107BA0-F1BA-780E-D159-CEE5FA6EDB3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00" t="22687" r="31145" b="18792"/>
          <a:stretch>
            <a:fillRect/>
          </a:stretch>
        </p:blipFill>
        <p:spPr>
          <a:xfrm>
            <a:off x="7679594" y="1966024"/>
            <a:ext cx="710882" cy="908585"/>
          </a:xfrm>
          <a:prstGeom prst="rect">
            <a:avLst/>
          </a:prstGeom>
        </p:spPr>
      </p:pic>
      <p:pic>
        <p:nvPicPr>
          <p:cNvPr id="33" name="Picture 32" descr="A black circle with a pointy center&#10;&#10;AI-generated content may be incorrect.">
            <a:extLst>
              <a:ext uri="{FF2B5EF4-FFF2-40B4-BE49-F238E27FC236}">
                <a16:creationId xmlns:a16="http://schemas.microsoft.com/office/drawing/2014/main" id="{35030AC5-CA0F-7F70-10D0-4A407742F3D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014" y="464113"/>
            <a:ext cx="914400" cy="1266825"/>
          </a:xfrm>
          <a:prstGeom prst="rect">
            <a:avLst/>
          </a:prstGeom>
        </p:spPr>
      </p:pic>
      <p:pic>
        <p:nvPicPr>
          <p:cNvPr id="34" name="Picture 33" descr="A black hole in a white surface&#10;&#10;AI-generated content may be incorrect.">
            <a:extLst>
              <a:ext uri="{FF2B5EF4-FFF2-40B4-BE49-F238E27FC236}">
                <a16:creationId xmlns:a16="http://schemas.microsoft.com/office/drawing/2014/main" id="{09F40B89-A276-18C4-DBF8-0D875EC1EBB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8413" y="423069"/>
            <a:ext cx="771525" cy="1266825"/>
          </a:xfrm>
          <a:prstGeom prst="rect">
            <a:avLst/>
          </a:prstGeom>
        </p:spPr>
      </p:pic>
      <p:pic>
        <p:nvPicPr>
          <p:cNvPr id="35" name="Picture 34" descr="A bullet hole in a white background&#10;&#10;AI-generated content may be incorrect.">
            <a:extLst>
              <a:ext uri="{FF2B5EF4-FFF2-40B4-BE49-F238E27FC236}">
                <a16:creationId xmlns:a16="http://schemas.microsoft.com/office/drawing/2014/main" id="{34D15326-DF05-FB3C-4918-262D87A493D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5782" y="451644"/>
            <a:ext cx="714375" cy="1209675"/>
          </a:xfrm>
          <a:prstGeom prst="rect">
            <a:avLst/>
          </a:prstGeom>
        </p:spPr>
      </p:pic>
      <p:pic>
        <p:nvPicPr>
          <p:cNvPr id="36" name="Picture 35" descr="A black circle in a white background&#10;&#10;AI-generated content may be incorrect.">
            <a:extLst>
              <a:ext uri="{FF2B5EF4-FFF2-40B4-BE49-F238E27FC236}">
                <a16:creationId xmlns:a16="http://schemas.microsoft.com/office/drawing/2014/main" id="{FAF25DDC-45AF-CCDC-12EC-630BFB0B755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8837" y="408781"/>
            <a:ext cx="742950" cy="1295400"/>
          </a:xfrm>
          <a:prstGeom prst="rect">
            <a:avLst/>
          </a:prstGeom>
        </p:spPr>
      </p:pic>
      <p:pic>
        <p:nvPicPr>
          <p:cNvPr id="37" name="Picture 36" descr="A black circle with a pointy center&#10;&#10;AI-generated content may be incorrect.">
            <a:extLst>
              <a:ext uri="{FF2B5EF4-FFF2-40B4-BE49-F238E27FC236}">
                <a16:creationId xmlns:a16="http://schemas.microsoft.com/office/drawing/2014/main" id="{4645899A-6C04-82CA-4FC6-743112CC3ED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1132" y="573162"/>
            <a:ext cx="800100" cy="1123950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DDFAB933-74D9-282F-CF9A-F70347B72BF5}"/>
              </a:ext>
            </a:extLst>
          </p:cNvPr>
          <p:cNvSpPr/>
          <p:nvPr/>
        </p:nvSpPr>
        <p:spPr>
          <a:xfrm>
            <a:off x="0" y="399552"/>
            <a:ext cx="3048000" cy="135815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E5FB045-2916-A0F5-0DE9-F86C04114AF2}"/>
              </a:ext>
            </a:extLst>
          </p:cNvPr>
          <p:cNvSpPr/>
          <p:nvPr/>
        </p:nvSpPr>
        <p:spPr>
          <a:xfrm>
            <a:off x="3048000" y="399552"/>
            <a:ext cx="3048000" cy="135815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6D598CF-87B5-1A7C-277B-AC81BC127DE4}"/>
              </a:ext>
            </a:extLst>
          </p:cNvPr>
          <p:cNvSpPr/>
          <p:nvPr/>
        </p:nvSpPr>
        <p:spPr>
          <a:xfrm>
            <a:off x="0" y="1756407"/>
            <a:ext cx="3048000" cy="1248310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61589B1-003B-AD30-7ACD-DC131A8940CA}"/>
              </a:ext>
            </a:extLst>
          </p:cNvPr>
          <p:cNvSpPr/>
          <p:nvPr/>
        </p:nvSpPr>
        <p:spPr>
          <a:xfrm>
            <a:off x="6096000" y="399552"/>
            <a:ext cx="3048000" cy="135815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9A24476-DFDA-726A-7FEE-013A34B1FD6E}"/>
              </a:ext>
            </a:extLst>
          </p:cNvPr>
          <p:cNvSpPr/>
          <p:nvPr/>
        </p:nvSpPr>
        <p:spPr>
          <a:xfrm>
            <a:off x="9144000" y="399552"/>
            <a:ext cx="3048000" cy="135815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21BCE2C-0697-0C66-54A2-8D183B29BF3A}"/>
              </a:ext>
            </a:extLst>
          </p:cNvPr>
          <p:cNvSpPr/>
          <p:nvPr/>
        </p:nvSpPr>
        <p:spPr>
          <a:xfrm>
            <a:off x="6096000" y="1756407"/>
            <a:ext cx="3048000" cy="1248310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DCC7EEA-4A2B-F9DB-48A7-DD71701648B6}"/>
              </a:ext>
            </a:extLst>
          </p:cNvPr>
          <p:cNvSpPr/>
          <p:nvPr/>
        </p:nvSpPr>
        <p:spPr>
          <a:xfrm>
            <a:off x="9144000" y="1756407"/>
            <a:ext cx="3048000" cy="1248310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A16419B-FED4-86A3-C6D5-767C4722F233}"/>
              </a:ext>
            </a:extLst>
          </p:cNvPr>
          <p:cNvSpPr/>
          <p:nvPr/>
        </p:nvSpPr>
        <p:spPr>
          <a:xfrm>
            <a:off x="3048333" y="4160406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44F8DAD-3ECF-A026-D47E-9A2E04BC516D}"/>
              </a:ext>
            </a:extLst>
          </p:cNvPr>
          <p:cNvSpPr/>
          <p:nvPr/>
        </p:nvSpPr>
        <p:spPr>
          <a:xfrm>
            <a:off x="333" y="3000194"/>
            <a:ext cx="3048000" cy="116805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765D1F4-6A91-3D25-19AC-E2CEB32FA862}"/>
              </a:ext>
            </a:extLst>
          </p:cNvPr>
          <p:cNvSpPr/>
          <p:nvPr/>
        </p:nvSpPr>
        <p:spPr>
          <a:xfrm>
            <a:off x="3048333" y="3000194"/>
            <a:ext cx="3048000" cy="116805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4C1E63B-7E62-B564-1512-5D64431822C0}"/>
              </a:ext>
            </a:extLst>
          </p:cNvPr>
          <p:cNvSpPr/>
          <p:nvPr/>
        </p:nvSpPr>
        <p:spPr>
          <a:xfrm>
            <a:off x="6096333" y="3000194"/>
            <a:ext cx="3048000" cy="116805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DFC57EA-AA06-5CE3-BCD9-67516F58A9BE}"/>
              </a:ext>
            </a:extLst>
          </p:cNvPr>
          <p:cNvSpPr/>
          <p:nvPr/>
        </p:nvSpPr>
        <p:spPr>
          <a:xfrm>
            <a:off x="6096333" y="4160406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79760F0-B0AB-DFDE-C1AC-9B48C017FC6B}"/>
              </a:ext>
            </a:extLst>
          </p:cNvPr>
          <p:cNvSpPr txBox="1"/>
          <p:nvPr/>
        </p:nvSpPr>
        <p:spPr>
          <a:xfrm>
            <a:off x="3038502" y="399551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Phaeodaria</a:t>
            </a:r>
            <a:endParaRPr lang="en-US" sz="1200" b="1" dirty="0">
              <a:solidFill>
                <a:srgbClr val="FFBD0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705F175-F986-B8F9-CDE8-ED212376914C}"/>
              </a:ext>
            </a:extLst>
          </p:cNvPr>
          <p:cNvSpPr txBox="1"/>
          <p:nvPr/>
        </p:nvSpPr>
        <p:spPr>
          <a:xfrm>
            <a:off x="9151071" y="405166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Circoporidae</a:t>
            </a:r>
            <a:endParaRPr lang="en-US" sz="1200" b="1" dirty="0">
              <a:solidFill>
                <a:srgbClr val="FFBD00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1B24C3F-9615-7A42-805F-9F3FF409E25E}"/>
              </a:ext>
            </a:extLst>
          </p:cNvPr>
          <p:cNvSpPr txBox="1"/>
          <p:nvPr/>
        </p:nvSpPr>
        <p:spPr>
          <a:xfrm>
            <a:off x="6098156" y="1761636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Aulographis</a:t>
            </a:r>
            <a:endParaRPr lang="en-US" sz="1200" b="1" dirty="0">
              <a:solidFill>
                <a:srgbClr val="FFBD0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3E0BC72-AE78-0D98-848D-C8F81F44C06F}"/>
              </a:ext>
            </a:extLst>
          </p:cNvPr>
          <p:cNvSpPr txBox="1"/>
          <p:nvPr/>
        </p:nvSpPr>
        <p:spPr>
          <a:xfrm>
            <a:off x="339" y="3009644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Coelodendrum</a:t>
            </a:r>
            <a:endParaRPr lang="en-US" sz="1200" b="1" dirty="0">
              <a:solidFill>
                <a:srgbClr val="FFBD00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C3B958-6379-4F98-16B3-79CA1FD99FD8}"/>
              </a:ext>
            </a:extLst>
          </p:cNvPr>
          <p:cNvSpPr txBox="1"/>
          <p:nvPr/>
        </p:nvSpPr>
        <p:spPr>
          <a:xfrm>
            <a:off x="-5172" y="4173140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Aulosphaeridae</a:t>
            </a:r>
            <a:endParaRPr lang="en-US" sz="1200" b="1" dirty="0">
              <a:solidFill>
                <a:srgbClr val="FFBD00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1172C7F-1019-7937-2829-EB679A7AD6ED}"/>
              </a:ext>
            </a:extLst>
          </p:cNvPr>
          <p:cNvSpPr txBox="1"/>
          <p:nvPr/>
        </p:nvSpPr>
        <p:spPr>
          <a:xfrm>
            <a:off x="3049669" y="4167249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Aulatractus</a:t>
            </a:r>
            <a:endParaRPr lang="en-US" sz="1200" b="1" dirty="0">
              <a:solidFill>
                <a:srgbClr val="FFBD00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7ECFD2C-9C0A-ED3D-2E3D-A040B8E3A419}"/>
              </a:ext>
            </a:extLst>
          </p:cNvPr>
          <p:cNvSpPr/>
          <p:nvPr/>
        </p:nvSpPr>
        <p:spPr>
          <a:xfrm>
            <a:off x="6091417" y="5256702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B67C106-1E77-F09B-3842-430DE52A3371}"/>
              </a:ext>
            </a:extLst>
          </p:cNvPr>
          <p:cNvSpPr txBox="1"/>
          <p:nvPr/>
        </p:nvSpPr>
        <p:spPr>
          <a:xfrm>
            <a:off x="6109321" y="5263854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unknown_Phaeodaria</a:t>
            </a:r>
            <a:endParaRPr lang="en-US" sz="1200" b="1" dirty="0">
              <a:solidFill>
                <a:srgbClr val="FFBD00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7BCF8D2-0FF3-6BB3-C61E-1728E0DFAF6F}"/>
              </a:ext>
            </a:extLst>
          </p:cNvPr>
          <p:cNvSpPr/>
          <p:nvPr/>
        </p:nvSpPr>
        <p:spPr>
          <a:xfrm>
            <a:off x="335" y="6343167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B50F3C7-BB43-3590-8E44-E0F3F2C8BFC0}"/>
              </a:ext>
            </a:extLst>
          </p:cNvPr>
          <p:cNvSpPr/>
          <p:nvPr/>
        </p:nvSpPr>
        <p:spPr>
          <a:xfrm>
            <a:off x="6096335" y="6343167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70" name="Picture 69" descr="A blurry image of a black dot&#10;&#10;AI-generated content may be incorrect.">
            <a:extLst>
              <a:ext uri="{FF2B5EF4-FFF2-40B4-BE49-F238E27FC236}">
                <a16:creationId xmlns:a16="http://schemas.microsoft.com/office/drawing/2014/main" id="{6F7CCAA3-E31F-3F77-D6DC-740E5DBA37B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782" y="551656"/>
            <a:ext cx="685800" cy="1009650"/>
          </a:xfrm>
          <a:prstGeom prst="rect">
            <a:avLst/>
          </a:prstGeom>
        </p:spPr>
      </p:pic>
      <p:pic>
        <p:nvPicPr>
          <p:cNvPr id="71" name="Picture 70" descr="A black circle in a white background&#10;&#10;AI-generated content may be incorrect.">
            <a:extLst>
              <a:ext uri="{FF2B5EF4-FFF2-40B4-BE49-F238E27FC236}">
                <a16:creationId xmlns:a16="http://schemas.microsoft.com/office/drawing/2014/main" id="{E9CAAB90-44B9-6B25-240F-1EFB41EEBD7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5888" y="580231"/>
            <a:ext cx="714375" cy="952500"/>
          </a:xfrm>
          <a:prstGeom prst="rect">
            <a:avLst/>
          </a:prstGeom>
        </p:spPr>
      </p:pic>
      <p:pic>
        <p:nvPicPr>
          <p:cNvPr id="72" name="Picture 71" descr="A black spot on a white surface&#10;&#10;AI-generated content may be incorrect.">
            <a:extLst>
              <a:ext uri="{FF2B5EF4-FFF2-40B4-BE49-F238E27FC236}">
                <a16:creationId xmlns:a16="http://schemas.microsoft.com/office/drawing/2014/main" id="{24661E6D-2AE4-E3B4-BD7F-10BD2944294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3569" y="423069"/>
            <a:ext cx="657225" cy="1266825"/>
          </a:xfrm>
          <a:prstGeom prst="rect">
            <a:avLst/>
          </a:prstGeom>
        </p:spPr>
      </p:pic>
      <p:pic>
        <p:nvPicPr>
          <p:cNvPr id="73" name="Picture 72" descr="A black dot in a white background&#10;&#10;AI-generated content may be incorrect.">
            <a:extLst>
              <a:ext uri="{FF2B5EF4-FFF2-40B4-BE49-F238E27FC236}">
                <a16:creationId xmlns:a16="http://schemas.microsoft.com/office/drawing/2014/main" id="{F91E0148-0EEB-8FF0-90BD-3ED6C0AC807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76" y="580231"/>
            <a:ext cx="685800" cy="952500"/>
          </a:xfrm>
          <a:prstGeom prst="rect">
            <a:avLst/>
          </a:prstGeom>
        </p:spPr>
      </p:pic>
      <p:pic>
        <p:nvPicPr>
          <p:cNvPr id="74" name="Picture 73" descr="A black dot with numbers&#10;&#10;AI-generated content may be incorrect.">
            <a:extLst>
              <a:ext uri="{FF2B5EF4-FFF2-40B4-BE49-F238E27FC236}">
                <a16:creationId xmlns:a16="http://schemas.microsoft.com/office/drawing/2014/main" id="{1EF32ECC-7973-BEA2-85F0-D48DE6DFD84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6114" y="665956"/>
            <a:ext cx="542925" cy="866775"/>
          </a:xfrm>
          <a:prstGeom prst="rect">
            <a:avLst/>
          </a:prstGeom>
        </p:spPr>
      </p:pic>
      <p:pic>
        <p:nvPicPr>
          <p:cNvPr id="75" name="Picture 74" descr="A black circle with a number and a black text&#10;&#10;AI-generated content may be incorrect.">
            <a:extLst>
              <a:ext uri="{FF2B5EF4-FFF2-40B4-BE49-F238E27FC236}">
                <a16:creationId xmlns:a16="http://schemas.microsoft.com/office/drawing/2014/main" id="{417F0328-6342-0475-A47D-53731BEF365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5732" y="511324"/>
            <a:ext cx="914400" cy="1038225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2A9F48CE-E18B-BD85-467F-A7478A71C421}"/>
              </a:ext>
            </a:extLst>
          </p:cNvPr>
          <p:cNvSpPr txBox="1"/>
          <p:nvPr/>
        </p:nvSpPr>
        <p:spPr>
          <a:xfrm>
            <a:off x="-9499" y="394245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FFBD00"/>
                </a:solidFill>
              </a:rPr>
              <a:t>Rhizaria</a:t>
            </a:r>
          </a:p>
        </p:txBody>
      </p:sp>
      <p:pic>
        <p:nvPicPr>
          <p:cNvPr id="77" name="Picture 76" descr="A black dots on a white background&#10;&#10;AI-generated content may be incorrect.">
            <a:extLst>
              <a:ext uri="{FF2B5EF4-FFF2-40B4-BE49-F238E27FC236}">
                <a16:creationId xmlns:a16="http://schemas.microsoft.com/office/drawing/2014/main" id="{891F85B1-C708-C35C-EAA3-A454D512786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54" t="28869" r="29934" b="29361"/>
          <a:stretch>
            <a:fillRect/>
          </a:stretch>
        </p:blipFill>
        <p:spPr>
          <a:xfrm>
            <a:off x="24424" y="1776346"/>
            <a:ext cx="789831" cy="1196068"/>
          </a:xfrm>
          <a:prstGeom prst="rect">
            <a:avLst/>
          </a:prstGeom>
        </p:spPr>
      </p:pic>
      <p:pic>
        <p:nvPicPr>
          <p:cNvPr id="78" name="Picture 77" descr="A black blotch on a white background&#10;&#10;AI-generated content may be incorrect.">
            <a:extLst>
              <a:ext uri="{FF2B5EF4-FFF2-40B4-BE49-F238E27FC236}">
                <a16:creationId xmlns:a16="http://schemas.microsoft.com/office/drawing/2014/main" id="{1792419C-5C86-86E3-E554-40B16BD97895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00" t="24674" r="12299" b="28212"/>
          <a:stretch>
            <a:fillRect/>
          </a:stretch>
        </p:blipFill>
        <p:spPr>
          <a:xfrm>
            <a:off x="816782" y="1847354"/>
            <a:ext cx="1453021" cy="1065092"/>
          </a:xfrm>
          <a:prstGeom prst="rect">
            <a:avLst/>
          </a:prstGeom>
        </p:spPr>
      </p:pic>
      <p:pic>
        <p:nvPicPr>
          <p:cNvPr id="79" name="Picture 78" descr="A black dots on a white background&#10;&#10;AI-generated content may be incorrect.">
            <a:extLst>
              <a:ext uri="{FF2B5EF4-FFF2-40B4-BE49-F238E27FC236}">
                <a16:creationId xmlns:a16="http://schemas.microsoft.com/office/drawing/2014/main" id="{180AA968-EDB4-BD5A-328C-456D21DCAE5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020" r="60196" b="7"/>
          <a:stretch>
            <a:fillRect/>
          </a:stretch>
        </p:blipFill>
        <p:spPr>
          <a:xfrm>
            <a:off x="17841" y="2728474"/>
            <a:ext cx="793659" cy="199677"/>
          </a:xfrm>
          <a:prstGeom prst="rect">
            <a:avLst/>
          </a:prstGeom>
        </p:spPr>
      </p:pic>
      <p:pic>
        <p:nvPicPr>
          <p:cNvPr id="80" name="Picture 79" descr="A black blotch on a white background&#10;&#10;AI-generated content may be incorrect.">
            <a:extLst>
              <a:ext uri="{FF2B5EF4-FFF2-40B4-BE49-F238E27FC236}">
                <a16:creationId xmlns:a16="http://schemas.microsoft.com/office/drawing/2014/main" id="{3259A661-29BC-FE49-B365-B1F68D4580A0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056" r="37945" b="29"/>
          <a:stretch>
            <a:fillRect/>
          </a:stretch>
        </p:blipFill>
        <p:spPr>
          <a:xfrm>
            <a:off x="827437" y="2719852"/>
            <a:ext cx="1447300" cy="178948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C84B36E8-157E-3851-7211-9121497A7575}"/>
              </a:ext>
            </a:extLst>
          </p:cNvPr>
          <p:cNvSpPr txBox="1"/>
          <p:nvPr/>
        </p:nvSpPr>
        <p:spPr>
          <a:xfrm>
            <a:off x="-14413" y="1756021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Tuscaroridae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82" name="Picture 81" descr="A black blotches of smoke&#10;&#10;AI-generated content may be incorrect.">
            <a:extLst>
              <a:ext uri="{FF2B5EF4-FFF2-40B4-BE49-F238E27FC236}">
                <a16:creationId xmlns:a16="http://schemas.microsoft.com/office/drawing/2014/main" id="{6562704A-6958-62E9-7CF2-5F27B3FE2C1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30" t="27514" r="26854" b="28931"/>
          <a:stretch>
            <a:fillRect/>
          </a:stretch>
        </p:blipFill>
        <p:spPr>
          <a:xfrm>
            <a:off x="2182425" y="1786293"/>
            <a:ext cx="836703" cy="1109167"/>
          </a:xfrm>
          <a:prstGeom prst="rect">
            <a:avLst/>
          </a:prstGeom>
        </p:spPr>
      </p:pic>
      <p:pic>
        <p:nvPicPr>
          <p:cNvPr id="83" name="Picture 82" descr="A black blotches of smoke&#10;&#10;AI-generated content may be incorrect.">
            <a:extLst>
              <a:ext uri="{FF2B5EF4-FFF2-40B4-BE49-F238E27FC236}">
                <a16:creationId xmlns:a16="http://schemas.microsoft.com/office/drawing/2014/main" id="{6232BC2C-1DFF-B463-DBA8-DDEBF259189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717" r="58084" b="799"/>
          <a:stretch>
            <a:fillRect/>
          </a:stretch>
        </p:blipFill>
        <p:spPr>
          <a:xfrm>
            <a:off x="2182426" y="2687031"/>
            <a:ext cx="836704" cy="190597"/>
          </a:xfrm>
          <a:prstGeom prst="rect">
            <a:avLst/>
          </a:prstGeom>
        </p:spPr>
      </p:pic>
      <p:pic>
        <p:nvPicPr>
          <p:cNvPr id="84" name="Picture 83" descr="A bullet hole in a white background&#10;&#10;AI-generated content may be incorrect.">
            <a:extLst>
              <a:ext uri="{FF2B5EF4-FFF2-40B4-BE49-F238E27FC236}">
                <a16:creationId xmlns:a16="http://schemas.microsoft.com/office/drawing/2014/main" id="{7D362B71-E3EF-C95E-634D-C89CF6B3C653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568" y="1781077"/>
            <a:ext cx="571500" cy="1123950"/>
          </a:xfrm>
          <a:prstGeom prst="rect">
            <a:avLst/>
          </a:prstGeom>
        </p:spPr>
      </p:pic>
      <p:pic>
        <p:nvPicPr>
          <p:cNvPr id="85" name="Picture 84" descr="A close-up of a bullet hole&#10;&#10;AI-generated content may be incorrect.">
            <a:extLst>
              <a:ext uri="{FF2B5EF4-FFF2-40B4-BE49-F238E27FC236}">
                <a16:creationId xmlns:a16="http://schemas.microsoft.com/office/drawing/2014/main" id="{7A432962-1CD2-BE99-2DC0-76713A3A4A9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82" r="19021"/>
          <a:stretch>
            <a:fillRect/>
          </a:stretch>
        </p:blipFill>
        <p:spPr>
          <a:xfrm>
            <a:off x="5220973" y="1773667"/>
            <a:ext cx="809890" cy="1126610"/>
          </a:xfrm>
          <a:prstGeom prst="rect">
            <a:avLst/>
          </a:prstGeom>
        </p:spPr>
      </p:pic>
      <p:pic>
        <p:nvPicPr>
          <p:cNvPr id="86" name="Picture 85" descr="A black circle with a pointy center&#10;&#10;AI-generated content may be incorrect.">
            <a:extLst>
              <a:ext uri="{FF2B5EF4-FFF2-40B4-BE49-F238E27FC236}">
                <a16:creationId xmlns:a16="http://schemas.microsoft.com/office/drawing/2014/main" id="{18BFB658-069B-6DEB-11E5-8503626514C1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5375" y="1789384"/>
            <a:ext cx="600075" cy="1123950"/>
          </a:xfrm>
          <a:prstGeom prst="rect">
            <a:avLst/>
          </a:prstGeom>
        </p:spPr>
      </p:pic>
      <p:pic>
        <p:nvPicPr>
          <p:cNvPr id="87" name="Picture 86" descr="A bullet hole in a white background&#10;&#10;AI-generated content may be incorrect.">
            <a:extLst>
              <a:ext uri="{FF2B5EF4-FFF2-40B4-BE49-F238E27FC236}">
                <a16:creationId xmlns:a16="http://schemas.microsoft.com/office/drawing/2014/main" id="{FA731BA3-83EE-68A6-E68E-590F6793D11F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2410" y="1789285"/>
            <a:ext cx="714375" cy="1095375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19501172-E82D-5EF4-8799-E42DA426B1AE}"/>
              </a:ext>
            </a:extLst>
          </p:cNvPr>
          <p:cNvSpPr txBox="1"/>
          <p:nvPr/>
        </p:nvSpPr>
        <p:spPr>
          <a:xfrm>
            <a:off x="3033588" y="1761327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Aulacantha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89" name="Picture 88" descr="A close-up of a eyeball&#10;&#10;AI-generated content may be incorrect.">
            <a:extLst>
              <a:ext uri="{FF2B5EF4-FFF2-40B4-BE49-F238E27FC236}">
                <a16:creationId xmlns:a16="http://schemas.microsoft.com/office/drawing/2014/main" id="{6A448C15-86CD-C87E-3E10-FFB55F4C8D95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830"/>
          <a:stretch>
            <a:fillRect/>
          </a:stretch>
        </p:blipFill>
        <p:spPr>
          <a:xfrm>
            <a:off x="8400383" y="1787026"/>
            <a:ext cx="710882" cy="1114425"/>
          </a:xfrm>
          <a:prstGeom prst="rect">
            <a:avLst/>
          </a:prstGeom>
        </p:spPr>
      </p:pic>
      <p:pic>
        <p:nvPicPr>
          <p:cNvPr id="90" name="Picture 89" descr="A black dot in a white circle&#10;&#10;AI-generated content may be incorrect.">
            <a:extLst>
              <a:ext uri="{FF2B5EF4-FFF2-40B4-BE49-F238E27FC236}">
                <a16:creationId xmlns:a16="http://schemas.microsoft.com/office/drawing/2014/main" id="{0EF91B2A-7CDC-0429-CD7F-10A05EECF538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37" b="22370"/>
          <a:stretch>
            <a:fillRect/>
          </a:stretch>
        </p:blipFill>
        <p:spPr>
          <a:xfrm>
            <a:off x="6138914" y="1932005"/>
            <a:ext cx="800100" cy="859431"/>
          </a:xfrm>
          <a:prstGeom prst="rect">
            <a:avLst/>
          </a:prstGeom>
        </p:spPr>
      </p:pic>
      <p:pic>
        <p:nvPicPr>
          <p:cNvPr id="91" name="Picture 90" descr="A close-up of a black circle&#10;&#10;AI-generated content may be incorrect.">
            <a:extLst>
              <a:ext uri="{FF2B5EF4-FFF2-40B4-BE49-F238E27FC236}">
                <a16:creationId xmlns:a16="http://schemas.microsoft.com/office/drawing/2014/main" id="{0A98E882-88BE-5760-C832-0158EA19C39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7137" r="49107" b="253"/>
          <a:stretch>
            <a:fillRect/>
          </a:stretch>
        </p:blipFill>
        <p:spPr>
          <a:xfrm>
            <a:off x="7692167" y="2513747"/>
            <a:ext cx="727129" cy="351030"/>
          </a:xfrm>
          <a:prstGeom prst="rect">
            <a:avLst/>
          </a:prstGeom>
        </p:spPr>
      </p:pic>
      <p:pic>
        <p:nvPicPr>
          <p:cNvPr id="92" name="Picture 91" descr="A black dot in a white background&#10;&#10;AI-generated content may be incorrect.">
            <a:extLst>
              <a:ext uri="{FF2B5EF4-FFF2-40B4-BE49-F238E27FC236}">
                <a16:creationId xmlns:a16="http://schemas.microsoft.com/office/drawing/2014/main" id="{59CF1054-D9CD-8752-3DDD-C22A4EAFEE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704"/>
          <a:stretch>
            <a:fillRect/>
          </a:stretch>
        </p:blipFill>
        <p:spPr>
          <a:xfrm>
            <a:off x="6846468" y="2499073"/>
            <a:ext cx="828675" cy="307428"/>
          </a:xfrm>
          <a:prstGeom prst="rect">
            <a:avLst/>
          </a:prstGeom>
        </p:spPr>
      </p:pic>
      <p:pic>
        <p:nvPicPr>
          <p:cNvPr id="93" name="Picture 92" descr="A black dot in a white circle&#10;&#10;AI-generated content may be incorrect.">
            <a:extLst>
              <a:ext uri="{FF2B5EF4-FFF2-40B4-BE49-F238E27FC236}">
                <a16:creationId xmlns:a16="http://schemas.microsoft.com/office/drawing/2014/main" id="{D377A5EC-8F6F-BF19-B079-D79022A1183F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315" b="-1"/>
          <a:stretch>
            <a:fillRect/>
          </a:stretch>
        </p:blipFill>
        <p:spPr>
          <a:xfrm>
            <a:off x="6133766" y="2503568"/>
            <a:ext cx="800100" cy="300015"/>
          </a:xfrm>
          <a:prstGeom prst="rect">
            <a:avLst/>
          </a:prstGeom>
        </p:spPr>
      </p:pic>
      <p:pic>
        <p:nvPicPr>
          <p:cNvPr id="94" name="Picture 93" descr="A black circle with a white background&#10;&#10;AI-generated content may be incorrect.">
            <a:extLst>
              <a:ext uri="{FF2B5EF4-FFF2-40B4-BE49-F238E27FC236}">
                <a16:creationId xmlns:a16="http://schemas.microsoft.com/office/drawing/2014/main" id="{13833CB1-08F3-68B7-40C9-2511293768D9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38" r="20480"/>
          <a:stretch>
            <a:fillRect/>
          </a:stretch>
        </p:blipFill>
        <p:spPr>
          <a:xfrm>
            <a:off x="9171393" y="1908889"/>
            <a:ext cx="727129" cy="1039582"/>
          </a:xfrm>
          <a:prstGeom prst="rect">
            <a:avLst/>
          </a:prstGeom>
        </p:spPr>
      </p:pic>
      <p:pic>
        <p:nvPicPr>
          <p:cNvPr id="95" name="Picture 94" descr="A black circle with a hole in it&#10;&#10;AI-generated content may be incorrect.">
            <a:extLst>
              <a:ext uri="{FF2B5EF4-FFF2-40B4-BE49-F238E27FC236}">
                <a16:creationId xmlns:a16="http://schemas.microsoft.com/office/drawing/2014/main" id="{57F968B4-EE62-E279-2E96-FD95EE0A7FF7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07" b="16808"/>
          <a:stretch>
            <a:fillRect/>
          </a:stretch>
        </p:blipFill>
        <p:spPr>
          <a:xfrm>
            <a:off x="9863871" y="1930655"/>
            <a:ext cx="971550" cy="899172"/>
          </a:xfrm>
          <a:prstGeom prst="rect">
            <a:avLst/>
          </a:prstGeom>
        </p:spPr>
      </p:pic>
      <p:pic>
        <p:nvPicPr>
          <p:cNvPr id="96" name="Picture 95" descr="A black circle with a pointy center&#10;&#10;AI-generated content may be incorrect.">
            <a:extLst>
              <a:ext uri="{FF2B5EF4-FFF2-40B4-BE49-F238E27FC236}">
                <a16:creationId xmlns:a16="http://schemas.microsoft.com/office/drawing/2014/main" id="{DFFEDD19-FCB7-66B4-D83E-17EA7D2521B9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51" r="25327" b="19635"/>
          <a:stretch>
            <a:fillRect/>
          </a:stretch>
        </p:blipFill>
        <p:spPr>
          <a:xfrm>
            <a:off x="11292094" y="2016760"/>
            <a:ext cx="874847" cy="937854"/>
          </a:xfrm>
          <a:prstGeom prst="rect">
            <a:avLst/>
          </a:prstGeom>
        </p:spPr>
      </p:pic>
      <p:pic>
        <p:nvPicPr>
          <p:cNvPr id="97" name="Picture 96" descr="A black circle with a hole in it&#10;&#10;AI-generated content may be incorrect.">
            <a:extLst>
              <a:ext uri="{FF2B5EF4-FFF2-40B4-BE49-F238E27FC236}">
                <a16:creationId xmlns:a16="http://schemas.microsoft.com/office/drawing/2014/main" id="{4D5D68EE-E7B3-E51D-FF7A-9BC2A6B7CCB1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148"/>
          <a:stretch>
            <a:fillRect/>
          </a:stretch>
        </p:blipFill>
        <p:spPr>
          <a:xfrm>
            <a:off x="9851845" y="2537676"/>
            <a:ext cx="971550" cy="364430"/>
          </a:xfrm>
          <a:prstGeom prst="rect">
            <a:avLst/>
          </a:prstGeom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B7B11767-16B9-20EE-405D-9D324BD242A2}"/>
              </a:ext>
            </a:extLst>
          </p:cNvPr>
          <p:cNvSpPr txBox="1"/>
          <p:nvPr/>
        </p:nvSpPr>
        <p:spPr>
          <a:xfrm>
            <a:off x="9146157" y="1766942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mc_aulacantha_to_foraminifera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99" name="Picture 98" descr="A black circle with a white background&#10;&#10;AI-generated content may be incorrect.">
            <a:extLst>
              <a:ext uri="{FF2B5EF4-FFF2-40B4-BE49-F238E27FC236}">
                <a16:creationId xmlns:a16="http://schemas.microsoft.com/office/drawing/2014/main" id="{1DAE537E-33A7-7A2D-8EDD-6908E2E8B58E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99" r="16679" b="17406"/>
          <a:stretch>
            <a:fillRect/>
          </a:stretch>
        </p:blipFill>
        <p:spPr>
          <a:xfrm>
            <a:off x="10572634" y="2101827"/>
            <a:ext cx="714265" cy="849920"/>
          </a:xfrm>
          <a:prstGeom prst="rect">
            <a:avLst/>
          </a:prstGeom>
        </p:spPr>
      </p:pic>
      <p:pic>
        <p:nvPicPr>
          <p:cNvPr id="100" name="Picture 99" descr="A black circle with a pointy center&#10;&#10;AI-generated content may be incorrect.">
            <a:extLst>
              <a:ext uri="{FF2B5EF4-FFF2-40B4-BE49-F238E27FC236}">
                <a16:creationId xmlns:a16="http://schemas.microsoft.com/office/drawing/2014/main" id="{D5DCB172-E33D-9741-89A3-AF1E6DF5913E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347" r="25327"/>
          <a:stretch>
            <a:fillRect/>
          </a:stretch>
        </p:blipFill>
        <p:spPr>
          <a:xfrm>
            <a:off x="11292729" y="2625985"/>
            <a:ext cx="874847" cy="326553"/>
          </a:xfrm>
          <a:prstGeom prst="rect">
            <a:avLst/>
          </a:prstGeom>
        </p:spPr>
      </p:pic>
      <p:pic>
        <p:nvPicPr>
          <p:cNvPr id="101" name="Picture 100" descr="A black circle with a white background&#10;&#10;AI-generated content may be incorrect.">
            <a:extLst>
              <a:ext uri="{FF2B5EF4-FFF2-40B4-BE49-F238E27FC236}">
                <a16:creationId xmlns:a16="http://schemas.microsoft.com/office/drawing/2014/main" id="{EF195035-21FD-7281-C64A-CA9454DC5D01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143" r="16679"/>
          <a:stretch>
            <a:fillRect/>
          </a:stretch>
        </p:blipFill>
        <p:spPr>
          <a:xfrm>
            <a:off x="10576556" y="2608670"/>
            <a:ext cx="714265" cy="342341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9F0DCCCD-16FF-4B69-5243-9B1C11650CE5}"/>
              </a:ext>
            </a:extLst>
          </p:cNvPr>
          <p:cNvSpPr txBox="1"/>
          <p:nvPr/>
        </p:nvSpPr>
        <p:spPr>
          <a:xfrm>
            <a:off x="6103070" y="399860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Castanellidae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103" name="Picture 102" descr="A bullet hole in a glass&#10;&#10;AI-generated content may be incorrect.">
            <a:extLst>
              <a:ext uri="{FF2B5EF4-FFF2-40B4-BE49-F238E27FC236}">
                <a16:creationId xmlns:a16="http://schemas.microsoft.com/office/drawing/2014/main" id="{B9D825BA-A0C7-6E04-11EB-E3A7E597AB4C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37" b="20314"/>
          <a:stretch>
            <a:fillRect/>
          </a:stretch>
        </p:blipFill>
        <p:spPr>
          <a:xfrm>
            <a:off x="2188061" y="3048644"/>
            <a:ext cx="812848" cy="1094023"/>
          </a:xfrm>
          <a:prstGeom prst="rect">
            <a:avLst/>
          </a:prstGeom>
        </p:spPr>
      </p:pic>
      <p:pic>
        <p:nvPicPr>
          <p:cNvPr id="104" name="Picture 103" descr="A close-up of a black circle&#10;&#10;AI-generated content may be incorrect.">
            <a:extLst>
              <a:ext uri="{FF2B5EF4-FFF2-40B4-BE49-F238E27FC236}">
                <a16:creationId xmlns:a16="http://schemas.microsoft.com/office/drawing/2014/main" id="{580BB9A9-E646-4A37-8D89-F090D7B5C95C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45" t="27662" r="30374" b="24715"/>
          <a:stretch>
            <a:fillRect/>
          </a:stretch>
        </p:blipFill>
        <p:spPr>
          <a:xfrm>
            <a:off x="26996" y="3032216"/>
            <a:ext cx="820105" cy="1086497"/>
          </a:xfrm>
          <a:prstGeom prst="rect">
            <a:avLst/>
          </a:prstGeom>
        </p:spPr>
      </p:pic>
      <p:pic>
        <p:nvPicPr>
          <p:cNvPr id="105" name="Picture 104" descr="A close-up of a black circle&#10;&#10;AI-generated content may be incorrect.">
            <a:extLst>
              <a:ext uri="{FF2B5EF4-FFF2-40B4-BE49-F238E27FC236}">
                <a16:creationId xmlns:a16="http://schemas.microsoft.com/office/drawing/2014/main" id="{E1C328E1-35AB-F854-0FBE-E2B93EC7E69A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07" r="50605" b="-1997"/>
          <a:stretch>
            <a:fillRect/>
          </a:stretch>
        </p:blipFill>
        <p:spPr>
          <a:xfrm>
            <a:off x="26997" y="3910757"/>
            <a:ext cx="877174" cy="284986"/>
          </a:xfrm>
          <a:prstGeom prst="rect">
            <a:avLst/>
          </a:prstGeom>
        </p:spPr>
      </p:pic>
      <p:pic>
        <p:nvPicPr>
          <p:cNvPr id="106" name="Picture 105" descr="A bullet hole in a glass&#10;&#10;AI-generated content may be incorrect.">
            <a:extLst>
              <a:ext uri="{FF2B5EF4-FFF2-40B4-BE49-F238E27FC236}">
                <a16:creationId xmlns:a16="http://schemas.microsoft.com/office/drawing/2014/main" id="{37E9BEA5-A061-3052-08A9-4AD25FACAF6F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572"/>
          <a:stretch>
            <a:fillRect/>
          </a:stretch>
        </p:blipFill>
        <p:spPr>
          <a:xfrm>
            <a:off x="2200885" y="3812530"/>
            <a:ext cx="812849" cy="319264"/>
          </a:xfrm>
          <a:prstGeom prst="rect">
            <a:avLst/>
          </a:prstGeom>
        </p:spPr>
      </p:pic>
      <p:pic>
        <p:nvPicPr>
          <p:cNvPr id="107" name="Picture 106" descr="A black and white drop of water&#10;&#10;AI-generated content may be incorrect.">
            <a:extLst>
              <a:ext uri="{FF2B5EF4-FFF2-40B4-BE49-F238E27FC236}">
                <a16:creationId xmlns:a16="http://schemas.microsoft.com/office/drawing/2014/main" id="{FB543E32-54C5-9C34-1DA9-1C4B0BB94FBC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568" y="3057019"/>
            <a:ext cx="542925" cy="1066800"/>
          </a:xfrm>
          <a:prstGeom prst="rect">
            <a:avLst/>
          </a:prstGeom>
        </p:spPr>
      </p:pic>
      <p:pic>
        <p:nvPicPr>
          <p:cNvPr id="108" name="Picture 107" descr="A close up of an eye&#10;&#10;AI-generated content may be incorrect.">
            <a:extLst>
              <a:ext uri="{FF2B5EF4-FFF2-40B4-BE49-F238E27FC236}">
                <a16:creationId xmlns:a16="http://schemas.microsoft.com/office/drawing/2014/main" id="{ADBE3FFA-DBEA-C77A-91F0-6BB3330A65B6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6785" y="3124791"/>
            <a:ext cx="942975" cy="952500"/>
          </a:xfrm>
          <a:prstGeom prst="rect">
            <a:avLst/>
          </a:prstGeom>
        </p:spPr>
      </p:pic>
      <p:pic>
        <p:nvPicPr>
          <p:cNvPr id="109" name="Picture 108" descr="A hole in a white surface&#10;&#10;AI-generated content may be incorrect.">
            <a:extLst>
              <a:ext uri="{FF2B5EF4-FFF2-40B4-BE49-F238E27FC236}">
                <a16:creationId xmlns:a16="http://schemas.microsoft.com/office/drawing/2014/main" id="{E4F6AA29-7124-6D1A-9328-EEC90495B078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88"/>
          <a:stretch>
            <a:fillRect/>
          </a:stretch>
        </p:blipFill>
        <p:spPr>
          <a:xfrm>
            <a:off x="5285269" y="3024782"/>
            <a:ext cx="800100" cy="1059792"/>
          </a:xfrm>
          <a:prstGeom prst="rect">
            <a:avLst/>
          </a:prstGeom>
        </p:spPr>
      </p:pic>
      <p:pic>
        <p:nvPicPr>
          <p:cNvPr id="110" name="Picture 109" descr="A close-up of a black and white photo&#10;&#10;AI-generated content may be incorrect.">
            <a:extLst>
              <a:ext uri="{FF2B5EF4-FFF2-40B4-BE49-F238E27FC236}">
                <a16:creationId xmlns:a16="http://schemas.microsoft.com/office/drawing/2014/main" id="{A32A8A26-9239-8F5F-08B3-42BAF4C3D955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4406" y="3071230"/>
            <a:ext cx="771525" cy="981075"/>
          </a:xfrm>
          <a:prstGeom prst="rect">
            <a:avLst/>
          </a:prstGeom>
        </p:spPr>
      </p:pic>
      <p:sp>
        <p:nvSpPr>
          <p:cNvPr id="111" name="TextBox 110">
            <a:extLst>
              <a:ext uri="{FF2B5EF4-FFF2-40B4-BE49-F238E27FC236}">
                <a16:creationId xmlns:a16="http://schemas.microsoft.com/office/drawing/2014/main" id="{C241FF55-8AD3-B97A-CFAE-4A230E3B91AA}"/>
              </a:ext>
            </a:extLst>
          </p:cNvPr>
          <p:cNvSpPr txBox="1"/>
          <p:nvPr/>
        </p:nvSpPr>
        <p:spPr>
          <a:xfrm>
            <a:off x="3048340" y="3024782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Coelographis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112" name="Picture 111" descr="A black circle with a pointy center&#10;&#10;AI-generated content may be incorrect.">
            <a:extLst>
              <a:ext uri="{FF2B5EF4-FFF2-40B4-BE49-F238E27FC236}">
                <a16:creationId xmlns:a16="http://schemas.microsoft.com/office/drawing/2014/main" id="{2E55A54C-EBA1-5859-BF30-75355ECE1AFB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9192" y="3116560"/>
            <a:ext cx="942975" cy="1009650"/>
          </a:xfrm>
          <a:prstGeom prst="rect">
            <a:avLst/>
          </a:prstGeom>
        </p:spPr>
      </p:pic>
      <p:pic>
        <p:nvPicPr>
          <p:cNvPr id="113" name="Picture 112" descr="A black spot on a white background&#10;&#10;AI-generated content may be incorrect.">
            <a:extLst>
              <a:ext uri="{FF2B5EF4-FFF2-40B4-BE49-F238E27FC236}">
                <a16:creationId xmlns:a16="http://schemas.microsoft.com/office/drawing/2014/main" id="{9CDEFD5C-5C62-1EDC-B78B-C599C772164F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14" t="23333" r="22546" b="25002"/>
          <a:stretch>
            <a:fillRect/>
          </a:stretch>
        </p:blipFill>
        <p:spPr>
          <a:xfrm>
            <a:off x="6113635" y="3061882"/>
            <a:ext cx="632467" cy="1008830"/>
          </a:xfrm>
          <a:prstGeom prst="rect">
            <a:avLst/>
          </a:prstGeom>
        </p:spPr>
      </p:pic>
      <p:pic>
        <p:nvPicPr>
          <p:cNvPr id="114" name="Picture 113" descr="A bullet hole in a glass&#10;&#10;AI-generated content may be incorrect.">
            <a:extLst>
              <a:ext uri="{FF2B5EF4-FFF2-40B4-BE49-F238E27FC236}">
                <a16:creationId xmlns:a16="http://schemas.microsoft.com/office/drawing/2014/main" id="{001CCF22-E1B5-A66E-D052-F36B8FA54CCB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41" b="25583"/>
          <a:stretch>
            <a:fillRect/>
          </a:stretch>
        </p:blipFill>
        <p:spPr>
          <a:xfrm>
            <a:off x="7669698" y="3065205"/>
            <a:ext cx="828675" cy="1060742"/>
          </a:xfrm>
          <a:prstGeom prst="rect">
            <a:avLst/>
          </a:prstGeom>
        </p:spPr>
      </p:pic>
      <p:pic>
        <p:nvPicPr>
          <p:cNvPr id="115" name="Picture 114" descr="A black hole in a white background&#10;&#10;AI-generated content may be incorrect.">
            <a:extLst>
              <a:ext uri="{FF2B5EF4-FFF2-40B4-BE49-F238E27FC236}">
                <a16:creationId xmlns:a16="http://schemas.microsoft.com/office/drawing/2014/main" id="{082E0702-DED5-6DF0-693A-8F57EE93F903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54" t="21185" r="19517" b="23003"/>
          <a:stretch>
            <a:fillRect/>
          </a:stretch>
        </p:blipFill>
        <p:spPr>
          <a:xfrm>
            <a:off x="8458200" y="3118867"/>
            <a:ext cx="648564" cy="914374"/>
          </a:xfrm>
          <a:prstGeom prst="rect">
            <a:avLst/>
          </a:prstGeom>
        </p:spPr>
      </p:pic>
      <p:pic>
        <p:nvPicPr>
          <p:cNvPr id="116" name="Picture 115" descr="A black spot on a white background&#10;&#10;AI-generated content may be incorrect.">
            <a:extLst>
              <a:ext uri="{FF2B5EF4-FFF2-40B4-BE49-F238E27FC236}">
                <a16:creationId xmlns:a16="http://schemas.microsoft.com/office/drawing/2014/main" id="{5B6543C9-37D1-2920-30EF-C01A77BC36EC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764" r="40541"/>
          <a:stretch>
            <a:fillRect/>
          </a:stretch>
        </p:blipFill>
        <p:spPr>
          <a:xfrm>
            <a:off x="6109321" y="3768154"/>
            <a:ext cx="594663" cy="297511"/>
          </a:xfrm>
          <a:prstGeom prst="rect">
            <a:avLst/>
          </a:prstGeom>
        </p:spPr>
      </p:pic>
      <p:pic>
        <p:nvPicPr>
          <p:cNvPr id="117" name="Picture 116" descr="A bullet hole in a glass&#10;&#10;AI-generated content may be incorrect.">
            <a:extLst>
              <a:ext uri="{FF2B5EF4-FFF2-40B4-BE49-F238E27FC236}">
                <a16:creationId xmlns:a16="http://schemas.microsoft.com/office/drawing/2014/main" id="{60C80349-4EB7-1D65-724D-63B633B7C08D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728"/>
          <a:stretch>
            <a:fillRect/>
          </a:stretch>
        </p:blipFill>
        <p:spPr>
          <a:xfrm>
            <a:off x="7672781" y="3819885"/>
            <a:ext cx="828675" cy="307241"/>
          </a:xfrm>
          <a:prstGeom prst="rect">
            <a:avLst/>
          </a:prstGeom>
        </p:spPr>
      </p:pic>
      <p:pic>
        <p:nvPicPr>
          <p:cNvPr id="118" name="Picture 117" descr="A black hole in a white background&#10;&#10;AI-generated content may be incorrect.">
            <a:extLst>
              <a:ext uri="{FF2B5EF4-FFF2-40B4-BE49-F238E27FC236}">
                <a16:creationId xmlns:a16="http://schemas.microsoft.com/office/drawing/2014/main" id="{4E2DDD57-524F-403E-D2CF-897F030A3C9A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701" r="39730"/>
          <a:stretch>
            <a:fillRect/>
          </a:stretch>
        </p:blipFill>
        <p:spPr>
          <a:xfrm>
            <a:off x="8456828" y="3729161"/>
            <a:ext cx="654437" cy="299794"/>
          </a:xfrm>
          <a:prstGeom prst="rect">
            <a:avLst/>
          </a:prstGeom>
        </p:spPr>
      </p:pic>
      <p:sp>
        <p:nvSpPr>
          <p:cNvPr id="119" name="TextBox 118">
            <a:extLst>
              <a:ext uri="{FF2B5EF4-FFF2-40B4-BE49-F238E27FC236}">
                <a16:creationId xmlns:a16="http://schemas.microsoft.com/office/drawing/2014/main" id="{D768A8CF-118A-BA3E-B437-0DFE0406401E}"/>
              </a:ext>
            </a:extLst>
          </p:cNvPr>
          <p:cNvSpPr txBox="1"/>
          <p:nvPr/>
        </p:nvSpPr>
        <p:spPr>
          <a:xfrm>
            <a:off x="6112908" y="3025091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leg_Coelodendridae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120" name="Picture 119" descr="A close-up of a spider&#10;&#10;AI-generated content may be incorrect.">
            <a:extLst>
              <a:ext uri="{FF2B5EF4-FFF2-40B4-BE49-F238E27FC236}">
                <a16:creationId xmlns:a16="http://schemas.microsoft.com/office/drawing/2014/main" id="{CEEC7534-B7A0-1988-3D53-88D429853387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76" t="22694" r="21992" b="18834"/>
          <a:stretch>
            <a:fillRect/>
          </a:stretch>
        </p:blipFill>
        <p:spPr>
          <a:xfrm>
            <a:off x="9178413" y="3087132"/>
            <a:ext cx="753905" cy="1008087"/>
          </a:xfrm>
          <a:prstGeom prst="rect">
            <a:avLst/>
          </a:prstGeom>
        </p:spPr>
      </p:pic>
      <p:pic>
        <p:nvPicPr>
          <p:cNvPr id="121" name="Picture 120" descr="A black blot on a white background&#10;&#10;AI-generated content may be incorrect.">
            <a:extLst>
              <a:ext uri="{FF2B5EF4-FFF2-40B4-BE49-F238E27FC236}">
                <a16:creationId xmlns:a16="http://schemas.microsoft.com/office/drawing/2014/main" id="{3F8FB172-DC52-0C84-EEAC-62434705AB6B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72" t="23970" r="22457" b="24374"/>
          <a:stretch>
            <a:fillRect/>
          </a:stretch>
        </p:blipFill>
        <p:spPr>
          <a:xfrm>
            <a:off x="9863871" y="3088244"/>
            <a:ext cx="842839" cy="1067685"/>
          </a:xfrm>
          <a:prstGeom prst="rect">
            <a:avLst/>
          </a:prstGeom>
        </p:spPr>
      </p:pic>
      <p:pic>
        <p:nvPicPr>
          <p:cNvPr id="122" name="Picture 121" descr="A spider on a white background&#10;&#10;AI-generated content may be incorrect.">
            <a:extLst>
              <a:ext uri="{FF2B5EF4-FFF2-40B4-BE49-F238E27FC236}">
                <a16:creationId xmlns:a16="http://schemas.microsoft.com/office/drawing/2014/main" id="{F3F36903-B395-7EEC-7BB4-03A8C28CFAF0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07" t="18788" r="24425" b="17793"/>
          <a:stretch>
            <a:fillRect/>
          </a:stretch>
        </p:blipFill>
        <p:spPr>
          <a:xfrm>
            <a:off x="10670157" y="3198547"/>
            <a:ext cx="867544" cy="912135"/>
          </a:xfrm>
          <a:prstGeom prst="rect">
            <a:avLst/>
          </a:prstGeom>
        </p:spPr>
      </p:pic>
      <p:pic>
        <p:nvPicPr>
          <p:cNvPr id="123" name="Picture 122" descr="A spider on a white background&#10;&#10;AI-generated content may be incorrect.">
            <a:extLst>
              <a:ext uri="{FF2B5EF4-FFF2-40B4-BE49-F238E27FC236}">
                <a16:creationId xmlns:a16="http://schemas.microsoft.com/office/drawing/2014/main" id="{6625E45A-468D-D087-C169-40B4501BA283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62" t="21379" r="21228" b="21041"/>
          <a:stretch>
            <a:fillRect/>
          </a:stretch>
        </p:blipFill>
        <p:spPr>
          <a:xfrm>
            <a:off x="11551946" y="3185395"/>
            <a:ext cx="597778" cy="926872"/>
          </a:xfrm>
          <a:prstGeom prst="rect">
            <a:avLst/>
          </a:prstGeom>
        </p:spPr>
      </p:pic>
      <p:pic>
        <p:nvPicPr>
          <p:cNvPr id="124" name="Picture 123" descr="A spider on a white background&#10;&#10;AI-generated content may be incorrect.">
            <a:extLst>
              <a:ext uri="{FF2B5EF4-FFF2-40B4-BE49-F238E27FC236}">
                <a16:creationId xmlns:a16="http://schemas.microsoft.com/office/drawing/2014/main" id="{2520253D-DB63-3DC1-B796-BB859FC8DF74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7832" r="56445" b="1124"/>
          <a:stretch>
            <a:fillRect/>
          </a:stretch>
        </p:blipFill>
        <p:spPr>
          <a:xfrm>
            <a:off x="10670157" y="3808003"/>
            <a:ext cx="771635" cy="302679"/>
          </a:xfrm>
          <a:prstGeom prst="rect">
            <a:avLst/>
          </a:prstGeom>
        </p:spPr>
      </p:pic>
      <p:pic>
        <p:nvPicPr>
          <p:cNvPr id="125" name="Picture 124" descr="A black blot on a white background&#10;&#10;AI-generated content may be incorrect.">
            <a:extLst>
              <a:ext uri="{FF2B5EF4-FFF2-40B4-BE49-F238E27FC236}">
                <a16:creationId xmlns:a16="http://schemas.microsoft.com/office/drawing/2014/main" id="{D72E8624-4C33-3290-B6C0-CF0F619B2AA0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604" r="48425" b="-3507"/>
          <a:stretch>
            <a:fillRect/>
          </a:stretch>
        </p:blipFill>
        <p:spPr>
          <a:xfrm>
            <a:off x="9873453" y="3828172"/>
            <a:ext cx="825305" cy="370032"/>
          </a:xfrm>
          <a:prstGeom prst="rect">
            <a:avLst/>
          </a:prstGeom>
        </p:spPr>
      </p:pic>
      <p:sp>
        <p:nvSpPr>
          <p:cNvPr id="126" name="TextBox 125">
            <a:extLst>
              <a:ext uri="{FF2B5EF4-FFF2-40B4-BE49-F238E27FC236}">
                <a16:creationId xmlns:a16="http://schemas.microsoft.com/office/drawing/2014/main" id="{17B0D78F-3079-B634-DCAD-077B7C42F32F}"/>
              </a:ext>
            </a:extLst>
          </p:cNvPr>
          <p:cNvSpPr txBox="1"/>
          <p:nvPr/>
        </p:nvSpPr>
        <p:spPr>
          <a:xfrm>
            <a:off x="9160909" y="3030397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Medusettidae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127" name="Picture 126" descr="A close-up of a spider&#10;&#10;AI-generated content may be incorrect.">
            <a:extLst>
              <a:ext uri="{FF2B5EF4-FFF2-40B4-BE49-F238E27FC236}">
                <a16:creationId xmlns:a16="http://schemas.microsoft.com/office/drawing/2014/main" id="{7DA5CB79-A0AE-BCDA-0DBA-33E75B89640C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419" r="50648"/>
          <a:stretch>
            <a:fillRect/>
          </a:stretch>
        </p:blipFill>
        <p:spPr>
          <a:xfrm>
            <a:off x="9182760" y="3713333"/>
            <a:ext cx="719222" cy="389297"/>
          </a:xfrm>
          <a:prstGeom prst="rect">
            <a:avLst/>
          </a:prstGeom>
        </p:spPr>
      </p:pic>
      <p:pic>
        <p:nvPicPr>
          <p:cNvPr id="128" name="Picture 127" descr="A spider on a white background&#10;&#10;AI-generated content may be incorrect.">
            <a:extLst>
              <a:ext uri="{FF2B5EF4-FFF2-40B4-BE49-F238E27FC236}">
                <a16:creationId xmlns:a16="http://schemas.microsoft.com/office/drawing/2014/main" id="{B1E78FCD-E9F1-209E-2428-2C1CF7CC0B39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8560" r="39188" b="-2872"/>
          <a:stretch>
            <a:fillRect/>
          </a:stretch>
        </p:blipFill>
        <p:spPr>
          <a:xfrm>
            <a:off x="11535661" y="3737978"/>
            <a:ext cx="625571" cy="391350"/>
          </a:xfrm>
          <a:prstGeom prst="rect">
            <a:avLst/>
          </a:prstGeom>
        </p:spPr>
      </p:pic>
      <p:pic>
        <p:nvPicPr>
          <p:cNvPr id="129" name="Picture 128" descr="A close-up of a fish eye&#10;&#10;AI-generated content may be incorrect.">
            <a:extLst>
              <a:ext uri="{FF2B5EF4-FFF2-40B4-BE49-F238E27FC236}">
                <a16:creationId xmlns:a16="http://schemas.microsoft.com/office/drawing/2014/main" id="{2884473E-8ADD-73B4-E8BA-2B2B3A3B5F87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81" r="21951"/>
          <a:stretch>
            <a:fillRect/>
          </a:stretch>
        </p:blipFill>
        <p:spPr>
          <a:xfrm>
            <a:off x="5043255" y="4219336"/>
            <a:ext cx="914401" cy="966041"/>
          </a:xfrm>
          <a:prstGeom prst="rect">
            <a:avLst/>
          </a:prstGeom>
        </p:spPr>
      </p:pic>
      <p:pic>
        <p:nvPicPr>
          <p:cNvPr id="130" name="Picture 129" descr="A close up of a white eye&#10;&#10;AI-generated content may be incorrect.">
            <a:extLst>
              <a:ext uri="{FF2B5EF4-FFF2-40B4-BE49-F238E27FC236}">
                <a16:creationId xmlns:a16="http://schemas.microsoft.com/office/drawing/2014/main" id="{10BCF4ED-2A6E-90C7-6991-D61A80C541C0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48" r="24882"/>
          <a:stretch>
            <a:fillRect/>
          </a:stretch>
        </p:blipFill>
        <p:spPr>
          <a:xfrm>
            <a:off x="3059396" y="4247202"/>
            <a:ext cx="987381" cy="998960"/>
          </a:xfrm>
          <a:prstGeom prst="rect">
            <a:avLst/>
          </a:prstGeom>
        </p:spPr>
      </p:pic>
      <p:pic>
        <p:nvPicPr>
          <p:cNvPr id="131" name="Picture 130" descr="A close-up of a white object&#10;&#10;AI-generated content may be incorrect.">
            <a:extLst>
              <a:ext uri="{FF2B5EF4-FFF2-40B4-BE49-F238E27FC236}">
                <a16:creationId xmlns:a16="http://schemas.microsoft.com/office/drawing/2014/main" id="{5EF1CA68-A6A3-2BAD-CA44-41CC4CD555CA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95" t="23710" r="25955" b="27921"/>
          <a:stretch>
            <a:fillRect/>
          </a:stretch>
        </p:blipFill>
        <p:spPr>
          <a:xfrm>
            <a:off x="7592361" y="4316026"/>
            <a:ext cx="826935" cy="889161"/>
          </a:xfrm>
          <a:prstGeom prst="rect">
            <a:avLst/>
          </a:prstGeom>
        </p:spPr>
      </p:pic>
      <p:pic>
        <p:nvPicPr>
          <p:cNvPr id="132" name="Picture 131" descr="A group of white gears&#10;&#10;AI-generated content may be incorrect.">
            <a:extLst>
              <a:ext uri="{FF2B5EF4-FFF2-40B4-BE49-F238E27FC236}">
                <a16:creationId xmlns:a16="http://schemas.microsoft.com/office/drawing/2014/main" id="{A985967D-2662-76AD-3821-388FB4820453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08" t="26738" r="28985" b="28094"/>
          <a:stretch>
            <a:fillRect/>
          </a:stretch>
        </p:blipFill>
        <p:spPr>
          <a:xfrm>
            <a:off x="8519785" y="4175201"/>
            <a:ext cx="606644" cy="1055036"/>
          </a:xfrm>
          <a:prstGeom prst="rect">
            <a:avLst/>
          </a:prstGeom>
        </p:spPr>
      </p:pic>
      <p:pic>
        <p:nvPicPr>
          <p:cNvPr id="133" name="Picture 132" descr="A black spot on a white background&#10;&#10;AI-generated content may be incorrect.">
            <a:extLst>
              <a:ext uri="{FF2B5EF4-FFF2-40B4-BE49-F238E27FC236}">
                <a16:creationId xmlns:a16="http://schemas.microsoft.com/office/drawing/2014/main" id="{D40025CB-D412-8741-6E47-3E8EB9243BA5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45" r="20033" b="32635"/>
          <a:stretch>
            <a:fillRect/>
          </a:stretch>
        </p:blipFill>
        <p:spPr>
          <a:xfrm>
            <a:off x="6123737" y="4175811"/>
            <a:ext cx="571262" cy="953993"/>
          </a:xfrm>
          <a:prstGeom prst="rect">
            <a:avLst/>
          </a:prstGeom>
        </p:spPr>
      </p:pic>
      <p:pic>
        <p:nvPicPr>
          <p:cNvPr id="134" name="Picture 133" descr="A close-up of a white object&#10;&#10;AI-generated content may be incorrect.">
            <a:extLst>
              <a:ext uri="{FF2B5EF4-FFF2-40B4-BE49-F238E27FC236}">
                <a16:creationId xmlns:a16="http://schemas.microsoft.com/office/drawing/2014/main" id="{B53B911A-118F-EB9A-A90E-5C64CFA45B35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112"/>
          <a:stretch>
            <a:fillRect/>
          </a:stretch>
        </p:blipFill>
        <p:spPr>
          <a:xfrm>
            <a:off x="6833334" y="4326936"/>
            <a:ext cx="645435" cy="895350"/>
          </a:xfrm>
          <a:prstGeom prst="rect">
            <a:avLst/>
          </a:prstGeom>
        </p:spPr>
      </p:pic>
      <p:pic>
        <p:nvPicPr>
          <p:cNvPr id="135" name="Picture 134" descr="A close-up of a white object&#10;&#10;AI-generated content may be incorrect.">
            <a:extLst>
              <a:ext uri="{FF2B5EF4-FFF2-40B4-BE49-F238E27FC236}">
                <a16:creationId xmlns:a16="http://schemas.microsoft.com/office/drawing/2014/main" id="{DB43CC5D-CBBF-5F07-9804-8D5589458E85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062" r="52601" b="94"/>
          <a:stretch>
            <a:fillRect/>
          </a:stretch>
        </p:blipFill>
        <p:spPr>
          <a:xfrm>
            <a:off x="7604281" y="4929178"/>
            <a:ext cx="799113" cy="309648"/>
          </a:xfrm>
          <a:prstGeom prst="rect">
            <a:avLst/>
          </a:prstGeom>
        </p:spPr>
      </p:pic>
      <p:sp>
        <p:nvSpPr>
          <p:cNvPr id="136" name="TextBox 135">
            <a:extLst>
              <a:ext uri="{FF2B5EF4-FFF2-40B4-BE49-F238E27FC236}">
                <a16:creationId xmlns:a16="http://schemas.microsoft.com/office/drawing/2014/main" id="{2E67CD31-762F-E71A-36D0-83D9D4244281}"/>
              </a:ext>
            </a:extLst>
          </p:cNvPr>
          <p:cNvSpPr txBox="1"/>
          <p:nvPr/>
        </p:nvSpPr>
        <p:spPr>
          <a:xfrm>
            <a:off x="6114237" y="4167558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colonial_Aulosphaeridae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137" name="Picture 136" descr="A black spot on a white background&#10;&#10;AI-generated content may be incorrect.">
            <a:extLst>
              <a:ext uri="{FF2B5EF4-FFF2-40B4-BE49-F238E27FC236}">
                <a16:creationId xmlns:a16="http://schemas.microsoft.com/office/drawing/2014/main" id="{F5C6D801-634E-F42C-E4A9-323D2CD01344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114" r="20441" b="-195"/>
          <a:stretch>
            <a:fillRect/>
          </a:stretch>
        </p:blipFill>
        <p:spPr>
          <a:xfrm>
            <a:off x="6126649" y="4886822"/>
            <a:ext cx="568350" cy="359957"/>
          </a:xfrm>
          <a:prstGeom prst="rect">
            <a:avLst/>
          </a:prstGeom>
        </p:spPr>
      </p:pic>
      <p:pic>
        <p:nvPicPr>
          <p:cNvPr id="138" name="Picture 137" descr="A group of white gears&#10;&#10;AI-generated content may be incorrect.">
            <a:extLst>
              <a:ext uri="{FF2B5EF4-FFF2-40B4-BE49-F238E27FC236}">
                <a16:creationId xmlns:a16="http://schemas.microsoft.com/office/drawing/2014/main" id="{51899F64-8895-276F-3362-AD6067E5C897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642" r="60568" b="652"/>
          <a:stretch>
            <a:fillRect/>
          </a:stretch>
        </p:blipFill>
        <p:spPr>
          <a:xfrm>
            <a:off x="8519689" y="4966922"/>
            <a:ext cx="574935" cy="273401"/>
          </a:xfrm>
          <a:prstGeom prst="rect">
            <a:avLst/>
          </a:prstGeom>
        </p:spPr>
      </p:pic>
      <p:pic>
        <p:nvPicPr>
          <p:cNvPr id="139" name="Picture 138" descr="A close up of a black circle&#10;&#10;AI-generated content may be incorrect.">
            <a:extLst>
              <a:ext uri="{FF2B5EF4-FFF2-40B4-BE49-F238E27FC236}">
                <a16:creationId xmlns:a16="http://schemas.microsoft.com/office/drawing/2014/main" id="{56E345B1-FAA1-ED18-3049-A4A326EE5434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000" y="4346807"/>
            <a:ext cx="514350" cy="866775"/>
          </a:xfrm>
          <a:prstGeom prst="rect">
            <a:avLst/>
          </a:prstGeom>
        </p:spPr>
      </p:pic>
      <p:pic>
        <p:nvPicPr>
          <p:cNvPr id="140" name="Picture 139" descr="A black dot in a circle&#10;&#10;AI-generated content may be incorrect.">
            <a:extLst>
              <a:ext uri="{FF2B5EF4-FFF2-40B4-BE49-F238E27FC236}">
                <a16:creationId xmlns:a16="http://schemas.microsoft.com/office/drawing/2014/main" id="{3539AA13-700F-D4C0-7028-49BB9745CB2A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3556" y="4403696"/>
            <a:ext cx="485775" cy="838200"/>
          </a:xfrm>
          <a:prstGeom prst="rect">
            <a:avLst/>
          </a:prstGeom>
        </p:spPr>
      </p:pic>
      <p:pic>
        <p:nvPicPr>
          <p:cNvPr id="141" name="Picture 140" descr="A black dot in a white background&#10;&#10;AI-generated content may be incorrect.">
            <a:extLst>
              <a:ext uri="{FF2B5EF4-FFF2-40B4-BE49-F238E27FC236}">
                <a16:creationId xmlns:a16="http://schemas.microsoft.com/office/drawing/2014/main" id="{EECBD2E3-28CF-F32B-D32B-117D110AFD8A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1537" y="4469811"/>
            <a:ext cx="485775" cy="752475"/>
          </a:xfrm>
          <a:prstGeom prst="rect">
            <a:avLst/>
          </a:prstGeom>
        </p:spPr>
      </p:pic>
      <p:pic>
        <p:nvPicPr>
          <p:cNvPr id="142" name="Picture 141" descr="A black dot in a circle&#10;&#10;AI-generated content may be incorrect.">
            <a:extLst>
              <a:ext uri="{FF2B5EF4-FFF2-40B4-BE49-F238E27FC236}">
                <a16:creationId xmlns:a16="http://schemas.microsoft.com/office/drawing/2014/main" id="{97FCDE6F-D2DD-D4D2-F91D-278AA0E3865D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9518" y="4280298"/>
            <a:ext cx="571500" cy="952500"/>
          </a:xfrm>
          <a:prstGeom prst="rect">
            <a:avLst/>
          </a:prstGeom>
        </p:spPr>
      </p:pic>
      <p:sp>
        <p:nvSpPr>
          <p:cNvPr id="143" name="TextBox 142">
            <a:extLst>
              <a:ext uri="{FF2B5EF4-FFF2-40B4-BE49-F238E27FC236}">
                <a16:creationId xmlns:a16="http://schemas.microsoft.com/office/drawing/2014/main" id="{EE87FCE2-7BB6-9B51-BAF1-5AEA464A0D2F}"/>
              </a:ext>
            </a:extLst>
          </p:cNvPr>
          <p:cNvSpPr txBox="1"/>
          <p:nvPr/>
        </p:nvSpPr>
        <p:spPr>
          <a:xfrm>
            <a:off x="9162238" y="4172864"/>
            <a:ext cx="304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Mc_aulosphaeridae_to_cannosphaeridae</a:t>
            </a:r>
            <a:endParaRPr lang="en-US" sz="1200" b="1" dirty="0">
              <a:solidFill>
                <a:srgbClr val="FFBD00"/>
              </a:solidFill>
            </a:endParaRPr>
          </a:p>
          <a:p>
            <a:pPr algn="ctr"/>
            <a:r>
              <a:rPr lang="it-IT" sz="1200" b="1" dirty="0">
                <a:solidFill>
                  <a:srgbClr val="FFBD00"/>
                </a:solidFill>
              </a:rPr>
              <a:t>Aulo./Canno. Unknown in Figure 7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144" name="Picture 143" descr="A black spot on a white background&#10;&#10;AI-generated content may be incorrect.">
            <a:extLst>
              <a:ext uri="{FF2B5EF4-FFF2-40B4-BE49-F238E27FC236}">
                <a16:creationId xmlns:a16="http://schemas.microsoft.com/office/drawing/2014/main" id="{DABF728E-EB37-70AF-1B95-25ED0350A4BC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09" t="21819" r="15946" b="18369"/>
          <a:stretch>
            <a:fillRect/>
          </a:stretch>
        </p:blipFill>
        <p:spPr>
          <a:xfrm>
            <a:off x="945395" y="5465054"/>
            <a:ext cx="622524" cy="860269"/>
          </a:xfrm>
          <a:prstGeom prst="rect">
            <a:avLst/>
          </a:prstGeom>
        </p:spPr>
      </p:pic>
      <p:pic>
        <p:nvPicPr>
          <p:cNvPr id="145" name="Picture 144" descr="A black circle with a black center&#10;&#10;AI-generated content may be incorrect.">
            <a:extLst>
              <a:ext uri="{FF2B5EF4-FFF2-40B4-BE49-F238E27FC236}">
                <a16:creationId xmlns:a16="http://schemas.microsoft.com/office/drawing/2014/main" id="{E6D465C2-A775-A6B3-B4E6-2E5BC7C3F596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607" y="5286150"/>
            <a:ext cx="771525" cy="1038225"/>
          </a:xfrm>
          <a:prstGeom prst="rect">
            <a:avLst/>
          </a:prstGeom>
        </p:spPr>
      </p:pic>
      <p:pic>
        <p:nvPicPr>
          <p:cNvPr id="146" name="Picture 145" descr="A black dot in a web&#10;&#10;AI-generated content may be incorrect.">
            <a:extLst>
              <a:ext uri="{FF2B5EF4-FFF2-40B4-BE49-F238E27FC236}">
                <a16:creationId xmlns:a16="http://schemas.microsoft.com/office/drawing/2014/main" id="{2D1BFC89-5390-2494-47E3-87F5391BE37A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56" b="19559"/>
          <a:stretch>
            <a:fillRect/>
          </a:stretch>
        </p:blipFill>
        <p:spPr>
          <a:xfrm>
            <a:off x="50477" y="5362370"/>
            <a:ext cx="828675" cy="923950"/>
          </a:xfrm>
          <a:prstGeom prst="rect">
            <a:avLst/>
          </a:prstGeom>
        </p:spPr>
      </p:pic>
      <p:pic>
        <p:nvPicPr>
          <p:cNvPr id="147" name="Picture 146" descr="A black dot in a white background&#10;&#10;AI-generated content may be incorrect.">
            <a:extLst>
              <a:ext uri="{FF2B5EF4-FFF2-40B4-BE49-F238E27FC236}">
                <a16:creationId xmlns:a16="http://schemas.microsoft.com/office/drawing/2014/main" id="{9873FCED-5866-781B-4624-F3F5668CA17B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983" y="5417348"/>
            <a:ext cx="542925" cy="895350"/>
          </a:xfrm>
          <a:prstGeom prst="rect">
            <a:avLst/>
          </a:prstGeom>
        </p:spPr>
      </p:pic>
      <p:pic>
        <p:nvPicPr>
          <p:cNvPr id="148" name="Picture 147" descr="A black spot on a white background&#10;&#10;AI-generated content may be incorrect.">
            <a:extLst>
              <a:ext uri="{FF2B5EF4-FFF2-40B4-BE49-F238E27FC236}">
                <a16:creationId xmlns:a16="http://schemas.microsoft.com/office/drawing/2014/main" id="{ACA48105-C16F-83D5-F755-D20012DB3274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1" r="32485" b="-1"/>
          <a:stretch>
            <a:fillRect/>
          </a:stretch>
        </p:blipFill>
        <p:spPr>
          <a:xfrm>
            <a:off x="941645" y="6010770"/>
            <a:ext cx="675237" cy="314553"/>
          </a:xfrm>
          <a:prstGeom prst="rect">
            <a:avLst/>
          </a:prstGeom>
        </p:spPr>
      </p:pic>
      <p:sp>
        <p:nvSpPr>
          <p:cNvPr id="149" name="TextBox 148">
            <a:extLst>
              <a:ext uri="{FF2B5EF4-FFF2-40B4-BE49-F238E27FC236}">
                <a16:creationId xmlns:a16="http://schemas.microsoft.com/office/drawing/2014/main" id="{86A28568-913D-9412-4A5E-636E9EAC49A5}"/>
              </a:ext>
            </a:extLst>
          </p:cNvPr>
          <p:cNvSpPr txBox="1"/>
          <p:nvPr/>
        </p:nvSpPr>
        <p:spPr>
          <a:xfrm>
            <a:off x="-10088" y="5269436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Cannosphaeridae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150" name="Picture 149" descr="A black dot in a web&#10;&#10;AI-generated content may be incorrect.">
            <a:extLst>
              <a:ext uri="{FF2B5EF4-FFF2-40B4-BE49-F238E27FC236}">
                <a16:creationId xmlns:a16="http://schemas.microsoft.com/office/drawing/2014/main" id="{62886933-C807-4C4F-4ABE-ADD978573B65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843"/>
          <a:stretch>
            <a:fillRect/>
          </a:stretch>
        </p:blipFill>
        <p:spPr>
          <a:xfrm>
            <a:off x="47676" y="5977901"/>
            <a:ext cx="828675" cy="319840"/>
          </a:xfrm>
          <a:prstGeom prst="rect">
            <a:avLst/>
          </a:prstGeom>
        </p:spPr>
      </p:pic>
      <p:pic>
        <p:nvPicPr>
          <p:cNvPr id="151" name="Picture 150" descr="A close-up of black dots&#10;&#10;AI-generated content may be incorrect.">
            <a:extLst>
              <a:ext uri="{FF2B5EF4-FFF2-40B4-BE49-F238E27FC236}">
                <a16:creationId xmlns:a16="http://schemas.microsoft.com/office/drawing/2014/main" id="{D51087F7-920E-81A9-8962-D156EDAB6A02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7154" y="5281323"/>
            <a:ext cx="545426" cy="1032674"/>
          </a:xfrm>
          <a:prstGeom prst="rect">
            <a:avLst/>
          </a:prstGeom>
        </p:spPr>
      </p:pic>
      <p:pic>
        <p:nvPicPr>
          <p:cNvPr id="152" name="Picture 151" descr="A close-up of several black spots&#10;&#10;AI-generated content may be incorrect.">
            <a:extLst>
              <a:ext uri="{FF2B5EF4-FFF2-40B4-BE49-F238E27FC236}">
                <a16:creationId xmlns:a16="http://schemas.microsoft.com/office/drawing/2014/main" id="{04B30860-41E5-967E-9FA4-324F2A009DB8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97" t="24631" r="24229" b="16687"/>
          <a:stretch>
            <a:fillRect/>
          </a:stretch>
        </p:blipFill>
        <p:spPr>
          <a:xfrm>
            <a:off x="3077608" y="5285342"/>
            <a:ext cx="910890" cy="1042818"/>
          </a:xfrm>
          <a:prstGeom prst="rect">
            <a:avLst/>
          </a:prstGeom>
        </p:spPr>
      </p:pic>
      <p:pic>
        <p:nvPicPr>
          <p:cNvPr id="153" name="Picture 152" descr="A close-up of a bullet hole&#10;&#10;AI-generated content may be incorrect.">
            <a:extLst>
              <a:ext uri="{FF2B5EF4-FFF2-40B4-BE49-F238E27FC236}">
                <a16:creationId xmlns:a16="http://schemas.microsoft.com/office/drawing/2014/main" id="{391873B7-F5DF-AF97-DFAC-B1D7E3FFBCCC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83" r="17316"/>
          <a:stretch>
            <a:fillRect/>
          </a:stretch>
        </p:blipFill>
        <p:spPr>
          <a:xfrm>
            <a:off x="4133654" y="5342220"/>
            <a:ext cx="618344" cy="995147"/>
          </a:xfrm>
          <a:prstGeom prst="rect">
            <a:avLst/>
          </a:prstGeom>
        </p:spPr>
      </p:pic>
      <p:pic>
        <p:nvPicPr>
          <p:cNvPr id="154" name="Picture 153" descr="A black dot on a white background&#10;&#10;AI-generated content may be incorrect.">
            <a:extLst>
              <a:ext uri="{FF2B5EF4-FFF2-40B4-BE49-F238E27FC236}">
                <a16:creationId xmlns:a16="http://schemas.microsoft.com/office/drawing/2014/main" id="{BC0BCCCE-BBA0-A737-36C4-3466AD9775B1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7737" y="5289934"/>
            <a:ext cx="485775" cy="1038225"/>
          </a:xfrm>
          <a:prstGeom prst="rect">
            <a:avLst/>
          </a:prstGeom>
        </p:spPr>
      </p:pic>
      <p:sp>
        <p:nvSpPr>
          <p:cNvPr id="155" name="TextBox 154">
            <a:extLst>
              <a:ext uri="{FF2B5EF4-FFF2-40B4-BE49-F238E27FC236}">
                <a16:creationId xmlns:a16="http://schemas.microsoft.com/office/drawing/2014/main" id="{2B37F022-BE90-3F6C-682C-D87C389910F5}"/>
              </a:ext>
            </a:extLst>
          </p:cNvPr>
          <p:cNvSpPr txBox="1"/>
          <p:nvPr/>
        </p:nvSpPr>
        <p:spPr>
          <a:xfrm>
            <a:off x="3044753" y="5263545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colonial_Cannosphaeridae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156" name="Picture 155" descr="A close-up of several black spots&#10;&#10;AI-generated content may be incorrect.">
            <a:extLst>
              <a:ext uri="{FF2B5EF4-FFF2-40B4-BE49-F238E27FC236}">
                <a16:creationId xmlns:a16="http://schemas.microsoft.com/office/drawing/2014/main" id="{41E610C9-B08B-13F1-8D51-9A4C0ABCF189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916" r="38636" b="1"/>
          <a:stretch>
            <a:fillRect/>
          </a:stretch>
        </p:blipFill>
        <p:spPr>
          <a:xfrm>
            <a:off x="3076119" y="6046476"/>
            <a:ext cx="927015" cy="290455"/>
          </a:xfrm>
          <a:prstGeom prst="rect">
            <a:avLst/>
          </a:prstGeom>
        </p:spPr>
      </p:pic>
      <p:pic>
        <p:nvPicPr>
          <p:cNvPr id="157" name="Picture 156" descr="A white object with black dots&#10;&#10;AI-generated content may be incorrect.">
            <a:extLst>
              <a:ext uri="{FF2B5EF4-FFF2-40B4-BE49-F238E27FC236}">
                <a16:creationId xmlns:a16="http://schemas.microsoft.com/office/drawing/2014/main" id="{7D306907-4CC6-B290-D890-F7CBCD87C824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5600" y="5405843"/>
            <a:ext cx="533400" cy="923925"/>
          </a:xfrm>
          <a:prstGeom prst="rect">
            <a:avLst/>
          </a:prstGeom>
        </p:spPr>
      </p:pic>
      <p:pic>
        <p:nvPicPr>
          <p:cNvPr id="158" name="Picture 157" descr="A close up of a ball&#10;&#10;AI-generated content may be incorrect.">
            <a:extLst>
              <a:ext uri="{FF2B5EF4-FFF2-40B4-BE49-F238E27FC236}">
                <a16:creationId xmlns:a16="http://schemas.microsoft.com/office/drawing/2014/main" id="{2FBB09D6-B1A4-BC6E-B76D-7BFA118635A4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0416" y="5455488"/>
            <a:ext cx="514350" cy="866775"/>
          </a:xfrm>
          <a:prstGeom prst="rect">
            <a:avLst/>
          </a:prstGeom>
        </p:spPr>
      </p:pic>
      <p:pic>
        <p:nvPicPr>
          <p:cNvPr id="159" name="Picture 158" descr="A close up of a black and white photo&#10;&#10;AI-generated content may be incorrect.">
            <a:extLst>
              <a:ext uri="{FF2B5EF4-FFF2-40B4-BE49-F238E27FC236}">
                <a16:creationId xmlns:a16="http://schemas.microsoft.com/office/drawing/2014/main" id="{5AA51581-622A-EEDD-DA20-64A3EBF63B48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8056" y="5484063"/>
            <a:ext cx="771525" cy="809625"/>
          </a:xfrm>
          <a:prstGeom prst="rect">
            <a:avLst/>
          </a:prstGeom>
        </p:spPr>
      </p:pic>
      <p:pic>
        <p:nvPicPr>
          <p:cNvPr id="160" name="Picture 159" descr="A black and white image of a bullet&#10;&#10;AI-generated content may be incorrect.">
            <a:extLst>
              <a:ext uri="{FF2B5EF4-FFF2-40B4-BE49-F238E27FC236}">
                <a16:creationId xmlns:a16="http://schemas.microsoft.com/office/drawing/2014/main" id="{3B3E42AB-1CD2-D373-AD15-CD007B2D6FED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446" y="5484063"/>
            <a:ext cx="485775" cy="809625"/>
          </a:xfrm>
          <a:prstGeom prst="rect">
            <a:avLst/>
          </a:prstGeom>
        </p:spPr>
      </p:pic>
      <p:pic>
        <p:nvPicPr>
          <p:cNvPr id="161" name="Picture 160" descr="A clock on a white background&#10;&#10;AI-generated content may be incorrect.">
            <a:extLst>
              <a:ext uri="{FF2B5EF4-FFF2-40B4-BE49-F238E27FC236}">
                <a16:creationId xmlns:a16="http://schemas.microsoft.com/office/drawing/2014/main" id="{1C0FA8CE-B158-3794-E9A2-BB9ACFC414E1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88" r="16851" b="20670"/>
          <a:stretch>
            <a:fillRect/>
          </a:stretch>
        </p:blipFill>
        <p:spPr>
          <a:xfrm>
            <a:off x="11620138" y="5403261"/>
            <a:ext cx="498956" cy="901916"/>
          </a:xfrm>
          <a:prstGeom prst="rect">
            <a:avLst/>
          </a:prstGeom>
        </p:spPr>
      </p:pic>
      <p:pic>
        <p:nvPicPr>
          <p:cNvPr id="162" name="Picture 161" descr="A black dot in a white background&#10;&#10;AI-generated content may be incorrect.">
            <a:extLst>
              <a:ext uri="{FF2B5EF4-FFF2-40B4-BE49-F238E27FC236}">
                <a16:creationId xmlns:a16="http://schemas.microsoft.com/office/drawing/2014/main" id="{963C5190-386D-34A9-BD2F-A839D7A054EF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34" r="14891"/>
          <a:stretch>
            <a:fillRect/>
          </a:stretch>
        </p:blipFill>
        <p:spPr>
          <a:xfrm>
            <a:off x="10893234" y="5327395"/>
            <a:ext cx="617755" cy="976079"/>
          </a:xfrm>
          <a:prstGeom prst="rect">
            <a:avLst/>
          </a:prstGeom>
        </p:spPr>
      </p:pic>
      <p:pic>
        <p:nvPicPr>
          <p:cNvPr id="163" name="Picture 162" descr="A black dot on a white background&#10;&#10;AI-generated content may be incorrect.">
            <a:extLst>
              <a:ext uri="{FF2B5EF4-FFF2-40B4-BE49-F238E27FC236}">
                <a16:creationId xmlns:a16="http://schemas.microsoft.com/office/drawing/2014/main" id="{6FC27FE3-516F-8C39-CA5B-83AD17868EAD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41" r="15428" b="20502"/>
          <a:stretch>
            <a:fillRect/>
          </a:stretch>
        </p:blipFill>
        <p:spPr>
          <a:xfrm>
            <a:off x="10059087" y="5456887"/>
            <a:ext cx="724998" cy="834289"/>
          </a:xfrm>
          <a:prstGeom prst="rect">
            <a:avLst/>
          </a:prstGeom>
        </p:spPr>
      </p:pic>
      <p:pic>
        <p:nvPicPr>
          <p:cNvPr id="164" name="Picture 163" descr="A black object with a pointy center&#10;&#10;AI-generated content may be incorrect.">
            <a:extLst>
              <a:ext uri="{FF2B5EF4-FFF2-40B4-BE49-F238E27FC236}">
                <a16:creationId xmlns:a16="http://schemas.microsoft.com/office/drawing/2014/main" id="{4F44430B-F5C9-11D3-4CA3-BCC45C65D97A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17" r="14857" b="21795"/>
          <a:stretch>
            <a:fillRect/>
          </a:stretch>
        </p:blipFill>
        <p:spPr>
          <a:xfrm>
            <a:off x="9171393" y="5378724"/>
            <a:ext cx="778545" cy="869619"/>
          </a:xfrm>
          <a:prstGeom prst="rect">
            <a:avLst/>
          </a:prstGeom>
        </p:spPr>
      </p:pic>
      <p:pic>
        <p:nvPicPr>
          <p:cNvPr id="165" name="Picture 164" descr="A black object with a pointy center&#10;&#10;AI-generated content may be incorrect.">
            <a:extLst>
              <a:ext uri="{FF2B5EF4-FFF2-40B4-BE49-F238E27FC236}">
                <a16:creationId xmlns:a16="http://schemas.microsoft.com/office/drawing/2014/main" id="{4F2E3A72-99DF-A886-7E9F-606E0DD1FE54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191" r="14857"/>
          <a:stretch>
            <a:fillRect/>
          </a:stretch>
        </p:blipFill>
        <p:spPr>
          <a:xfrm>
            <a:off x="9178413" y="5964203"/>
            <a:ext cx="778545" cy="321532"/>
          </a:xfrm>
          <a:prstGeom prst="rect">
            <a:avLst/>
          </a:prstGeom>
        </p:spPr>
      </p:pic>
      <p:pic>
        <p:nvPicPr>
          <p:cNvPr id="166" name="Picture 165" descr="A black dot on a white background&#10;&#10;AI-generated content may be incorrect.">
            <a:extLst>
              <a:ext uri="{FF2B5EF4-FFF2-40B4-BE49-F238E27FC236}">
                <a16:creationId xmlns:a16="http://schemas.microsoft.com/office/drawing/2014/main" id="{D6DFB47C-4123-9FDF-9445-8169F139B005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586" r="15428"/>
          <a:stretch>
            <a:fillRect/>
          </a:stretch>
        </p:blipFill>
        <p:spPr>
          <a:xfrm>
            <a:off x="9996648" y="6001505"/>
            <a:ext cx="724998" cy="309283"/>
          </a:xfrm>
          <a:prstGeom prst="rect">
            <a:avLst/>
          </a:prstGeom>
        </p:spPr>
      </p:pic>
      <p:pic>
        <p:nvPicPr>
          <p:cNvPr id="167" name="Picture 166" descr="A clock on a white background&#10;&#10;AI-generated content may be incorrect.">
            <a:extLst>
              <a:ext uri="{FF2B5EF4-FFF2-40B4-BE49-F238E27FC236}">
                <a16:creationId xmlns:a16="http://schemas.microsoft.com/office/drawing/2014/main" id="{B433B2B5-424A-7D27-896E-BDC2F3AE30EE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853" r="16851"/>
          <a:stretch>
            <a:fillRect/>
          </a:stretch>
        </p:blipFill>
        <p:spPr>
          <a:xfrm>
            <a:off x="11620138" y="5953862"/>
            <a:ext cx="498956" cy="318558"/>
          </a:xfrm>
          <a:prstGeom prst="rect">
            <a:avLst/>
          </a:prstGeom>
        </p:spPr>
      </p:pic>
      <p:sp>
        <p:nvSpPr>
          <p:cNvPr id="168" name="TextBox 167">
            <a:extLst>
              <a:ext uri="{FF2B5EF4-FFF2-40B4-BE49-F238E27FC236}">
                <a16:creationId xmlns:a16="http://schemas.microsoft.com/office/drawing/2014/main" id="{61B961E3-01C3-6CD2-052D-F7F1C87258C3}"/>
              </a:ext>
            </a:extLst>
          </p:cNvPr>
          <p:cNvSpPr txBox="1"/>
          <p:nvPr/>
        </p:nvSpPr>
        <p:spPr>
          <a:xfrm>
            <a:off x="9157322" y="5269160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Acantharea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169" name="Picture 168" descr="A bullet hole with text&#10;&#10;AI-generated content may be incorrect.">
            <a:extLst>
              <a:ext uri="{FF2B5EF4-FFF2-40B4-BE49-F238E27FC236}">
                <a16:creationId xmlns:a16="http://schemas.microsoft.com/office/drawing/2014/main" id="{E72B2766-CBAD-C48E-27F8-318A288FF60B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48" r="16456"/>
          <a:stretch>
            <a:fillRect/>
          </a:stretch>
        </p:blipFill>
        <p:spPr>
          <a:xfrm>
            <a:off x="1621283" y="6561226"/>
            <a:ext cx="763724" cy="833322"/>
          </a:xfrm>
          <a:prstGeom prst="rect">
            <a:avLst/>
          </a:prstGeom>
        </p:spPr>
      </p:pic>
      <p:pic>
        <p:nvPicPr>
          <p:cNvPr id="170" name="Picture 169" descr="A bullet hole in a glass&#10;&#10;AI-generated content may be incorrect.">
            <a:extLst>
              <a:ext uri="{FF2B5EF4-FFF2-40B4-BE49-F238E27FC236}">
                <a16:creationId xmlns:a16="http://schemas.microsoft.com/office/drawing/2014/main" id="{B35FF2A1-82C4-EC92-55C5-7E66830DC560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4" t="8048" r="5469" b="17879"/>
          <a:stretch>
            <a:fillRect/>
          </a:stretch>
        </p:blipFill>
        <p:spPr>
          <a:xfrm>
            <a:off x="638202" y="6473815"/>
            <a:ext cx="977610" cy="923580"/>
          </a:xfrm>
          <a:prstGeom prst="rect">
            <a:avLst/>
          </a:prstGeom>
        </p:spPr>
      </p:pic>
      <p:pic>
        <p:nvPicPr>
          <p:cNvPr id="171" name="Picture 170" descr="A close up of a spider&#10;&#10;AI-generated content may be incorrect.">
            <a:extLst>
              <a:ext uri="{FF2B5EF4-FFF2-40B4-BE49-F238E27FC236}">
                <a16:creationId xmlns:a16="http://schemas.microsoft.com/office/drawing/2014/main" id="{CE402FA1-5BD1-6875-616E-50E87FEE7C84}"/>
              </a:ext>
            </a:extLst>
          </p:cNvPr>
          <p:cNvPicPr>
            <a:picLocks noChangeAspect="1"/>
          </p:cNvPicPr>
          <p:nvPr/>
        </p:nvPicPr>
        <p:blipFill>
          <a:blip r:embed="rId7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30"/>
          <a:stretch>
            <a:fillRect/>
          </a:stretch>
        </p:blipFill>
        <p:spPr>
          <a:xfrm>
            <a:off x="2390478" y="6382691"/>
            <a:ext cx="628650" cy="1037540"/>
          </a:xfrm>
          <a:prstGeom prst="rect">
            <a:avLst/>
          </a:prstGeom>
        </p:spPr>
      </p:pic>
      <p:pic>
        <p:nvPicPr>
          <p:cNvPr id="172" name="Picture 171" descr="A bullet hole in a white background&#10;&#10;AI-generated content may be incorrect.">
            <a:extLst>
              <a:ext uri="{FF2B5EF4-FFF2-40B4-BE49-F238E27FC236}">
                <a16:creationId xmlns:a16="http://schemas.microsoft.com/office/drawing/2014/main" id="{130CF235-6890-0777-A328-978EB1531EEB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6" y="6500140"/>
            <a:ext cx="600075" cy="895350"/>
          </a:xfrm>
          <a:prstGeom prst="rect">
            <a:avLst/>
          </a:prstGeom>
        </p:spPr>
      </p:pic>
      <p:pic>
        <p:nvPicPr>
          <p:cNvPr id="173" name="Picture 172" descr="A bullet hole in a glass&#10;&#10;AI-generated content may be incorrect.">
            <a:extLst>
              <a:ext uri="{FF2B5EF4-FFF2-40B4-BE49-F238E27FC236}">
                <a16:creationId xmlns:a16="http://schemas.microsoft.com/office/drawing/2014/main" id="{0D823C31-3A01-61C0-C6EF-995B110C9B9F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443" r="13512" b="1444"/>
          <a:stretch>
            <a:fillRect/>
          </a:stretch>
        </p:blipFill>
        <p:spPr>
          <a:xfrm>
            <a:off x="633568" y="7185799"/>
            <a:ext cx="979783" cy="213383"/>
          </a:xfrm>
          <a:prstGeom prst="rect">
            <a:avLst/>
          </a:prstGeom>
        </p:spPr>
      </p:pic>
      <p:sp>
        <p:nvSpPr>
          <p:cNvPr id="174" name="TextBox 173">
            <a:extLst>
              <a:ext uri="{FF2B5EF4-FFF2-40B4-BE49-F238E27FC236}">
                <a16:creationId xmlns:a16="http://schemas.microsoft.com/office/drawing/2014/main" id="{904798BB-3145-3DE2-A678-E50791085074}"/>
              </a:ext>
            </a:extLst>
          </p:cNvPr>
          <p:cNvSpPr txBox="1"/>
          <p:nvPr/>
        </p:nvSpPr>
        <p:spPr>
          <a:xfrm>
            <a:off x="-5170" y="6355901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FFBD00"/>
                </a:solidFill>
              </a:rPr>
              <a:t>Foraminifera</a:t>
            </a:r>
          </a:p>
        </p:txBody>
      </p:sp>
      <p:pic>
        <p:nvPicPr>
          <p:cNvPr id="175" name="Picture 174" descr="A close-up of a white circle&#10;&#10;AI-generated content may be incorrect.">
            <a:extLst>
              <a:ext uri="{FF2B5EF4-FFF2-40B4-BE49-F238E27FC236}">
                <a16:creationId xmlns:a16="http://schemas.microsoft.com/office/drawing/2014/main" id="{7AC0300E-1D62-8CFF-0AF4-548AC0002194}"/>
              </a:ext>
            </a:extLst>
          </p:cNvPr>
          <p:cNvPicPr>
            <a:picLocks noChangeAspect="1"/>
          </p:cNvPicPr>
          <p:nvPr/>
        </p:nvPicPr>
        <p:blipFill>
          <a:blip r:embed="rId7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68" t="22255" r="18756" b="21466"/>
          <a:stretch>
            <a:fillRect/>
          </a:stretch>
        </p:blipFill>
        <p:spPr>
          <a:xfrm>
            <a:off x="3863294" y="6604360"/>
            <a:ext cx="661018" cy="712963"/>
          </a:xfrm>
          <a:prstGeom prst="rect">
            <a:avLst/>
          </a:prstGeom>
        </p:spPr>
      </p:pic>
      <p:pic>
        <p:nvPicPr>
          <p:cNvPr id="176" name="Picture 175" descr="A blurry image of a circle&#10;&#10;AI-generated content may be incorrect.">
            <a:extLst>
              <a:ext uri="{FF2B5EF4-FFF2-40B4-BE49-F238E27FC236}">
                <a16:creationId xmlns:a16="http://schemas.microsoft.com/office/drawing/2014/main" id="{C73FDE2A-69A3-8DA6-CD9E-D1AB43B9B393}"/>
              </a:ext>
            </a:extLst>
          </p:cNvPr>
          <p:cNvPicPr>
            <a:picLocks noChangeAspect="1"/>
          </p:cNvPicPr>
          <p:nvPr/>
        </p:nvPicPr>
        <p:blipFill>
          <a:blip r:embed="rId7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32" r="18179"/>
          <a:stretch>
            <a:fillRect/>
          </a:stretch>
        </p:blipFill>
        <p:spPr>
          <a:xfrm>
            <a:off x="4648023" y="6490667"/>
            <a:ext cx="607894" cy="881668"/>
          </a:xfrm>
          <a:prstGeom prst="rect">
            <a:avLst/>
          </a:prstGeom>
        </p:spPr>
      </p:pic>
      <p:pic>
        <p:nvPicPr>
          <p:cNvPr id="177" name="Picture 176" descr="A white circle with black text&#10;&#10;AI-generated content may be incorrect.">
            <a:extLst>
              <a:ext uri="{FF2B5EF4-FFF2-40B4-BE49-F238E27FC236}">
                <a16:creationId xmlns:a16="http://schemas.microsoft.com/office/drawing/2014/main" id="{39664A5D-79AC-9B8F-EFCE-C0C6534A5A3E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55" r="18328"/>
          <a:stretch>
            <a:fillRect/>
          </a:stretch>
        </p:blipFill>
        <p:spPr>
          <a:xfrm>
            <a:off x="5379629" y="6485439"/>
            <a:ext cx="700134" cy="892124"/>
          </a:xfrm>
          <a:prstGeom prst="rect">
            <a:avLst/>
          </a:prstGeom>
        </p:spPr>
      </p:pic>
      <p:pic>
        <p:nvPicPr>
          <p:cNvPr id="178" name="Picture 177" descr="A close-up of a eye&#10;&#10;AI-generated content may be incorrect.">
            <a:extLst>
              <a:ext uri="{FF2B5EF4-FFF2-40B4-BE49-F238E27FC236}">
                <a16:creationId xmlns:a16="http://schemas.microsoft.com/office/drawing/2014/main" id="{F022120E-9634-B644-7919-C7454A8463FB}"/>
              </a:ext>
            </a:extLst>
          </p:cNvPr>
          <p:cNvPicPr>
            <a:picLocks noChangeAspect="1"/>
          </p:cNvPicPr>
          <p:nvPr/>
        </p:nvPicPr>
        <p:blipFill>
          <a:blip r:embed="rId8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53" t="26163" r="27169" b="23737"/>
          <a:stretch>
            <a:fillRect/>
          </a:stretch>
        </p:blipFill>
        <p:spPr>
          <a:xfrm>
            <a:off x="3082897" y="6492484"/>
            <a:ext cx="656686" cy="878035"/>
          </a:xfrm>
          <a:prstGeom prst="rect">
            <a:avLst/>
          </a:prstGeom>
        </p:spPr>
      </p:pic>
      <p:pic>
        <p:nvPicPr>
          <p:cNvPr id="179" name="Picture 178" descr="A close-up of a eye&#10;&#10;AI-generated content may be incorrect.">
            <a:extLst>
              <a:ext uri="{FF2B5EF4-FFF2-40B4-BE49-F238E27FC236}">
                <a16:creationId xmlns:a16="http://schemas.microsoft.com/office/drawing/2014/main" id="{169E3CD3-E518-A183-6D60-A22C5EB2BEED}"/>
              </a:ext>
            </a:extLst>
          </p:cNvPr>
          <p:cNvPicPr>
            <a:picLocks noChangeAspect="1"/>
          </p:cNvPicPr>
          <p:nvPr/>
        </p:nvPicPr>
        <p:blipFill>
          <a:blip r:embed="rId8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359" r="53446" b="-2065"/>
          <a:stretch>
            <a:fillRect/>
          </a:stretch>
        </p:blipFill>
        <p:spPr>
          <a:xfrm>
            <a:off x="3089827" y="7010292"/>
            <a:ext cx="638530" cy="362882"/>
          </a:xfrm>
          <a:prstGeom prst="rect">
            <a:avLst/>
          </a:prstGeom>
        </p:spPr>
      </p:pic>
      <p:pic>
        <p:nvPicPr>
          <p:cNvPr id="180" name="Picture 179" descr="A close-up of a white circle&#10;&#10;AI-generated content may be incorrect.">
            <a:extLst>
              <a:ext uri="{FF2B5EF4-FFF2-40B4-BE49-F238E27FC236}">
                <a16:creationId xmlns:a16="http://schemas.microsoft.com/office/drawing/2014/main" id="{9A2EB700-00A3-6746-4FFC-218738B9FB93}"/>
              </a:ext>
            </a:extLst>
          </p:cNvPr>
          <p:cNvPicPr>
            <a:picLocks noChangeAspect="1"/>
          </p:cNvPicPr>
          <p:nvPr/>
        </p:nvPicPr>
        <p:blipFill>
          <a:blip r:embed="rId7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77119" r="39508" b="-2009"/>
          <a:stretch>
            <a:fillRect/>
          </a:stretch>
        </p:blipFill>
        <p:spPr>
          <a:xfrm>
            <a:off x="3859624" y="7058607"/>
            <a:ext cx="656860" cy="315311"/>
          </a:xfrm>
          <a:prstGeom prst="rect">
            <a:avLst/>
          </a:prstGeom>
        </p:spPr>
      </p:pic>
      <p:sp>
        <p:nvSpPr>
          <p:cNvPr id="181" name="TextBox 180">
            <a:extLst>
              <a:ext uri="{FF2B5EF4-FFF2-40B4-BE49-F238E27FC236}">
                <a16:creationId xmlns:a16="http://schemas.microsoft.com/office/drawing/2014/main" id="{4B4DFE77-F5D9-238A-37D6-A87A01F63D97}"/>
              </a:ext>
            </a:extLst>
          </p:cNvPr>
          <p:cNvSpPr txBox="1"/>
          <p:nvPr/>
        </p:nvSpPr>
        <p:spPr>
          <a:xfrm>
            <a:off x="3049671" y="6350010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Collodaria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182" name="Picture 181" descr="A black and white image of a foot print&#10;&#10;AI-generated content may be incorrect.">
            <a:extLst>
              <a:ext uri="{FF2B5EF4-FFF2-40B4-BE49-F238E27FC236}">
                <a16:creationId xmlns:a16="http://schemas.microsoft.com/office/drawing/2014/main" id="{716910B9-AB36-68EA-CE0D-684A9D6F29F0}"/>
              </a:ext>
            </a:extLst>
          </p:cNvPr>
          <p:cNvPicPr>
            <a:picLocks noChangeAspect="1"/>
          </p:cNvPicPr>
          <p:nvPr/>
        </p:nvPicPr>
        <p:blipFill>
          <a:blip r:embed="rId8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66" t="19114" r="22308" b="25302"/>
          <a:stretch>
            <a:fillRect/>
          </a:stretch>
        </p:blipFill>
        <p:spPr>
          <a:xfrm>
            <a:off x="7359552" y="6577199"/>
            <a:ext cx="687974" cy="751808"/>
          </a:xfrm>
          <a:prstGeom prst="rect">
            <a:avLst/>
          </a:prstGeom>
        </p:spPr>
      </p:pic>
      <p:pic>
        <p:nvPicPr>
          <p:cNvPr id="183" name="Picture 182" descr="A white line on a white background&#10;&#10;AI-generated content may be incorrect.">
            <a:extLst>
              <a:ext uri="{FF2B5EF4-FFF2-40B4-BE49-F238E27FC236}">
                <a16:creationId xmlns:a16="http://schemas.microsoft.com/office/drawing/2014/main" id="{A619E309-8F6B-CD05-C843-708F4CFC58C9}"/>
              </a:ext>
            </a:extLst>
          </p:cNvPr>
          <p:cNvPicPr>
            <a:picLocks noChangeAspect="1"/>
          </p:cNvPicPr>
          <p:nvPr/>
        </p:nvPicPr>
        <p:blipFill>
          <a:blip r:embed="rId8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34" t="27517" r="28131" b="27062"/>
          <a:stretch>
            <a:fillRect/>
          </a:stretch>
        </p:blipFill>
        <p:spPr>
          <a:xfrm>
            <a:off x="6180439" y="6387228"/>
            <a:ext cx="836163" cy="978648"/>
          </a:xfrm>
          <a:prstGeom prst="rect">
            <a:avLst/>
          </a:prstGeom>
        </p:spPr>
      </p:pic>
      <p:pic>
        <p:nvPicPr>
          <p:cNvPr id="184" name="Picture 183" descr="A black and white image of a round object&#10;&#10;AI-generated content may be incorrect.">
            <a:extLst>
              <a:ext uri="{FF2B5EF4-FFF2-40B4-BE49-F238E27FC236}">
                <a16:creationId xmlns:a16="http://schemas.microsoft.com/office/drawing/2014/main" id="{D483AB21-36C7-190E-8B21-B4209760A0FA}"/>
              </a:ext>
            </a:extLst>
          </p:cNvPr>
          <p:cNvPicPr>
            <a:picLocks noChangeAspect="1"/>
          </p:cNvPicPr>
          <p:nvPr/>
        </p:nvPicPr>
        <p:blipFill>
          <a:blip r:embed="rId8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59" t="24292" r="26992" b="21626"/>
          <a:stretch>
            <a:fillRect/>
          </a:stretch>
        </p:blipFill>
        <p:spPr>
          <a:xfrm>
            <a:off x="8390476" y="6401886"/>
            <a:ext cx="694358" cy="963298"/>
          </a:xfrm>
          <a:prstGeom prst="rect">
            <a:avLst/>
          </a:prstGeom>
        </p:spPr>
      </p:pic>
      <p:pic>
        <p:nvPicPr>
          <p:cNvPr id="185" name="Picture 184" descr="A black and white image of a foot print&#10;&#10;AI-generated content may be incorrect.">
            <a:extLst>
              <a:ext uri="{FF2B5EF4-FFF2-40B4-BE49-F238E27FC236}">
                <a16:creationId xmlns:a16="http://schemas.microsoft.com/office/drawing/2014/main" id="{B25C3A6C-0885-FACF-8A19-98782CA76FE9}"/>
              </a:ext>
            </a:extLst>
          </p:cNvPr>
          <p:cNvPicPr>
            <a:picLocks noChangeAspect="1"/>
          </p:cNvPicPr>
          <p:nvPr/>
        </p:nvPicPr>
        <p:blipFill>
          <a:blip r:embed="rId8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362" r="50405" b="20"/>
          <a:stretch>
            <a:fillRect/>
          </a:stretch>
        </p:blipFill>
        <p:spPr>
          <a:xfrm>
            <a:off x="7369384" y="7000914"/>
            <a:ext cx="666076" cy="332984"/>
          </a:xfrm>
          <a:prstGeom prst="rect">
            <a:avLst/>
          </a:prstGeom>
        </p:spPr>
      </p:pic>
      <p:pic>
        <p:nvPicPr>
          <p:cNvPr id="186" name="Picture 185" descr="A white line on a white background&#10;&#10;AI-generated content may be incorrect.">
            <a:extLst>
              <a:ext uri="{FF2B5EF4-FFF2-40B4-BE49-F238E27FC236}">
                <a16:creationId xmlns:a16="http://schemas.microsoft.com/office/drawing/2014/main" id="{D1FD6D38-048B-BB08-A42C-8F57B23BECD1}"/>
              </a:ext>
            </a:extLst>
          </p:cNvPr>
          <p:cNvPicPr>
            <a:picLocks noChangeAspect="1"/>
          </p:cNvPicPr>
          <p:nvPr/>
        </p:nvPicPr>
        <p:blipFill>
          <a:blip r:embed="rId8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918" r="57757"/>
          <a:stretch>
            <a:fillRect/>
          </a:stretch>
        </p:blipFill>
        <p:spPr>
          <a:xfrm>
            <a:off x="6172417" y="7127501"/>
            <a:ext cx="842315" cy="260318"/>
          </a:xfrm>
          <a:prstGeom prst="rect">
            <a:avLst/>
          </a:prstGeom>
        </p:spPr>
      </p:pic>
      <p:sp>
        <p:nvSpPr>
          <p:cNvPr id="187" name="TextBox 186">
            <a:extLst>
              <a:ext uri="{FF2B5EF4-FFF2-40B4-BE49-F238E27FC236}">
                <a16:creationId xmlns:a16="http://schemas.microsoft.com/office/drawing/2014/main" id="{E4629720-1CBA-125C-F4BA-1A1554ED7ED6}"/>
              </a:ext>
            </a:extLst>
          </p:cNvPr>
          <p:cNvSpPr txBox="1"/>
          <p:nvPr/>
        </p:nvSpPr>
        <p:spPr>
          <a:xfrm>
            <a:off x="6114239" y="6350319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colonial_Collodaria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188" name="Picture 187" descr="A black and white image of a round object&#10;&#10;AI-generated content may be incorrect.">
            <a:extLst>
              <a:ext uri="{FF2B5EF4-FFF2-40B4-BE49-F238E27FC236}">
                <a16:creationId xmlns:a16="http://schemas.microsoft.com/office/drawing/2014/main" id="{C15CA833-8083-1C62-7357-A473B3650C3E}"/>
              </a:ext>
            </a:extLst>
          </p:cNvPr>
          <p:cNvPicPr>
            <a:picLocks noChangeAspect="1"/>
          </p:cNvPicPr>
          <p:nvPr/>
        </p:nvPicPr>
        <p:blipFill>
          <a:blip r:embed="rId8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951" r="53499"/>
          <a:stretch>
            <a:fillRect/>
          </a:stretch>
        </p:blipFill>
        <p:spPr>
          <a:xfrm>
            <a:off x="8390371" y="7030403"/>
            <a:ext cx="704242" cy="339290"/>
          </a:xfrm>
          <a:prstGeom prst="rect">
            <a:avLst/>
          </a:prstGeom>
        </p:spPr>
      </p:pic>
      <p:pic>
        <p:nvPicPr>
          <p:cNvPr id="189" name="Picture 188" descr="A black dot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FCC4ADCA-5EBA-D58D-F177-889E72A8DC9D}"/>
              </a:ext>
            </a:extLst>
          </p:cNvPr>
          <p:cNvPicPr>
            <a:picLocks noChangeAspect="1"/>
          </p:cNvPicPr>
          <p:nvPr/>
        </p:nvPicPr>
        <p:blipFill>
          <a:blip r:embed="rId8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127" y="6596901"/>
            <a:ext cx="485775" cy="609600"/>
          </a:xfrm>
          <a:prstGeom prst="rect">
            <a:avLst/>
          </a:prstGeom>
        </p:spPr>
      </p:pic>
      <p:pic>
        <p:nvPicPr>
          <p:cNvPr id="190" name="Picture 189" descr="A close up of a black circle&#10;&#10;AI-generated content may be incorrect.">
            <a:extLst>
              <a:ext uri="{FF2B5EF4-FFF2-40B4-BE49-F238E27FC236}">
                <a16:creationId xmlns:a16="http://schemas.microsoft.com/office/drawing/2014/main" id="{96AA9FE5-6B36-1C68-8396-E5211CCDB0CB}"/>
              </a:ext>
            </a:extLst>
          </p:cNvPr>
          <p:cNvPicPr>
            <a:picLocks noChangeAspect="1"/>
          </p:cNvPicPr>
          <p:nvPr/>
        </p:nvPicPr>
        <p:blipFill>
          <a:blip r:embed="rId8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1538" y="6454026"/>
            <a:ext cx="571500" cy="895350"/>
          </a:xfrm>
          <a:prstGeom prst="rect">
            <a:avLst/>
          </a:prstGeom>
        </p:spPr>
      </p:pic>
      <p:pic>
        <p:nvPicPr>
          <p:cNvPr id="191" name="Picture 190" descr="A bullet hole in a white background&#10;&#10;AI-generated content may be incorrect.">
            <a:extLst>
              <a:ext uri="{FF2B5EF4-FFF2-40B4-BE49-F238E27FC236}">
                <a16:creationId xmlns:a16="http://schemas.microsoft.com/office/drawing/2014/main" id="{CABFF232-929F-A171-7EC0-11D8AEB410C6}"/>
              </a:ext>
            </a:extLst>
          </p:cNvPr>
          <p:cNvPicPr>
            <a:picLocks noChangeAspect="1"/>
          </p:cNvPicPr>
          <p:nvPr/>
        </p:nvPicPr>
        <p:blipFill>
          <a:blip r:embed="rId8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142" y="6439739"/>
            <a:ext cx="514350" cy="923925"/>
          </a:xfrm>
          <a:prstGeom prst="rect">
            <a:avLst/>
          </a:prstGeom>
        </p:spPr>
      </p:pic>
      <p:pic>
        <p:nvPicPr>
          <p:cNvPr id="192" name="Picture 191" descr="A close up of a black eyeball&#10;&#10;AI-generated content may be incorrect.">
            <a:extLst>
              <a:ext uri="{FF2B5EF4-FFF2-40B4-BE49-F238E27FC236}">
                <a16:creationId xmlns:a16="http://schemas.microsoft.com/office/drawing/2014/main" id="{B0E6ADE9-53B2-C240-F564-EF9C162EA650}"/>
              </a:ext>
            </a:extLst>
          </p:cNvPr>
          <p:cNvPicPr>
            <a:picLocks noChangeAspect="1"/>
          </p:cNvPicPr>
          <p:nvPr/>
        </p:nvPicPr>
        <p:blipFill>
          <a:blip r:embed="rId8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6582" y="6396876"/>
            <a:ext cx="542925" cy="1009650"/>
          </a:xfrm>
          <a:prstGeom prst="rect">
            <a:avLst/>
          </a:prstGeom>
        </p:spPr>
      </p:pic>
      <p:sp>
        <p:nvSpPr>
          <p:cNvPr id="193" name="TextBox 192">
            <a:extLst>
              <a:ext uri="{FF2B5EF4-FFF2-40B4-BE49-F238E27FC236}">
                <a16:creationId xmlns:a16="http://schemas.microsoft.com/office/drawing/2014/main" id="{948D99CD-EAA2-F9DC-46AC-FFD5C46B298B}"/>
              </a:ext>
            </a:extLst>
          </p:cNvPr>
          <p:cNvSpPr txBox="1"/>
          <p:nvPr/>
        </p:nvSpPr>
        <p:spPr>
          <a:xfrm>
            <a:off x="9162240" y="6355625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mc_solitary_black_to_puff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194" name="Picture 193" descr="A black dot on a white background&#10;&#10;AI-generated content may be incorrect.">
            <a:extLst>
              <a:ext uri="{FF2B5EF4-FFF2-40B4-BE49-F238E27FC236}">
                <a16:creationId xmlns:a16="http://schemas.microsoft.com/office/drawing/2014/main" id="{44CADF07-4462-797C-76D8-9608AFA16A3E}"/>
              </a:ext>
            </a:extLst>
          </p:cNvPr>
          <p:cNvPicPr>
            <a:picLocks noChangeAspect="1"/>
          </p:cNvPicPr>
          <p:nvPr/>
        </p:nvPicPr>
        <p:blipFill>
          <a:blip r:embed="rId8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6002" y="7714281"/>
            <a:ext cx="485775" cy="609600"/>
          </a:xfrm>
          <a:prstGeom prst="rect">
            <a:avLst/>
          </a:prstGeom>
        </p:spPr>
      </p:pic>
      <p:pic>
        <p:nvPicPr>
          <p:cNvPr id="195" name="Picture 194" descr="A black dot with a number&#10;&#10;AI-generated content may be incorrect.">
            <a:extLst>
              <a:ext uri="{FF2B5EF4-FFF2-40B4-BE49-F238E27FC236}">
                <a16:creationId xmlns:a16="http://schemas.microsoft.com/office/drawing/2014/main" id="{2211BAE9-AF95-8744-B2BD-694088A66DC1}"/>
              </a:ext>
            </a:extLst>
          </p:cNvPr>
          <p:cNvPicPr>
            <a:picLocks noChangeAspect="1"/>
          </p:cNvPicPr>
          <p:nvPr/>
        </p:nvPicPr>
        <p:blipFill>
          <a:blip r:embed="rId8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373" y="7614269"/>
            <a:ext cx="485775" cy="809625"/>
          </a:xfrm>
          <a:prstGeom prst="rect">
            <a:avLst/>
          </a:prstGeom>
        </p:spPr>
      </p:pic>
      <p:pic>
        <p:nvPicPr>
          <p:cNvPr id="196" name="Picture 195" descr="A black dot on a white background&#10;&#10;AI-generated content may be incorrect.">
            <a:extLst>
              <a:ext uri="{FF2B5EF4-FFF2-40B4-BE49-F238E27FC236}">
                <a16:creationId xmlns:a16="http://schemas.microsoft.com/office/drawing/2014/main" id="{2FB476EA-E869-5EEB-4572-A29E93B8408A}"/>
              </a:ext>
            </a:extLst>
          </p:cNvPr>
          <p:cNvPicPr>
            <a:picLocks noChangeAspect="1"/>
          </p:cNvPicPr>
          <p:nvPr/>
        </p:nvPicPr>
        <p:blipFill>
          <a:blip r:embed="rId9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30" y="7642844"/>
            <a:ext cx="485775" cy="752475"/>
          </a:xfrm>
          <a:prstGeom prst="rect">
            <a:avLst/>
          </a:prstGeom>
        </p:spPr>
      </p:pic>
      <p:pic>
        <p:nvPicPr>
          <p:cNvPr id="197" name="Picture 196" descr="A black dot with numbers and a black line&#10;&#10;AI-generated content may be incorrect.">
            <a:extLst>
              <a:ext uri="{FF2B5EF4-FFF2-40B4-BE49-F238E27FC236}">
                <a16:creationId xmlns:a16="http://schemas.microsoft.com/office/drawing/2014/main" id="{0FF0ADD2-162A-89DA-8B90-08B2EB540ABF}"/>
              </a:ext>
            </a:extLst>
          </p:cNvPr>
          <p:cNvPicPr>
            <a:picLocks noChangeAspect="1"/>
          </p:cNvPicPr>
          <p:nvPr/>
        </p:nvPicPr>
        <p:blipFill>
          <a:blip r:embed="rId9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258" y="7699994"/>
            <a:ext cx="485775" cy="638175"/>
          </a:xfrm>
          <a:prstGeom prst="rect">
            <a:avLst/>
          </a:prstGeom>
        </p:spPr>
      </p:pic>
      <p:sp>
        <p:nvSpPr>
          <p:cNvPr id="198" name="TextBox 197">
            <a:extLst>
              <a:ext uri="{FF2B5EF4-FFF2-40B4-BE49-F238E27FC236}">
                <a16:creationId xmlns:a16="http://schemas.microsoft.com/office/drawing/2014/main" id="{B3E13F5E-FB7A-F6C7-799D-88642A129A72}"/>
              </a:ext>
            </a:extLst>
          </p:cNvPr>
          <p:cNvSpPr txBox="1"/>
          <p:nvPr/>
        </p:nvSpPr>
        <p:spPr>
          <a:xfrm>
            <a:off x="-10087" y="7452197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solitaryblack</a:t>
            </a:r>
            <a:endParaRPr lang="en-US" sz="1200" b="1" dirty="0">
              <a:solidFill>
                <a:srgbClr val="FFBD00"/>
              </a:solidFill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C92B61D4-1E34-347F-56A2-5D614DCED15E}"/>
              </a:ext>
            </a:extLst>
          </p:cNvPr>
          <p:cNvSpPr txBox="1"/>
          <p:nvPr/>
        </p:nvSpPr>
        <p:spPr>
          <a:xfrm>
            <a:off x="3057838" y="7449249"/>
            <a:ext cx="9141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EC7727"/>
                </a:solidFill>
              </a:rPr>
              <a:t>g: Crustaceans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DCB5A29C-1DAC-B990-38B7-FB27F868C9B8}"/>
              </a:ext>
            </a:extLst>
          </p:cNvPr>
          <p:cNvSpPr txBox="1"/>
          <p:nvPr/>
        </p:nvSpPr>
        <p:spPr>
          <a:xfrm>
            <a:off x="7021" y="12398428"/>
            <a:ext cx="12201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6C2A9D"/>
                </a:solidFill>
              </a:rPr>
              <a:t>h: Gelatinous</a:t>
            </a:r>
          </a:p>
        </p:txBody>
      </p:sp>
      <p:pic>
        <p:nvPicPr>
          <p:cNvPr id="258" name="Picture 257">
            <a:extLst>
              <a:ext uri="{FF2B5EF4-FFF2-40B4-BE49-F238E27FC236}">
                <a16:creationId xmlns:a16="http://schemas.microsoft.com/office/drawing/2014/main" id="{0B59478A-A0AB-2DAC-05D9-C35FC1DD3D0F}"/>
              </a:ext>
            </a:extLst>
          </p:cNvPr>
          <p:cNvPicPr>
            <a:picLocks noChangeAspect="1"/>
          </p:cNvPicPr>
          <p:nvPr/>
        </p:nvPicPr>
        <p:blipFill>
          <a:blip r:embed="rId9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79" t="28851" r="8749" b="30261"/>
          <a:stretch>
            <a:fillRect/>
          </a:stretch>
        </p:blipFill>
        <p:spPr>
          <a:xfrm>
            <a:off x="2106257" y="13133004"/>
            <a:ext cx="929494" cy="1288563"/>
          </a:xfrm>
          <a:prstGeom prst="rect">
            <a:avLst/>
          </a:prstGeom>
        </p:spPr>
      </p:pic>
      <p:sp>
        <p:nvSpPr>
          <p:cNvPr id="260" name="Rectangle 259">
            <a:extLst>
              <a:ext uri="{FF2B5EF4-FFF2-40B4-BE49-F238E27FC236}">
                <a16:creationId xmlns:a16="http://schemas.microsoft.com/office/drawing/2014/main" id="{B7901CC1-369C-50CF-393B-66467986D331}"/>
              </a:ext>
            </a:extLst>
          </p:cNvPr>
          <p:cNvSpPr/>
          <p:nvPr/>
        </p:nvSpPr>
        <p:spPr>
          <a:xfrm>
            <a:off x="0" y="12778499"/>
            <a:ext cx="3048000" cy="1758766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33EEC993-4269-E4AA-4B5D-CE3576AF2875}"/>
              </a:ext>
            </a:extLst>
          </p:cNvPr>
          <p:cNvSpPr/>
          <p:nvPr/>
        </p:nvSpPr>
        <p:spPr>
          <a:xfrm>
            <a:off x="3048000" y="12778499"/>
            <a:ext cx="3048000" cy="1758766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D7509089-CE2B-E950-E444-61767F263658}"/>
              </a:ext>
            </a:extLst>
          </p:cNvPr>
          <p:cNvSpPr/>
          <p:nvPr/>
        </p:nvSpPr>
        <p:spPr>
          <a:xfrm>
            <a:off x="9144000" y="12778499"/>
            <a:ext cx="3048000" cy="1758766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940A7B8F-24E3-B664-EFC7-52C43E690A0A}"/>
              </a:ext>
            </a:extLst>
          </p:cNvPr>
          <p:cNvSpPr/>
          <p:nvPr/>
        </p:nvSpPr>
        <p:spPr>
          <a:xfrm>
            <a:off x="9144000" y="14536049"/>
            <a:ext cx="3048000" cy="1248310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35FB150F-A130-6A82-48C7-CCA58BD444A6}"/>
              </a:ext>
            </a:extLst>
          </p:cNvPr>
          <p:cNvSpPr/>
          <p:nvPr/>
        </p:nvSpPr>
        <p:spPr>
          <a:xfrm>
            <a:off x="6096333" y="15779836"/>
            <a:ext cx="3048000" cy="1909709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E5E3D21B-3494-F67A-8E85-DFEC73AA6DEA}"/>
              </a:ext>
            </a:extLst>
          </p:cNvPr>
          <p:cNvSpPr txBox="1"/>
          <p:nvPr/>
        </p:nvSpPr>
        <p:spPr>
          <a:xfrm>
            <a:off x="3038502" y="12778498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6C2A9D"/>
                </a:solidFill>
              </a:rPr>
              <a:t>Doliolida</a:t>
            </a:r>
            <a:endParaRPr lang="en-US" sz="1200" b="1" dirty="0">
              <a:solidFill>
                <a:srgbClr val="6C2A9D"/>
              </a:solidFill>
            </a:endParaRP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B535B0B9-8030-3562-5D34-D71403D8587F}"/>
              </a:ext>
            </a:extLst>
          </p:cNvPr>
          <p:cNvSpPr txBox="1"/>
          <p:nvPr/>
        </p:nvSpPr>
        <p:spPr>
          <a:xfrm>
            <a:off x="3033588" y="14540969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6C2A9D"/>
                </a:solidFill>
              </a:rPr>
              <a:t>Siphonophorae</a:t>
            </a:r>
            <a:endParaRPr lang="en-US" sz="1200" b="1" dirty="0">
              <a:solidFill>
                <a:srgbClr val="6C2A9D"/>
              </a:solidFill>
            </a:endParaRP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7804B03F-2E37-60B0-4340-F5C10B44EDC0}"/>
              </a:ext>
            </a:extLst>
          </p:cNvPr>
          <p:cNvSpPr txBox="1"/>
          <p:nvPr/>
        </p:nvSpPr>
        <p:spPr>
          <a:xfrm>
            <a:off x="6103070" y="12778807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6C2A9D"/>
                </a:solidFill>
              </a:rPr>
              <a:t>Salpida</a:t>
            </a:r>
            <a:endParaRPr lang="en-US" sz="1200" b="1" dirty="0">
              <a:solidFill>
                <a:srgbClr val="6C2A9D"/>
              </a:solidFill>
            </a:endParaRP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1E80010F-EFB0-B204-06BC-DD8C5DABEB5B}"/>
              </a:ext>
            </a:extLst>
          </p:cNvPr>
          <p:cNvSpPr txBox="1"/>
          <p:nvPr/>
        </p:nvSpPr>
        <p:spPr>
          <a:xfrm>
            <a:off x="3048340" y="15804424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6C2A9D"/>
                </a:solidFill>
              </a:rPr>
              <a:t>Ctenophora_Metazoa</a:t>
            </a:r>
            <a:endParaRPr lang="en-US" sz="1200" b="1" dirty="0">
              <a:solidFill>
                <a:srgbClr val="6C2A9D"/>
              </a:solidFill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03CC8E1E-854B-AD93-775F-3F4A8FC301C5}"/>
              </a:ext>
            </a:extLst>
          </p:cNvPr>
          <p:cNvSpPr txBox="1"/>
          <p:nvPr/>
        </p:nvSpPr>
        <p:spPr>
          <a:xfrm>
            <a:off x="6112908" y="15804733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6C2A9D"/>
                </a:solidFill>
              </a:rPr>
              <a:t>t005</a:t>
            </a:r>
          </a:p>
        </p:txBody>
      </p:sp>
      <p:pic>
        <p:nvPicPr>
          <p:cNvPr id="275" name="Picture 274">
            <a:extLst>
              <a:ext uri="{FF2B5EF4-FFF2-40B4-BE49-F238E27FC236}">
                <a16:creationId xmlns:a16="http://schemas.microsoft.com/office/drawing/2014/main" id="{22F6F137-B64A-D74E-7E93-D71B499911D1}"/>
              </a:ext>
            </a:extLst>
          </p:cNvPr>
          <p:cNvPicPr>
            <a:picLocks noChangeAspect="1"/>
          </p:cNvPicPr>
          <p:nvPr/>
        </p:nvPicPr>
        <p:blipFill>
          <a:blip r:embed="rId9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53" t="27658" r="28700" b="27225"/>
          <a:stretch>
            <a:fillRect/>
          </a:stretch>
        </p:blipFill>
        <p:spPr>
          <a:xfrm>
            <a:off x="1203655" y="12952982"/>
            <a:ext cx="911967" cy="1405134"/>
          </a:xfrm>
          <a:prstGeom prst="rect">
            <a:avLst/>
          </a:prstGeom>
        </p:spPr>
      </p:pic>
      <p:pic>
        <p:nvPicPr>
          <p:cNvPr id="276" name="Picture 275">
            <a:extLst>
              <a:ext uri="{FF2B5EF4-FFF2-40B4-BE49-F238E27FC236}">
                <a16:creationId xmlns:a16="http://schemas.microsoft.com/office/drawing/2014/main" id="{E9B878B7-7457-DBAC-0205-B2028516B2D5}"/>
              </a:ext>
            </a:extLst>
          </p:cNvPr>
          <p:cNvPicPr>
            <a:picLocks noChangeAspect="1"/>
          </p:cNvPicPr>
          <p:nvPr/>
        </p:nvPicPr>
        <p:blipFill>
          <a:blip r:embed="rId9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52" r="10064" b="24266"/>
          <a:stretch>
            <a:fillRect/>
          </a:stretch>
        </p:blipFill>
        <p:spPr>
          <a:xfrm>
            <a:off x="35140" y="12807097"/>
            <a:ext cx="1162853" cy="1697239"/>
          </a:xfrm>
          <a:prstGeom prst="rect">
            <a:avLst/>
          </a:prstGeom>
        </p:spPr>
      </p:pic>
      <p:pic>
        <p:nvPicPr>
          <p:cNvPr id="277" name="Picture 276">
            <a:extLst>
              <a:ext uri="{FF2B5EF4-FFF2-40B4-BE49-F238E27FC236}">
                <a16:creationId xmlns:a16="http://schemas.microsoft.com/office/drawing/2014/main" id="{F4A8B2A0-D4A9-995B-DF2B-546C8504F3D9}"/>
              </a:ext>
            </a:extLst>
          </p:cNvPr>
          <p:cNvPicPr>
            <a:picLocks noChangeAspect="1"/>
          </p:cNvPicPr>
          <p:nvPr/>
        </p:nvPicPr>
        <p:blipFill>
          <a:blip r:embed="rId9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9" r="58052" b="36"/>
          <a:stretch>
            <a:fillRect/>
          </a:stretch>
        </p:blipFill>
        <p:spPr>
          <a:xfrm>
            <a:off x="1201845" y="14165803"/>
            <a:ext cx="911967" cy="306625"/>
          </a:xfrm>
          <a:prstGeom prst="rect">
            <a:avLst/>
          </a:prstGeom>
        </p:spPr>
      </p:pic>
      <p:pic>
        <p:nvPicPr>
          <p:cNvPr id="278" name="Picture 277">
            <a:extLst>
              <a:ext uri="{FF2B5EF4-FFF2-40B4-BE49-F238E27FC236}">
                <a16:creationId xmlns:a16="http://schemas.microsoft.com/office/drawing/2014/main" id="{B3BE4597-33DD-5BFA-6E53-B12D09916CCC}"/>
              </a:ext>
            </a:extLst>
          </p:cNvPr>
          <p:cNvPicPr>
            <a:picLocks noChangeAspect="1"/>
          </p:cNvPicPr>
          <p:nvPr/>
        </p:nvPicPr>
        <p:blipFill>
          <a:blip r:embed="rId9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480" r="38816" b="-306"/>
          <a:stretch>
            <a:fillRect/>
          </a:stretch>
        </p:blipFill>
        <p:spPr>
          <a:xfrm>
            <a:off x="11655" y="14358115"/>
            <a:ext cx="1162851" cy="152992"/>
          </a:xfrm>
          <a:prstGeom prst="rect">
            <a:avLst/>
          </a:prstGeom>
        </p:spPr>
      </p:pic>
      <p:pic>
        <p:nvPicPr>
          <p:cNvPr id="279" name="Picture 278">
            <a:extLst>
              <a:ext uri="{FF2B5EF4-FFF2-40B4-BE49-F238E27FC236}">
                <a16:creationId xmlns:a16="http://schemas.microsoft.com/office/drawing/2014/main" id="{F1FCA011-618E-E2AA-C778-391C248B8A07}"/>
              </a:ext>
            </a:extLst>
          </p:cNvPr>
          <p:cNvPicPr>
            <a:picLocks noChangeAspect="1"/>
          </p:cNvPicPr>
          <p:nvPr/>
        </p:nvPicPr>
        <p:blipFill>
          <a:blip r:embed="rId9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441" r="49529" b="-168"/>
          <a:stretch>
            <a:fillRect/>
          </a:stretch>
        </p:blipFill>
        <p:spPr>
          <a:xfrm>
            <a:off x="2107026" y="14227094"/>
            <a:ext cx="929491" cy="180491"/>
          </a:xfrm>
          <a:prstGeom prst="rect">
            <a:avLst/>
          </a:prstGeom>
        </p:spPr>
      </p:pic>
      <p:sp>
        <p:nvSpPr>
          <p:cNvPr id="280" name="TextBox 279">
            <a:extLst>
              <a:ext uri="{FF2B5EF4-FFF2-40B4-BE49-F238E27FC236}">
                <a16:creationId xmlns:a16="http://schemas.microsoft.com/office/drawing/2014/main" id="{2811C1C5-7D9B-73F2-14F5-157C018A6DCF}"/>
              </a:ext>
            </a:extLst>
          </p:cNvPr>
          <p:cNvSpPr txBox="1"/>
          <p:nvPr/>
        </p:nvSpPr>
        <p:spPr>
          <a:xfrm>
            <a:off x="-9499" y="12773192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6C2A9D"/>
                </a:solidFill>
              </a:rPr>
              <a:t>house</a:t>
            </a:r>
          </a:p>
        </p:txBody>
      </p:sp>
      <p:pic>
        <p:nvPicPr>
          <p:cNvPr id="281" name="Picture 280">
            <a:extLst>
              <a:ext uri="{FF2B5EF4-FFF2-40B4-BE49-F238E27FC236}">
                <a16:creationId xmlns:a16="http://schemas.microsoft.com/office/drawing/2014/main" id="{952E0DD8-618B-10C5-6EAC-571A69E20C27}"/>
              </a:ext>
            </a:extLst>
          </p:cNvPr>
          <p:cNvPicPr>
            <a:picLocks noChangeAspect="1"/>
          </p:cNvPicPr>
          <p:nvPr/>
        </p:nvPicPr>
        <p:blipFill>
          <a:blip r:embed="rId9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66" b="34246"/>
          <a:stretch>
            <a:fillRect/>
          </a:stretch>
        </p:blipFill>
        <p:spPr>
          <a:xfrm rot="5400000">
            <a:off x="4125405" y="12632488"/>
            <a:ext cx="914400" cy="1650153"/>
          </a:xfrm>
          <a:prstGeom prst="rect">
            <a:avLst/>
          </a:prstGeom>
        </p:spPr>
      </p:pic>
      <p:pic>
        <p:nvPicPr>
          <p:cNvPr id="282" name="Picture 281">
            <a:extLst>
              <a:ext uri="{FF2B5EF4-FFF2-40B4-BE49-F238E27FC236}">
                <a16:creationId xmlns:a16="http://schemas.microsoft.com/office/drawing/2014/main" id="{59B4B5D2-3330-8C87-B0E2-1BBD4D0E2CC1}"/>
              </a:ext>
            </a:extLst>
          </p:cNvPr>
          <p:cNvPicPr>
            <a:picLocks noChangeAspect="1"/>
          </p:cNvPicPr>
          <p:nvPr/>
        </p:nvPicPr>
        <p:blipFill>
          <a:blip r:embed="rId9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230"/>
          <a:stretch>
            <a:fillRect/>
          </a:stretch>
        </p:blipFill>
        <p:spPr>
          <a:xfrm>
            <a:off x="3758542" y="13950348"/>
            <a:ext cx="914400" cy="375045"/>
          </a:xfrm>
          <a:prstGeom prst="rect">
            <a:avLst/>
          </a:prstGeom>
        </p:spPr>
      </p:pic>
      <p:pic>
        <p:nvPicPr>
          <p:cNvPr id="283" name="Picture 282">
            <a:extLst>
              <a:ext uri="{FF2B5EF4-FFF2-40B4-BE49-F238E27FC236}">
                <a16:creationId xmlns:a16="http://schemas.microsoft.com/office/drawing/2014/main" id="{CAEA7BA9-CF39-DEA6-F13B-FC9A81CA0F6F}"/>
              </a:ext>
            </a:extLst>
          </p:cNvPr>
          <p:cNvPicPr>
            <a:picLocks noChangeAspect="1"/>
          </p:cNvPicPr>
          <p:nvPr/>
        </p:nvPicPr>
        <p:blipFill>
          <a:blip r:embed="rId9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22" r="29061"/>
          <a:stretch>
            <a:fillRect/>
          </a:stretch>
        </p:blipFill>
        <p:spPr>
          <a:xfrm>
            <a:off x="7946007" y="13109648"/>
            <a:ext cx="1170397" cy="1275696"/>
          </a:xfrm>
          <a:prstGeom prst="rect">
            <a:avLst/>
          </a:prstGeom>
        </p:spPr>
      </p:pic>
      <p:pic>
        <p:nvPicPr>
          <p:cNvPr id="284" name="Picture 283">
            <a:extLst>
              <a:ext uri="{FF2B5EF4-FFF2-40B4-BE49-F238E27FC236}">
                <a16:creationId xmlns:a16="http://schemas.microsoft.com/office/drawing/2014/main" id="{2AE44422-F77F-A5DC-ACF0-B9E5AF2749D1}"/>
              </a:ext>
            </a:extLst>
          </p:cNvPr>
          <p:cNvPicPr>
            <a:picLocks noChangeAspect="1"/>
          </p:cNvPicPr>
          <p:nvPr/>
        </p:nvPicPr>
        <p:blipFill>
          <a:blip r:embed="rId9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2998" y="13215757"/>
            <a:ext cx="828684" cy="1063478"/>
          </a:xfrm>
          <a:prstGeom prst="rect">
            <a:avLst/>
          </a:prstGeom>
        </p:spPr>
      </p:pic>
      <p:pic>
        <p:nvPicPr>
          <p:cNvPr id="285" name="Picture 284">
            <a:extLst>
              <a:ext uri="{FF2B5EF4-FFF2-40B4-BE49-F238E27FC236}">
                <a16:creationId xmlns:a16="http://schemas.microsoft.com/office/drawing/2014/main" id="{56487DAE-C038-4D84-D8D7-2C4EF7891D31}"/>
              </a:ext>
            </a:extLst>
          </p:cNvPr>
          <p:cNvPicPr>
            <a:picLocks noChangeAspect="1"/>
          </p:cNvPicPr>
          <p:nvPr/>
        </p:nvPicPr>
        <p:blipFill>
          <a:blip r:embed="rId9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71" t="12323" r="20824" b="27051"/>
          <a:stretch>
            <a:fillRect/>
          </a:stretch>
        </p:blipFill>
        <p:spPr>
          <a:xfrm>
            <a:off x="6993531" y="13024164"/>
            <a:ext cx="890626" cy="1446665"/>
          </a:xfrm>
          <a:prstGeom prst="rect">
            <a:avLst/>
          </a:prstGeom>
        </p:spPr>
      </p:pic>
      <p:pic>
        <p:nvPicPr>
          <p:cNvPr id="286" name="Picture 285">
            <a:extLst>
              <a:ext uri="{FF2B5EF4-FFF2-40B4-BE49-F238E27FC236}">
                <a16:creationId xmlns:a16="http://schemas.microsoft.com/office/drawing/2014/main" id="{FD5AC7CE-D680-4F42-D410-3DAD5F83892A}"/>
              </a:ext>
            </a:extLst>
          </p:cNvPr>
          <p:cNvPicPr>
            <a:picLocks noChangeAspect="1"/>
          </p:cNvPicPr>
          <p:nvPr/>
        </p:nvPicPr>
        <p:blipFill>
          <a:blip r:embed="rId9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791" r="49941" b="-623"/>
          <a:stretch>
            <a:fillRect/>
          </a:stretch>
        </p:blipFill>
        <p:spPr>
          <a:xfrm>
            <a:off x="7044657" y="14207267"/>
            <a:ext cx="888031" cy="282335"/>
          </a:xfrm>
          <a:prstGeom prst="rect">
            <a:avLst/>
          </a:prstGeom>
        </p:spPr>
      </p:pic>
      <p:pic>
        <p:nvPicPr>
          <p:cNvPr id="287" name="Picture 286">
            <a:extLst>
              <a:ext uri="{FF2B5EF4-FFF2-40B4-BE49-F238E27FC236}">
                <a16:creationId xmlns:a16="http://schemas.microsoft.com/office/drawing/2014/main" id="{26393AEB-86F1-94BC-8FEE-2B036CB8E4B4}"/>
              </a:ext>
            </a:extLst>
          </p:cNvPr>
          <p:cNvPicPr>
            <a:picLocks noChangeAspect="1"/>
          </p:cNvPicPr>
          <p:nvPr/>
        </p:nvPicPr>
        <p:blipFill>
          <a:blip r:embed="rId9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99" t="29748" r="29082" b="29930"/>
          <a:stretch>
            <a:fillRect/>
          </a:stretch>
        </p:blipFill>
        <p:spPr>
          <a:xfrm>
            <a:off x="9186683" y="13070431"/>
            <a:ext cx="829774" cy="1434409"/>
          </a:xfrm>
          <a:prstGeom prst="rect">
            <a:avLst/>
          </a:prstGeom>
        </p:spPr>
      </p:pic>
      <p:pic>
        <p:nvPicPr>
          <p:cNvPr id="288" name="Picture 287">
            <a:extLst>
              <a:ext uri="{FF2B5EF4-FFF2-40B4-BE49-F238E27FC236}">
                <a16:creationId xmlns:a16="http://schemas.microsoft.com/office/drawing/2014/main" id="{B8314A08-F9DE-3648-5B61-C771526D1660}"/>
              </a:ext>
            </a:extLst>
          </p:cNvPr>
          <p:cNvPicPr>
            <a:picLocks noChangeAspect="1"/>
          </p:cNvPicPr>
          <p:nvPr/>
        </p:nvPicPr>
        <p:blipFill>
          <a:blip r:embed="rId10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86" t="30037" r="37061" b="29905"/>
          <a:stretch>
            <a:fillRect/>
          </a:stretch>
        </p:blipFill>
        <p:spPr>
          <a:xfrm>
            <a:off x="10781342" y="13043650"/>
            <a:ext cx="1397286" cy="1348798"/>
          </a:xfrm>
          <a:prstGeom prst="rect">
            <a:avLst/>
          </a:prstGeom>
        </p:spPr>
      </p:pic>
      <p:pic>
        <p:nvPicPr>
          <p:cNvPr id="289" name="Picture 288">
            <a:extLst>
              <a:ext uri="{FF2B5EF4-FFF2-40B4-BE49-F238E27FC236}">
                <a16:creationId xmlns:a16="http://schemas.microsoft.com/office/drawing/2014/main" id="{68C45FF7-3F0B-796E-7721-C02DE4F77825}"/>
              </a:ext>
            </a:extLst>
          </p:cNvPr>
          <p:cNvPicPr>
            <a:picLocks noChangeAspect="1"/>
          </p:cNvPicPr>
          <p:nvPr/>
        </p:nvPicPr>
        <p:blipFill>
          <a:blip r:embed="rId10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96" t="19533" r="35662" b="26201"/>
          <a:stretch>
            <a:fillRect/>
          </a:stretch>
        </p:blipFill>
        <p:spPr>
          <a:xfrm>
            <a:off x="9991174" y="13281510"/>
            <a:ext cx="815451" cy="921225"/>
          </a:xfrm>
          <a:prstGeom prst="rect">
            <a:avLst/>
          </a:prstGeom>
        </p:spPr>
      </p:pic>
      <p:pic>
        <p:nvPicPr>
          <p:cNvPr id="290" name="Picture 289">
            <a:extLst>
              <a:ext uri="{FF2B5EF4-FFF2-40B4-BE49-F238E27FC236}">
                <a16:creationId xmlns:a16="http://schemas.microsoft.com/office/drawing/2014/main" id="{E309BE85-B20D-2D9E-A113-D78A654B5DE2}"/>
              </a:ext>
            </a:extLst>
          </p:cNvPr>
          <p:cNvPicPr>
            <a:picLocks noChangeAspect="1"/>
          </p:cNvPicPr>
          <p:nvPr/>
        </p:nvPicPr>
        <p:blipFill>
          <a:blip r:embed="rId9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112" r="61236"/>
          <a:stretch>
            <a:fillRect/>
          </a:stretch>
        </p:blipFill>
        <p:spPr>
          <a:xfrm>
            <a:off x="9188841" y="14295387"/>
            <a:ext cx="828588" cy="209453"/>
          </a:xfrm>
          <a:prstGeom prst="rect">
            <a:avLst/>
          </a:prstGeom>
        </p:spPr>
      </p:pic>
      <p:pic>
        <p:nvPicPr>
          <p:cNvPr id="291" name="Picture 290">
            <a:extLst>
              <a:ext uri="{FF2B5EF4-FFF2-40B4-BE49-F238E27FC236}">
                <a16:creationId xmlns:a16="http://schemas.microsoft.com/office/drawing/2014/main" id="{EA875B35-D796-9308-1C52-4D321021E7F5}"/>
              </a:ext>
            </a:extLst>
          </p:cNvPr>
          <p:cNvPicPr>
            <a:picLocks noChangeAspect="1"/>
          </p:cNvPicPr>
          <p:nvPr/>
        </p:nvPicPr>
        <p:blipFill>
          <a:blip r:embed="rId10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820" r="49393"/>
          <a:stretch>
            <a:fillRect/>
          </a:stretch>
        </p:blipFill>
        <p:spPr>
          <a:xfrm>
            <a:off x="10005849" y="13945030"/>
            <a:ext cx="796041" cy="257705"/>
          </a:xfrm>
          <a:prstGeom prst="rect">
            <a:avLst/>
          </a:prstGeom>
        </p:spPr>
      </p:pic>
      <p:sp>
        <p:nvSpPr>
          <p:cNvPr id="292" name="TextBox 291">
            <a:extLst>
              <a:ext uri="{FF2B5EF4-FFF2-40B4-BE49-F238E27FC236}">
                <a16:creationId xmlns:a16="http://schemas.microsoft.com/office/drawing/2014/main" id="{E01F88EA-4367-A76E-7275-3B4EB8891012}"/>
              </a:ext>
            </a:extLst>
          </p:cNvPr>
          <p:cNvSpPr txBox="1"/>
          <p:nvPr/>
        </p:nvSpPr>
        <p:spPr>
          <a:xfrm>
            <a:off x="9151071" y="12784113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6C2A9D"/>
                </a:solidFill>
              </a:rPr>
              <a:t>Cnidaria_Metazoa</a:t>
            </a:r>
            <a:endParaRPr lang="en-US" sz="1200" b="1" dirty="0">
              <a:solidFill>
                <a:srgbClr val="6C2A9D"/>
              </a:solidFill>
            </a:endParaRPr>
          </a:p>
        </p:txBody>
      </p:sp>
      <p:pic>
        <p:nvPicPr>
          <p:cNvPr id="293" name="Picture 292">
            <a:extLst>
              <a:ext uri="{FF2B5EF4-FFF2-40B4-BE49-F238E27FC236}">
                <a16:creationId xmlns:a16="http://schemas.microsoft.com/office/drawing/2014/main" id="{8D9D10B6-5674-83C1-C917-2767797C13ED}"/>
              </a:ext>
            </a:extLst>
          </p:cNvPr>
          <p:cNvPicPr>
            <a:picLocks noChangeAspect="1"/>
          </p:cNvPicPr>
          <p:nvPr/>
        </p:nvPicPr>
        <p:blipFill>
          <a:blip r:embed="rId10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254" r="53848" b="-221"/>
          <a:stretch>
            <a:fillRect/>
          </a:stretch>
        </p:blipFill>
        <p:spPr>
          <a:xfrm>
            <a:off x="10783923" y="14274045"/>
            <a:ext cx="1397286" cy="133540"/>
          </a:xfrm>
          <a:prstGeom prst="rect">
            <a:avLst/>
          </a:prstGeom>
        </p:spPr>
      </p:pic>
      <p:pic>
        <p:nvPicPr>
          <p:cNvPr id="294" name="Picture 293">
            <a:extLst>
              <a:ext uri="{FF2B5EF4-FFF2-40B4-BE49-F238E27FC236}">
                <a16:creationId xmlns:a16="http://schemas.microsoft.com/office/drawing/2014/main" id="{E17A306D-0ACE-A3AA-9D36-7C3DF1E3CA47}"/>
              </a:ext>
            </a:extLst>
          </p:cNvPr>
          <p:cNvPicPr>
            <a:picLocks noChangeAspect="1"/>
          </p:cNvPicPr>
          <p:nvPr/>
        </p:nvPicPr>
        <p:blipFill>
          <a:blip r:embed="rId10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535" y="14677807"/>
            <a:ext cx="485775" cy="981075"/>
          </a:xfrm>
          <a:prstGeom prst="rect">
            <a:avLst/>
          </a:prstGeom>
        </p:spPr>
      </p:pic>
      <p:pic>
        <p:nvPicPr>
          <p:cNvPr id="295" name="Picture 294">
            <a:extLst>
              <a:ext uri="{FF2B5EF4-FFF2-40B4-BE49-F238E27FC236}">
                <a16:creationId xmlns:a16="http://schemas.microsoft.com/office/drawing/2014/main" id="{0DB04185-A19F-6AD9-901E-682AE2F00634}"/>
              </a:ext>
            </a:extLst>
          </p:cNvPr>
          <p:cNvPicPr>
            <a:picLocks noChangeAspect="1"/>
          </p:cNvPicPr>
          <p:nvPr/>
        </p:nvPicPr>
        <p:blipFill>
          <a:blip r:embed="rId10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12" y="14634944"/>
            <a:ext cx="800100" cy="1066800"/>
          </a:xfrm>
          <a:prstGeom prst="rect">
            <a:avLst/>
          </a:prstGeom>
        </p:spPr>
      </p:pic>
      <p:pic>
        <p:nvPicPr>
          <p:cNvPr id="296" name="Picture 295">
            <a:extLst>
              <a:ext uri="{FF2B5EF4-FFF2-40B4-BE49-F238E27FC236}">
                <a16:creationId xmlns:a16="http://schemas.microsoft.com/office/drawing/2014/main" id="{65425FBB-DBEC-E9BE-5FB6-514A6E20C904}"/>
              </a:ext>
            </a:extLst>
          </p:cNvPr>
          <p:cNvPicPr>
            <a:picLocks noChangeAspect="1"/>
          </p:cNvPicPr>
          <p:nvPr/>
        </p:nvPicPr>
        <p:blipFill>
          <a:blip r:embed="rId10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206" y="14620657"/>
            <a:ext cx="638175" cy="1095375"/>
          </a:xfrm>
          <a:prstGeom prst="rect">
            <a:avLst/>
          </a:prstGeom>
        </p:spPr>
      </p:pic>
      <p:pic>
        <p:nvPicPr>
          <p:cNvPr id="297" name="Picture 296">
            <a:extLst>
              <a:ext uri="{FF2B5EF4-FFF2-40B4-BE49-F238E27FC236}">
                <a16:creationId xmlns:a16="http://schemas.microsoft.com/office/drawing/2014/main" id="{B43ED9CF-22FB-CE9B-9633-7B9169512D9B}"/>
              </a:ext>
            </a:extLst>
          </p:cNvPr>
          <p:cNvPicPr>
            <a:picLocks noChangeAspect="1"/>
          </p:cNvPicPr>
          <p:nvPr/>
        </p:nvPicPr>
        <p:blipFill>
          <a:blip r:embed="rId10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433" y="14720669"/>
            <a:ext cx="628650" cy="895350"/>
          </a:xfrm>
          <a:prstGeom prst="rect">
            <a:avLst/>
          </a:prstGeom>
        </p:spPr>
      </p:pic>
      <p:sp>
        <p:nvSpPr>
          <p:cNvPr id="298" name="TextBox 297">
            <a:extLst>
              <a:ext uri="{FF2B5EF4-FFF2-40B4-BE49-F238E27FC236}">
                <a16:creationId xmlns:a16="http://schemas.microsoft.com/office/drawing/2014/main" id="{DFFB8E1D-8C04-547C-7C29-8F824966EFD0}"/>
              </a:ext>
            </a:extLst>
          </p:cNvPr>
          <p:cNvSpPr txBox="1"/>
          <p:nvPr/>
        </p:nvSpPr>
        <p:spPr>
          <a:xfrm>
            <a:off x="-14413" y="14535663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6C2A9D"/>
                </a:solidFill>
              </a:rPr>
              <a:t>Hydrozoa</a:t>
            </a:r>
          </a:p>
        </p:txBody>
      </p:sp>
      <p:pic>
        <p:nvPicPr>
          <p:cNvPr id="299" name="Picture 298">
            <a:extLst>
              <a:ext uri="{FF2B5EF4-FFF2-40B4-BE49-F238E27FC236}">
                <a16:creationId xmlns:a16="http://schemas.microsoft.com/office/drawing/2014/main" id="{DAADA856-B913-621C-62B8-FEE8EAF4EAD6}"/>
              </a:ext>
            </a:extLst>
          </p:cNvPr>
          <p:cNvPicPr>
            <a:picLocks noChangeAspect="1"/>
          </p:cNvPicPr>
          <p:nvPr/>
        </p:nvPicPr>
        <p:blipFill>
          <a:blip r:embed="rId10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435"/>
          <a:stretch>
            <a:fillRect/>
          </a:stretch>
        </p:blipFill>
        <p:spPr>
          <a:xfrm rot="5400000">
            <a:off x="4201275" y="13754101"/>
            <a:ext cx="750766" cy="2974647"/>
          </a:xfrm>
          <a:prstGeom prst="rect">
            <a:avLst/>
          </a:prstGeom>
        </p:spPr>
      </p:pic>
      <p:pic>
        <p:nvPicPr>
          <p:cNvPr id="300" name="Picture 299">
            <a:extLst>
              <a:ext uri="{FF2B5EF4-FFF2-40B4-BE49-F238E27FC236}">
                <a16:creationId xmlns:a16="http://schemas.microsoft.com/office/drawing/2014/main" id="{61AC8DDF-6097-7077-B0BD-143CAD1EBC0B}"/>
              </a:ext>
            </a:extLst>
          </p:cNvPr>
          <p:cNvPicPr>
            <a:picLocks noChangeAspect="1"/>
          </p:cNvPicPr>
          <p:nvPr/>
        </p:nvPicPr>
        <p:blipFill>
          <a:blip r:embed="rId10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778"/>
          <a:stretch>
            <a:fillRect/>
          </a:stretch>
        </p:blipFill>
        <p:spPr>
          <a:xfrm>
            <a:off x="3136072" y="15625227"/>
            <a:ext cx="750769" cy="85224"/>
          </a:xfrm>
          <a:prstGeom prst="rect">
            <a:avLst/>
          </a:prstGeom>
        </p:spPr>
      </p:pic>
      <p:pic>
        <p:nvPicPr>
          <p:cNvPr id="301" name="Picture 300">
            <a:extLst>
              <a:ext uri="{FF2B5EF4-FFF2-40B4-BE49-F238E27FC236}">
                <a16:creationId xmlns:a16="http://schemas.microsoft.com/office/drawing/2014/main" id="{60C45007-DB6C-B5DC-682F-7DFF85036884}"/>
              </a:ext>
            </a:extLst>
          </p:cNvPr>
          <p:cNvPicPr>
            <a:picLocks noChangeAspect="1"/>
          </p:cNvPicPr>
          <p:nvPr/>
        </p:nvPicPr>
        <p:blipFill>
          <a:blip r:embed="rId10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781" r="24014"/>
          <a:stretch>
            <a:fillRect/>
          </a:stretch>
        </p:blipFill>
        <p:spPr>
          <a:xfrm>
            <a:off x="6137334" y="14620657"/>
            <a:ext cx="643610" cy="1148022"/>
          </a:xfrm>
          <a:prstGeom prst="rect">
            <a:avLst/>
          </a:prstGeom>
        </p:spPr>
      </p:pic>
      <p:pic>
        <p:nvPicPr>
          <p:cNvPr id="302" name="Picture 301">
            <a:extLst>
              <a:ext uri="{FF2B5EF4-FFF2-40B4-BE49-F238E27FC236}">
                <a16:creationId xmlns:a16="http://schemas.microsoft.com/office/drawing/2014/main" id="{BDB66C46-2F25-1603-7058-7065DFE2696D}"/>
              </a:ext>
            </a:extLst>
          </p:cNvPr>
          <p:cNvPicPr>
            <a:picLocks noChangeAspect="1"/>
          </p:cNvPicPr>
          <p:nvPr/>
        </p:nvPicPr>
        <p:blipFill>
          <a:blip r:embed="rId10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225" r="29191" b="29897"/>
          <a:stretch>
            <a:fillRect/>
          </a:stretch>
        </p:blipFill>
        <p:spPr>
          <a:xfrm>
            <a:off x="8100118" y="14554568"/>
            <a:ext cx="1002026" cy="1201373"/>
          </a:xfrm>
          <a:prstGeom prst="rect">
            <a:avLst/>
          </a:prstGeom>
        </p:spPr>
      </p:pic>
      <p:pic>
        <p:nvPicPr>
          <p:cNvPr id="303" name="Picture 302">
            <a:extLst>
              <a:ext uri="{FF2B5EF4-FFF2-40B4-BE49-F238E27FC236}">
                <a16:creationId xmlns:a16="http://schemas.microsoft.com/office/drawing/2014/main" id="{A25064C4-1ECF-81B7-A7A6-BEDF8D7C3B36}"/>
              </a:ext>
            </a:extLst>
          </p:cNvPr>
          <p:cNvPicPr>
            <a:picLocks noChangeAspect="1"/>
          </p:cNvPicPr>
          <p:nvPr/>
        </p:nvPicPr>
        <p:blipFill>
          <a:blip r:embed="rId10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961" r="29191"/>
          <a:stretch>
            <a:fillRect/>
          </a:stretch>
        </p:blipFill>
        <p:spPr>
          <a:xfrm>
            <a:off x="8114147" y="15634258"/>
            <a:ext cx="1002026" cy="121683"/>
          </a:xfrm>
          <a:prstGeom prst="rect">
            <a:avLst/>
          </a:prstGeom>
        </p:spPr>
      </p:pic>
      <p:sp>
        <p:nvSpPr>
          <p:cNvPr id="304" name="TextBox 303">
            <a:extLst>
              <a:ext uri="{FF2B5EF4-FFF2-40B4-BE49-F238E27FC236}">
                <a16:creationId xmlns:a16="http://schemas.microsoft.com/office/drawing/2014/main" id="{1193D427-BBFE-BD0B-E088-F889FAC6AC11}"/>
              </a:ext>
            </a:extLst>
          </p:cNvPr>
          <p:cNvSpPr txBox="1"/>
          <p:nvPr/>
        </p:nvSpPr>
        <p:spPr>
          <a:xfrm>
            <a:off x="6098156" y="14541278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6C2A9D"/>
                </a:solidFill>
              </a:rPr>
              <a:t>Narcomedusae</a:t>
            </a:r>
            <a:endParaRPr lang="en-US" sz="1200" b="1" dirty="0">
              <a:solidFill>
                <a:srgbClr val="6C2A9D"/>
              </a:solidFill>
            </a:endParaRPr>
          </a:p>
        </p:txBody>
      </p:sp>
      <p:pic>
        <p:nvPicPr>
          <p:cNvPr id="305" name="Picture 304">
            <a:extLst>
              <a:ext uri="{FF2B5EF4-FFF2-40B4-BE49-F238E27FC236}">
                <a16:creationId xmlns:a16="http://schemas.microsoft.com/office/drawing/2014/main" id="{0EE07C18-BFA8-BFD7-4CC0-0292A5D5A969}"/>
              </a:ext>
            </a:extLst>
          </p:cNvPr>
          <p:cNvPicPr>
            <a:picLocks noChangeAspect="1"/>
          </p:cNvPicPr>
          <p:nvPr/>
        </p:nvPicPr>
        <p:blipFill>
          <a:blip r:embed="rId10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72" r="33571" b="46243"/>
          <a:stretch>
            <a:fillRect/>
          </a:stretch>
        </p:blipFill>
        <p:spPr>
          <a:xfrm>
            <a:off x="9712033" y="14586944"/>
            <a:ext cx="750770" cy="1140639"/>
          </a:xfrm>
          <a:prstGeom prst="rect">
            <a:avLst/>
          </a:prstGeom>
        </p:spPr>
      </p:pic>
      <p:pic>
        <p:nvPicPr>
          <p:cNvPr id="306" name="Picture 305">
            <a:extLst>
              <a:ext uri="{FF2B5EF4-FFF2-40B4-BE49-F238E27FC236}">
                <a16:creationId xmlns:a16="http://schemas.microsoft.com/office/drawing/2014/main" id="{1A517D45-3C18-3B0E-67A9-20123A267F38}"/>
              </a:ext>
            </a:extLst>
          </p:cNvPr>
          <p:cNvPicPr>
            <a:picLocks noChangeAspect="1"/>
          </p:cNvPicPr>
          <p:nvPr/>
        </p:nvPicPr>
        <p:blipFill>
          <a:blip r:embed="rId1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76" r="8826" b="30979"/>
          <a:stretch>
            <a:fillRect/>
          </a:stretch>
        </p:blipFill>
        <p:spPr>
          <a:xfrm>
            <a:off x="10900009" y="14586944"/>
            <a:ext cx="885828" cy="1093803"/>
          </a:xfrm>
          <a:prstGeom prst="rect">
            <a:avLst/>
          </a:prstGeom>
        </p:spPr>
      </p:pic>
      <p:pic>
        <p:nvPicPr>
          <p:cNvPr id="307" name="Picture 306">
            <a:extLst>
              <a:ext uri="{FF2B5EF4-FFF2-40B4-BE49-F238E27FC236}">
                <a16:creationId xmlns:a16="http://schemas.microsoft.com/office/drawing/2014/main" id="{A203F43B-5C78-FCF2-795D-B6BE96B38B32}"/>
              </a:ext>
            </a:extLst>
          </p:cNvPr>
          <p:cNvPicPr>
            <a:picLocks noChangeAspect="1"/>
          </p:cNvPicPr>
          <p:nvPr/>
        </p:nvPicPr>
        <p:blipFill>
          <a:blip r:embed="rId10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353" r="66638"/>
          <a:stretch>
            <a:fillRect/>
          </a:stretch>
        </p:blipFill>
        <p:spPr>
          <a:xfrm>
            <a:off x="9726124" y="15607770"/>
            <a:ext cx="704412" cy="119813"/>
          </a:xfrm>
          <a:prstGeom prst="rect">
            <a:avLst/>
          </a:prstGeom>
        </p:spPr>
      </p:pic>
      <p:sp>
        <p:nvSpPr>
          <p:cNvPr id="308" name="TextBox 307">
            <a:extLst>
              <a:ext uri="{FF2B5EF4-FFF2-40B4-BE49-F238E27FC236}">
                <a16:creationId xmlns:a16="http://schemas.microsoft.com/office/drawing/2014/main" id="{1CCF539B-1E06-C8F3-6B7D-B21D93E92FBF}"/>
              </a:ext>
            </a:extLst>
          </p:cNvPr>
          <p:cNvSpPr txBox="1"/>
          <p:nvPr/>
        </p:nvSpPr>
        <p:spPr>
          <a:xfrm>
            <a:off x="9146157" y="14546584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6C2A9D"/>
                </a:solidFill>
              </a:rPr>
              <a:t>Solmundella_bitentaculata</a:t>
            </a:r>
            <a:endParaRPr lang="en-US" sz="1200" b="1" dirty="0">
              <a:solidFill>
                <a:srgbClr val="6C2A9D"/>
              </a:solidFill>
            </a:endParaRPr>
          </a:p>
        </p:txBody>
      </p:sp>
      <p:pic>
        <p:nvPicPr>
          <p:cNvPr id="309" name="Picture 308">
            <a:extLst>
              <a:ext uri="{FF2B5EF4-FFF2-40B4-BE49-F238E27FC236}">
                <a16:creationId xmlns:a16="http://schemas.microsoft.com/office/drawing/2014/main" id="{F3868B77-DE39-5EBB-C51D-377B5FAB87CC}"/>
              </a:ext>
            </a:extLst>
          </p:cNvPr>
          <p:cNvPicPr>
            <a:picLocks noChangeAspect="1"/>
          </p:cNvPicPr>
          <p:nvPr/>
        </p:nvPicPr>
        <p:blipFill>
          <a:blip r:embed="rId1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142" r="8826"/>
          <a:stretch>
            <a:fillRect/>
          </a:stretch>
        </p:blipFill>
        <p:spPr>
          <a:xfrm>
            <a:off x="10903654" y="15589372"/>
            <a:ext cx="885830" cy="138211"/>
          </a:xfrm>
          <a:prstGeom prst="rect">
            <a:avLst/>
          </a:prstGeom>
        </p:spPr>
      </p:pic>
      <p:pic>
        <p:nvPicPr>
          <p:cNvPr id="310" name="Picture 309">
            <a:extLst>
              <a:ext uri="{FF2B5EF4-FFF2-40B4-BE49-F238E27FC236}">
                <a16:creationId xmlns:a16="http://schemas.microsoft.com/office/drawing/2014/main" id="{5EC7C28A-5B17-8368-DB24-E208683D4CD7}"/>
              </a:ext>
            </a:extLst>
          </p:cNvPr>
          <p:cNvPicPr>
            <a:picLocks noChangeAspect="1"/>
          </p:cNvPicPr>
          <p:nvPr/>
        </p:nvPicPr>
        <p:blipFill>
          <a:blip r:embed="rId1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268" t="25029" r="13043" b="29636"/>
          <a:stretch>
            <a:fillRect/>
          </a:stretch>
        </p:blipFill>
        <p:spPr>
          <a:xfrm>
            <a:off x="818226" y="16300257"/>
            <a:ext cx="1671806" cy="851163"/>
          </a:xfrm>
          <a:prstGeom prst="rect">
            <a:avLst/>
          </a:prstGeom>
        </p:spPr>
      </p:pic>
      <p:pic>
        <p:nvPicPr>
          <p:cNvPr id="311" name="Picture 310">
            <a:extLst>
              <a:ext uri="{FF2B5EF4-FFF2-40B4-BE49-F238E27FC236}">
                <a16:creationId xmlns:a16="http://schemas.microsoft.com/office/drawing/2014/main" id="{66B871FD-80FF-4548-CD4B-E5B7BE889FA8}"/>
              </a:ext>
            </a:extLst>
          </p:cNvPr>
          <p:cNvPicPr>
            <a:picLocks noChangeAspect="1"/>
          </p:cNvPicPr>
          <p:nvPr/>
        </p:nvPicPr>
        <p:blipFill>
          <a:blip r:embed="rId1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" t="27752" r="2239" b="20040"/>
          <a:stretch>
            <a:fillRect/>
          </a:stretch>
        </p:blipFill>
        <p:spPr>
          <a:xfrm>
            <a:off x="2547970" y="15955048"/>
            <a:ext cx="476487" cy="1541581"/>
          </a:xfrm>
          <a:prstGeom prst="rect">
            <a:avLst/>
          </a:prstGeom>
        </p:spPr>
      </p:pic>
      <p:pic>
        <p:nvPicPr>
          <p:cNvPr id="312" name="Picture 311">
            <a:extLst>
              <a:ext uri="{FF2B5EF4-FFF2-40B4-BE49-F238E27FC236}">
                <a16:creationId xmlns:a16="http://schemas.microsoft.com/office/drawing/2014/main" id="{7782D0B2-A28A-82C4-5854-9CD6BCD606A0}"/>
              </a:ext>
            </a:extLst>
          </p:cNvPr>
          <p:cNvPicPr>
            <a:picLocks noChangeAspect="1"/>
          </p:cNvPicPr>
          <p:nvPr/>
        </p:nvPicPr>
        <p:blipFill>
          <a:blip r:embed="rId1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17" t="29267" b="30457"/>
          <a:stretch>
            <a:fillRect/>
          </a:stretch>
        </p:blipFill>
        <p:spPr>
          <a:xfrm>
            <a:off x="54262" y="15806564"/>
            <a:ext cx="706026" cy="1838548"/>
          </a:xfrm>
          <a:prstGeom prst="rect">
            <a:avLst/>
          </a:prstGeom>
        </p:spPr>
      </p:pic>
      <p:pic>
        <p:nvPicPr>
          <p:cNvPr id="313" name="Picture 312">
            <a:extLst>
              <a:ext uri="{FF2B5EF4-FFF2-40B4-BE49-F238E27FC236}">
                <a16:creationId xmlns:a16="http://schemas.microsoft.com/office/drawing/2014/main" id="{BF8D02FE-9AB3-AECB-4EFB-A1A94DCF7065}"/>
              </a:ext>
            </a:extLst>
          </p:cNvPr>
          <p:cNvPicPr>
            <a:picLocks noChangeAspect="1"/>
          </p:cNvPicPr>
          <p:nvPr/>
        </p:nvPicPr>
        <p:blipFill>
          <a:blip r:embed="rId1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2" t="87197"/>
          <a:stretch>
            <a:fillRect/>
          </a:stretch>
        </p:blipFill>
        <p:spPr>
          <a:xfrm>
            <a:off x="2566969" y="16981113"/>
            <a:ext cx="457488" cy="378053"/>
          </a:xfrm>
          <a:prstGeom prst="rect">
            <a:avLst/>
          </a:prstGeom>
        </p:spPr>
      </p:pic>
      <p:pic>
        <p:nvPicPr>
          <p:cNvPr id="314" name="Picture 313">
            <a:extLst>
              <a:ext uri="{FF2B5EF4-FFF2-40B4-BE49-F238E27FC236}">
                <a16:creationId xmlns:a16="http://schemas.microsoft.com/office/drawing/2014/main" id="{1013D3C0-5946-7486-18DB-048781AE176E}"/>
              </a:ext>
            </a:extLst>
          </p:cNvPr>
          <p:cNvPicPr>
            <a:picLocks noChangeAspect="1"/>
          </p:cNvPicPr>
          <p:nvPr/>
        </p:nvPicPr>
        <p:blipFill>
          <a:blip r:embed="rId1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577" r="28926"/>
          <a:stretch>
            <a:fillRect/>
          </a:stretch>
        </p:blipFill>
        <p:spPr>
          <a:xfrm>
            <a:off x="68502" y="17351918"/>
            <a:ext cx="765135" cy="293194"/>
          </a:xfrm>
          <a:prstGeom prst="rect">
            <a:avLst/>
          </a:prstGeom>
        </p:spPr>
      </p:pic>
      <p:sp>
        <p:nvSpPr>
          <p:cNvPr id="315" name="TextBox 314">
            <a:extLst>
              <a:ext uri="{FF2B5EF4-FFF2-40B4-BE49-F238E27FC236}">
                <a16:creationId xmlns:a16="http://schemas.microsoft.com/office/drawing/2014/main" id="{8DF0370C-5891-2F97-B2E4-70B768767EE9}"/>
              </a:ext>
            </a:extLst>
          </p:cNvPr>
          <p:cNvSpPr txBox="1"/>
          <p:nvPr/>
        </p:nvSpPr>
        <p:spPr>
          <a:xfrm>
            <a:off x="339" y="15789286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6C2A9D"/>
                </a:solidFill>
              </a:rPr>
              <a:t>tentacle_Cnidaria</a:t>
            </a:r>
            <a:endParaRPr lang="en-US" sz="1200" b="1" dirty="0">
              <a:solidFill>
                <a:srgbClr val="6C2A9D"/>
              </a:solidFill>
            </a:endParaRPr>
          </a:p>
        </p:txBody>
      </p:sp>
      <p:pic>
        <p:nvPicPr>
          <p:cNvPr id="316" name="Picture 315">
            <a:extLst>
              <a:ext uri="{FF2B5EF4-FFF2-40B4-BE49-F238E27FC236}">
                <a16:creationId xmlns:a16="http://schemas.microsoft.com/office/drawing/2014/main" id="{5F98914C-8C94-508A-C22F-C75C460748FB}"/>
              </a:ext>
            </a:extLst>
          </p:cNvPr>
          <p:cNvPicPr>
            <a:picLocks noChangeAspect="1"/>
          </p:cNvPicPr>
          <p:nvPr/>
        </p:nvPicPr>
        <p:blipFill>
          <a:blip r:embed="rId1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318" r="54310"/>
          <a:stretch>
            <a:fillRect/>
          </a:stretch>
        </p:blipFill>
        <p:spPr>
          <a:xfrm>
            <a:off x="810259" y="17014505"/>
            <a:ext cx="1671806" cy="256874"/>
          </a:xfrm>
          <a:prstGeom prst="rect">
            <a:avLst/>
          </a:prstGeom>
        </p:spPr>
      </p:pic>
      <p:pic>
        <p:nvPicPr>
          <p:cNvPr id="317" name="Picture 316">
            <a:extLst>
              <a:ext uri="{FF2B5EF4-FFF2-40B4-BE49-F238E27FC236}">
                <a16:creationId xmlns:a16="http://schemas.microsoft.com/office/drawing/2014/main" id="{27814B49-F9F8-73E0-F5DC-BCFFD3E88243}"/>
              </a:ext>
            </a:extLst>
          </p:cNvPr>
          <p:cNvPicPr>
            <a:picLocks noChangeAspect="1"/>
          </p:cNvPicPr>
          <p:nvPr/>
        </p:nvPicPr>
        <p:blipFill>
          <a:blip r:embed="rId1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74" t="10907" r="24680" b="20886"/>
          <a:stretch>
            <a:fillRect/>
          </a:stretch>
        </p:blipFill>
        <p:spPr>
          <a:xfrm>
            <a:off x="4005466" y="16282962"/>
            <a:ext cx="818443" cy="1078461"/>
          </a:xfrm>
          <a:prstGeom prst="rect">
            <a:avLst/>
          </a:prstGeom>
        </p:spPr>
      </p:pic>
      <p:pic>
        <p:nvPicPr>
          <p:cNvPr id="318" name="Picture 317">
            <a:extLst>
              <a:ext uri="{FF2B5EF4-FFF2-40B4-BE49-F238E27FC236}">
                <a16:creationId xmlns:a16="http://schemas.microsoft.com/office/drawing/2014/main" id="{A28D34A1-62B6-D138-0C49-AF672B1D3C90}"/>
              </a:ext>
            </a:extLst>
          </p:cNvPr>
          <p:cNvPicPr>
            <a:picLocks noChangeAspect="1"/>
          </p:cNvPicPr>
          <p:nvPr/>
        </p:nvPicPr>
        <p:blipFill>
          <a:blip r:embed="rId1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1385" y="16189573"/>
            <a:ext cx="884439" cy="1265239"/>
          </a:xfrm>
          <a:prstGeom prst="rect">
            <a:avLst/>
          </a:prstGeom>
        </p:spPr>
      </p:pic>
      <p:pic>
        <p:nvPicPr>
          <p:cNvPr id="319" name="Picture 318">
            <a:extLst>
              <a:ext uri="{FF2B5EF4-FFF2-40B4-BE49-F238E27FC236}">
                <a16:creationId xmlns:a16="http://schemas.microsoft.com/office/drawing/2014/main" id="{57CB8858-B535-181F-5742-F8DEBD601374}"/>
              </a:ext>
            </a:extLst>
          </p:cNvPr>
          <p:cNvPicPr>
            <a:picLocks noChangeAspect="1"/>
          </p:cNvPicPr>
          <p:nvPr/>
        </p:nvPicPr>
        <p:blipFill>
          <a:blip r:embed="rId1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96" t="27704" r="30359" b="24031"/>
          <a:stretch>
            <a:fillRect/>
          </a:stretch>
        </p:blipFill>
        <p:spPr>
          <a:xfrm>
            <a:off x="4863551" y="16255651"/>
            <a:ext cx="1198801" cy="1133083"/>
          </a:xfrm>
          <a:prstGeom prst="rect">
            <a:avLst/>
          </a:prstGeom>
        </p:spPr>
      </p:pic>
      <p:pic>
        <p:nvPicPr>
          <p:cNvPr id="320" name="Picture 319">
            <a:extLst>
              <a:ext uri="{FF2B5EF4-FFF2-40B4-BE49-F238E27FC236}">
                <a16:creationId xmlns:a16="http://schemas.microsoft.com/office/drawing/2014/main" id="{2AD3064A-57B6-22B9-461E-6AECD9B1D7AD}"/>
              </a:ext>
            </a:extLst>
          </p:cNvPr>
          <p:cNvPicPr>
            <a:picLocks noChangeAspect="1"/>
          </p:cNvPicPr>
          <p:nvPr/>
        </p:nvPicPr>
        <p:blipFill>
          <a:blip r:embed="rId1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616" r="49164" b="-2462"/>
          <a:stretch>
            <a:fillRect/>
          </a:stretch>
        </p:blipFill>
        <p:spPr>
          <a:xfrm>
            <a:off x="3929023" y="17050976"/>
            <a:ext cx="813473" cy="361242"/>
          </a:xfrm>
          <a:prstGeom prst="rect">
            <a:avLst/>
          </a:prstGeom>
        </p:spPr>
      </p:pic>
      <p:pic>
        <p:nvPicPr>
          <p:cNvPr id="321" name="Picture 320">
            <a:extLst>
              <a:ext uri="{FF2B5EF4-FFF2-40B4-BE49-F238E27FC236}">
                <a16:creationId xmlns:a16="http://schemas.microsoft.com/office/drawing/2014/main" id="{33812457-2916-EFA2-B5A9-BECC58DA26CC}"/>
              </a:ext>
            </a:extLst>
          </p:cNvPr>
          <p:cNvPicPr>
            <a:picLocks noChangeAspect="1"/>
          </p:cNvPicPr>
          <p:nvPr/>
        </p:nvPicPr>
        <p:blipFill>
          <a:blip r:embed="rId1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260" r="64561" b="413"/>
          <a:stretch>
            <a:fillRect/>
          </a:stretch>
        </p:blipFill>
        <p:spPr>
          <a:xfrm>
            <a:off x="4845445" y="17093095"/>
            <a:ext cx="1153044" cy="265877"/>
          </a:xfrm>
          <a:prstGeom prst="rect">
            <a:avLst/>
          </a:prstGeom>
        </p:spPr>
      </p:pic>
      <p:pic>
        <p:nvPicPr>
          <p:cNvPr id="322" name="Picture 321">
            <a:extLst>
              <a:ext uri="{FF2B5EF4-FFF2-40B4-BE49-F238E27FC236}">
                <a16:creationId xmlns:a16="http://schemas.microsoft.com/office/drawing/2014/main" id="{354F277C-0840-FA5A-6BF3-3FF94666E460}"/>
              </a:ext>
            </a:extLst>
          </p:cNvPr>
          <p:cNvPicPr>
            <a:picLocks noChangeAspect="1"/>
          </p:cNvPicPr>
          <p:nvPr/>
        </p:nvPicPr>
        <p:blipFill>
          <a:blip r:embed="rId1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33" r="21825"/>
          <a:stretch>
            <a:fillRect/>
          </a:stretch>
        </p:blipFill>
        <p:spPr>
          <a:xfrm>
            <a:off x="6131173" y="16218399"/>
            <a:ext cx="737164" cy="1172993"/>
          </a:xfrm>
          <a:prstGeom prst="rect">
            <a:avLst/>
          </a:prstGeom>
        </p:spPr>
      </p:pic>
      <p:pic>
        <p:nvPicPr>
          <p:cNvPr id="323" name="Picture 322">
            <a:extLst>
              <a:ext uri="{FF2B5EF4-FFF2-40B4-BE49-F238E27FC236}">
                <a16:creationId xmlns:a16="http://schemas.microsoft.com/office/drawing/2014/main" id="{B93A544F-7C38-FA8C-F456-F36899CECDE0}"/>
              </a:ext>
            </a:extLst>
          </p:cNvPr>
          <p:cNvPicPr>
            <a:picLocks noChangeAspect="1"/>
          </p:cNvPicPr>
          <p:nvPr/>
        </p:nvPicPr>
        <p:blipFill>
          <a:blip r:embed="rId1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77" t="23423" r="28671" b="24666"/>
          <a:stretch>
            <a:fillRect/>
          </a:stretch>
        </p:blipFill>
        <p:spPr>
          <a:xfrm>
            <a:off x="7032029" y="16346809"/>
            <a:ext cx="914400" cy="924645"/>
          </a:xfrm>
          <a:prstGeom prst="rect">
            <a:avLst/>
          </a:prstGeom>
        </p:spPr>
      </p:pic>
      <p:pic>
        <p:nvPicPr>
          <p:cNvPr id="324" name="Picture 323">
            <a:extLst>
              <a:ext uri="{FF2B5EF4-FFF2-40B4-BE49-F238E27FC236}">
                <a16:creationId xmlns:a16="http://schemas.microsoft.com/office/drawing/2014/main" id="{1CDCD312-E978-B9C4-495D-D78ED21D4337}"/>
              </a:ext>
            </a:extLst>
          </p:cNvPr>
          <p:cNvPicPr>
            <a:picLocks noChangeAspect="1"/>
          </p:cNvPicPr>
          <p:nvPr/>
        </p:nvPicPr>
        <p:blipFill>
          <a:blip r:embed="rId1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28" r="27861"/>
          <a:stretch>
            <a:fillRect/>
          </a:stretch>
        </p:blipFill>
        <p:spPr>
          <a:xfrm>
            <a:off x="8110121" y="16209928"/>
            <a:ext cx="1010077" cy="1189935"/>
          </a:xfrm>
          <a:prstGeom prst="rect">
            <a:avLst/>
          </a:prstGeom>
        </p:spPr>
      </p:pic>
      <p:pic>
        <p:nvPicPr>
          <p:cNvPr id="325" name="Picture 324">
            <a:extLst>
              <a:ext uri="{FF2B5EF4-FFF2-40B4-BE49-F238E27FC236}">
                <a16:creationId xmlns:a16="http://schemas.microsoft.com/office/drawing/2014/main" id="{DA5603D9-C6F7-0EE6-CF77-1B7B096FC0A6}"/>
              </a:ext>
            </a:extLst>
          </p:cNvPr>
          <p:cNvPicPr>
            <a:picLocks noChangeAspect="1"/>
          </p:cNvPicPr>
          <p:nvPr/>
        </p:nvPicPr>
        <p:blipFill>
          <a:blip r:embed="rId1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82521" r="55349"/>
          <a:stretch>
            <a:fillRect/>
          </a:stretch>
        </p:blipFill>
        <p:spPr>
          <a:xfrm>
            <a:off x="7014381" y="16971900"/>
            <a:ext cx="914400" cy="311325"/>
          </a:xfrm>
          <a:prstGeom prst="rect">
            <a:avLst/>
          </a:prstGeom>
        </p:spPr>
      </p:pic>
      <p:sp>
        <p:nvSpPr>
          <p:cNvPr id="63" name="Rectangle 62">
            <a:extLst>
              <a:ext uri="{FF2B5EF4-FFF2-40B4-BE49-F238E27FC236}">
                <a16:creationId xmlns:a16="http://schemas.microsoft.com/office/drawing/2014/main" id="{7872B626-DB27-7A90-B00D-3D3B9359C1B9}"/>
              </a:ext>
            </a:extLst>
          </p:cNvPr>
          <p:cNvSpPr/>
          <p:nvPr/>
        </p:nvSpPr>
        <p:spPr>
          <a:xfrm>
            <a:off x="9139417" y="5256702"/>
            <a:ext cx="3048000" cy="10940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4393126-82E0-7093-8EEC-086AF428464C}"/>
              </a:ext>
            </a:extLst>
          </p:cNvPr>
          <p:cNvSpPr/>
          <p:nvPr/>
        </p:nvSpPr>
        <p:spPr>
          <a:xfrm>
            <a:off x="3048000" y="1756407"/>
            <a:ext cx="3048000" cy="12483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D8CDE96-1553-6F81-F651-B2F7EB0A8BBE}"/>
              </a:ext>
            </a:extLst>
          </p:cNvPr>
          <p:cNvSpPr/>
          <p:nvPr/>
        </p:nvSpPr>
        <p:spPr>
          <a:xfrm>
            <a:off x="333" y="4160406"/>
            <a:ext cx="3048000" cy="10940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9553BA2-3F8F-63D2-BF57-F419F816730C}"/>
              </a:ext>
            </a:extLst>
          </p:cNvPr>
          <p:cNvSpPr/>
          <p:nvPr/>
        </p:nvSpPr>
        <p:spPr>
          <a:xfrm>
            <a:off x="3048335" y="6343167"/>
            <a:ext cx="3048000" cy="10940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D02BC06-DA72-02C5-5A26-4DB98FF35C66}"/>
              </a:ext>
            </a:extLst>
          </p:cNvPr>
          <p:cNvSpPr/>
          <p:nvPr/>
        </p:nvSpPr>
        <p:spPr>
          <a:xfrm>
            <a:off x="-4583" y="5256702"/>
            <a:ext cx="3048000" cy="10940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9482CE7-911A-30BB-2905-9F25657D4C61}"/>
              </a:ext>
            </a:extLst>
          </p:cNvPr>
          <p:cNvSpPr/>
          <p:nvPr/>
        </p:nvSpPr>
        <p:spPr>
          <a:xfrm>
            <a:off x="3043417" y="5256702"/>
            <a:ext cx="3048000" cy="10940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8BBD940-7561-C402-F0D8-1BAC9275820C}"/>
              </a:ext>
            </a:extLst>
          </p:cNvPr>
          <p:cNvSpPr/>
          <p:nvPr/>
        </p:nvSpPr>
        <p:spPr>
          <a:xfrm>
            <a:off x="9144333" y="3000194"/>
            <a:ext cx="3048000" cy="11680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C5EAF6C-9FAE-F42B-B348-881FDD78BEAE}"/>
              </a:ext>
            </a:extLst>
          </p:cNvPr>
          <p:cNvSpPr/>
          <p:nvPr/>
        </p:nvSpPr>
        <p:spPr>
          <a:xfrm>
            <a:off x="9144333" y="4160406"/>
            <a:ext cx="3048000" cy="10940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D906BC9-3B50-66B6-F322-63AD764BFFBE}"/>
              </a:ext>
            </a:extLst>
          </p:cNvPr>
          <p:cNvSpPr/>
          <p:nvPr/>
        </p:nvSpPr>
        <p:spPr>
          <a:xfrm>
            <a:off x="9144335" y="6343167"/>
            <a:ext cx="3048000" cy="10940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179D09BC-FA2D-6657-F6FE-F387578A6861}"/>
              </a:ext>
            </a:extLst>
          </p:cNvPr>
          <p:cNvSpPr/>
          <p:nvPr/>
        </p:nvSpPr>
        <p:spPr>
          <a:xfrm>
            <a:off x="3048000" y="14536049"/>
            <a:ext cx="3048000" cy="12483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486953A0-660F-418E-08F7-F9B97484E8C0}"/>
              </a:ext>
            </a:extLst>
          </p:cNvPr>
          <p:cNvSpPr/>
          <p:nvPr/>
        </p:nvSpPr>
        <p:spPr>
          <a:xfrm>
            <a:off x="0" y="14536049"/>
            <a:ext cx="3048000" cy="12483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0291010D-1892-22E2-E2B1-63570EBE46D5}"/>
              </a:ext>
            </a:extLst>
          </p:cNvPr>
          <p:cNvSpPr/>
          <p:nvPr/>
        </p:nvSpPr>
        <p:spPr>
          <a:xfrm>
            <a:off x="6096000" y="12778499"/>
            <a:ext cx="3048000" cy="17587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9EADA2CD-7B24-D530-E0D6-2E4E985271E9}"/>
              </a:ext>
            </a:extLst>
          </p:cNvPr>
          <p:cNvSpPr/>
          <p:nvPr/>
        </p:nvSpPr>
        <p:spPr>
          <a:xfrm>
            <a:off x="6096000" y="14536049"/>
            <a:ext cx="3048000" cy="12483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83774AD1-C931-62E3-A8A9-AB5D50413DD5}"/>
              </a:ext>
            </a:extLst>
          </p:cNvPr>
          <p:cNvSpPr/>
          <p:nvPr/>
        </p:nvSpPr>
        <p:spPr>
          <a:xfrm>
            <a:off x="333" y="15779836"/>
            <a:ext cx="3048000" cy="19097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4A262CFB-E1D8-C2AD-C5F6-FDA8A28CB792}"/>
              </a:ext>
            </a:extLst>
          </p:cNvPr>
          <p:cNvSpPr/>
          <p:nvPr/>
        </p:nvSpPr>
        <p:spPr>
          <a:xfrm>
            <a:off x="3048333" y="15779836"/>
            <a:ext cx="3048000" cy="19097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2" name="Picture 1" descr="A black and white image of a feather&#10;&#10;AI-generated content may be incorrect.">
            <a:extLst>
              <a:ext uri="{FF2B5EF4-FFF2-40B4-BE49-F238E27FC236}">
                <a16:creationId xmlns:a16="http://schemas.microsoft.com/office/drawing/2014/main" id="{9BB51F0E-5EAE-3FD1-2F81-B4125C9D8A5F}"/>
              </a:ext>
            </a:extLst>
          </p:cNvPr>
          <p:cNvPicPr>
            <a:picLocks noChangeAspect="1"/>
          </p:cNvPicPr>
          <p:nvPr/>
        </p:nvPicPr>
        <p:blipFill>
          <a:blip r:embed="rId1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80" t="26511" r="12045" b="32930"/>
          <a:stretch>
            <a:fillRect/>
          </a:stretch>
        </p:blipFill>
        <p:spPr>
          <a:xfrm rot="16200000">
            <a:off x="6931809" y="7719099"/>
            <a:ext cx="1241555" cy="15552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6A0DD8C-A504-F197-9B39-B17D42E4D4CA}"/>
              </a:ext>
            </a:extLst>
          </p:cNvPr>
          <p:cNvSpPr txBox="1"/>
          <p:nvPr/>
        </p:nvSpPr>
        <p:spPr>
          <a:xfrm>
            <a:off x="6086502" y="7818315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EC7727"/>
                </a:solidFill>
              </a:rPr>
              <a:t>Eumalacostraca</a:t>
            </a:r>
            <a:endParaRPr lang="en-US" sz="1200" b="1" dirty="0">
              <a:solidFill>
                <a:srgbClr val="EC7727"/>
              </a:solidFill>
            </a:endParaRPr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F47AEC93-6803-2D06-A49C-373B6A8557FB}"/>
              </a:ext>
            </a:extLst>
          </p:cNvPr>
          <p:cNvSpPr txBox="1"/>
          <p:nvPr/>
        </p:nvSpPr>
        <p:spPr>
          <a:xfrm>
            <a:off x="3055071" y="9201880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EC7727"/>
                </a:solidFill>
              </a:rPr>
              <a:t>like_Amphipoda</a:t>
            </a:r>
            <a:endParaRPr lang="en-US" sz="1200" b="1" dirty="0">
              <a:solidFill>
                <a:srgbClr val="EC7727"/>
              </a:solidFill>
            </a:endParaRPr>
          </a:p>
        </p:txBody>
      </p:sp>
      <p:sp>
        <p:nvSpPr>
          <p:cNvPr id="327" name="TextBox 326">
            <a:extLst>
              <a:ext uri="{FF2B5EF4-FFF2-40B4-BE49-F238E27FC236}">
                <a16:creationId xmlns:a16="http://schemas.microsoft.com/office/drawing/2014/main" id="{3B814EBD-9572-F7BF-B2A2-E9404827A6BB}"/>
              </a:ext>
            </a:extLst>
          </p:cNvPr>
          <p:cNvSpPr txBox="1"/>
          <p:nvPr/>
        </p:nvSpPr>
        <p:spPr>
          <a:xfrm>
            <a:off x="3038501" y="7813009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EC7727"/>
                </a:solidFill>
              </a:rPr>
              <a:t>Crustacea</a:t>
            </a:r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67E39161-3E47-F487-D5ED-98BC07290BD8}"/>
              </a:ext>
            </a:extLst>
          </p:cNvPr>
          <p:cNvSpPr txBox="1"/>
          <p:nvPr/>
        </p:nvSpPr>
        <p:spPr>
          <a:xfrm>
            <a:off x="6087937" y="9174785"/>
            <a:ext cx="3057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EC7727"/>
                </a:solidFill>
              </a:rPr>
              <a:t>shrimp_like</a:t>
            </a:r>
            <a:endParaRPr lang="en-US" sz="1200" b="1" dirty="0">
              <a:solidFill>
                <a:srgbClr val="EC7727"/>
              </a:solidFill>
            </a:endParaRPr>
          </a:p>
          <a:p>
            <a:pPr algn="ctr"/>
            <a:endParaRPr lang="en-US" sz="1200" b="1" dirty="0">
              <a:solidFill>
                <a:srgbClr val="EC7727"/>
              </a:solidFill>
            </a:endParaRPr>
          </a:p>
        </p:txBody>
      </p:sp>
      <p:sp>
        <p:nvSpPr>
          <p:cNvPr id="329" name="TextBox 328">
            <a:extLst>
              <a:ext uri="{FF2B5EF4-FFF2-40B4-BE49-F238E27FC236}">
                <a16:creationId xmlns:a16="http://schemas.microsoft.com/office/drawing/2014/main" id="{5332B867-0075-9BEA-AD61-DD67859196E2}"/>
              </a:ext>
            </a:extLst>
          </p:cNvPr>
          <p:cNvSpPr txBox="1"/>
          <p:nvPr/>
        </p:nvSpPr>
        <p:spPr>
          <a:xfrm>
            <a:off x="9151070" y="7818624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EC7727"/>
                </a:solidFill>
              </a:rPr>
              <a:t>Hyperia</a:t>
            </a:r>
            <a:endParaRPr lang="en-US" sz="1200" b="1" dirty="0">
              <a:solidFill>
                <a:srgbClr val="EC7727"/>
              </a:solidFill>
            </a:endParaRPr>
          </a:p>
        </p:txBody>
      </p:sp>
      <p:pic>
        <p:nvPicPr>
          <p:cNvPr id="330" name="Picture 329" descr="A black and white feather&#10;&#10;AI-generated content may be incorrect.">
            <a:extLst>
              <a:ext uri="{FF2B5EF4-FFF2-40B4-BE49-F238E27FC236}">
                <a16:creationId xmlns:a16="http://schemas.microsoft.com/office/drawing/2014/main" id="{D1A341D5-ECDC-BDB2-20F0-9C5F3C7F8FD1}"/>
              </a:ext>
            </a:extLst>
          </p:cNvPr>
          <p:cNvPicPr>
            <a:picLocks noChangeAspect="1"/>
          </p:cNvPicPr>
          <p:nvPr/>
        </p:nvPicPr>
        <p:blipFill>
          <a:blip r:embed="rId1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66" b="23307"/>
          <a:stretch>
            <a:fillRect/>
          </a:stretch>
        </p:blipFill>
        <p:spPr>
          <a:xfrm>
            <a:off x="3098868" y="7854787"/>
            <a:ext cx="942975" cy="1296220"/>
          </a:xfrm>
          <a:prstGeom prst="rect">
            <a:avLst/>
          </a:prstGeom>
        </p:spPr>
      </p:pic>
      <p:pic>
        <p:nvPicPr>
          <p:cNvPr id="331" name="Picture 330" descr="A black and white image of a squid&#10;&#10;AI-generated content may be incorrect.">
            <a:extLst>
              <a:ext uri="{FF2B5EF4-FFF2-40B4-BE49-F238E27FC236}">
                <a16:creationId xmlns:a16="http://schemas.microsoft.com/office/drawing/2014/main" id="{8B934B6A-D44F-14CD-44BB-14871182F13E}"/>
              </a:ext>
            </a:extLst>
          </p:cNvPr>
          <p:cNvPicPr>
            <a:picLocks noChangeAspect="1"/>
          </p:cNvPicPr>
          <p:nvPr/>
        </p:nvPicPr>
        <p:blipFill>
          <a:blip r:embed="rId1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67" r="16165" b="20050"/>
          <a:stretch>
            <a:fillRect/>
          </a:stretch>
        </p:blipFill>
        <p:spPr>
          <a:xfrm>
            <a:off x="4944973" y="7996484"/>
            <a:ext cx="1121545" cy="1012826"/>
          </a:xfrm>
          <a:prstGeom prst="rect">
            <a:avLst/>
          </a:prstGeom>
        </p:spPr>
      </p:pic>
      <p:pic>
        <p:nvPicPr>
          <p:cNvPr id="332" name="Picture 331" descr="A black and white image of a fish&#10;&#10;AI-generated content may be incorrect.">
            <a:extLst>
              <a:ext uri="{FF2B5EF4-FFF2-40B4-BE49-F238E27FC236}">
                <a16:creationId xmlns:a16="http://schemas.microsoft.com/office/drawing/2014/main" id="{AC991FCA-C4E9-0FD5-052A-5B271710F2E4}"/>
              </a:ext>
            </a:extLst>
          </p:cNvPr>
          <p:cNvPicPr>
            <a:picLocks noChangeAspect="1"/>
          </p:cNvPicPr>
          <p:nvPr/>
        </p:nvPicPr>
        <p:blipFill>
          <a:blip r:embed="rId1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562"/>
          <a:stretch>
            <a:fillRect/>
          </a:stretch>
        </p:blipFill>
        <p:spPr>
          <a:xfrm>
            <a:off x="3962586" y="8055222"/>
            <a:ext cx="1061645" cy="895350"/>
          </a:xfrm>
          <a:prstGeom prst="rect">
            <a:avLst/>
          </a:prstGeom>
        </p:spPr>
      </p:pic>
      <p:pic>
        <p:nvPicPr>
          <p:cNvPr id="333" name="Picture 332" descr="A black and white feather&#10;&#10;AI-generated content may be incorrect.">
            <a:extLst>
              <a:ext uri="{FF2B5EF4-FFF2-40B4-BE49-F238E27FC236}">
                <a16:creationId xmlns:a16="http://schemas.microsoft.com/office/drawing/2014/main" id="{279FE42A-76AF-1661-EE5F-E60EDBF535DD}"/>
              </a:ext>
            </a:extLst>
          </p:cNvPr>
          <p:cNvPicPr>
            <a:picLocks noChangeAspect="1"/>
          </p:cNvPicPr>
          <p:nvPr/>
        </p:nvPicPr>
        <p:blipFill>
          <a:blip r:embed="rId1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783" b="-1"/>
          <a:stretch>
            <a:fillRect/>
          </a:stretch>
        </p:blipFill>
        <p:spPr>
          <a:xfrm>
            <a:off x="3093692" y="8731829"/>
            <a:ext cx="942975" cy="419177"/>
          </a:xfrm>
          <a:prstGeom prst="rect">
            <a:avLst/>
          </a:prstGeom>
        </p:spPr>
      </p:pic>
      <p:pic>
        <p:nvPicPr>
          <p:cNvPr id="334" name="Picture 333" descr="A black and white image of a squid&#10;&#10;AI-generated content may be incorrect.">
            <a:extLst>
              <a:ext uri="{FF2B5EF4-FFF2-40B4-BE49-F238E27FC236}">
                <a16:creationId xmlns:a16="http://schemas.microsoft.com/office/drawing/2014/main" id="{2D298855-CE69-9D5B-B00C-A4C97B71C835}"/>
              </a:ext>
            </a:extLst>
          </p:cNvPr>
          <p:cNvPicPr>
            <a:picLocks noChangeAspect="1"/>
          </p:cNvPicPr>
          <p:nvPr/>
        </p:nvPicPr>
        <p:blipFill>
          <a:blip r:embed="rId1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187" r="40532"/>
          <a:stretch>
            <a:fillRect/>
          </a:stretch>
        </p:blipFill>
        <p:spPr>
          <a:xfrm>
            <a:off x="4944973" y="8722412"/>
            <a:ext cx="1121545" cy="301671"/>
          </a:xfrm>
          <a:prstGeom prst="rect">
            <a:avLst/>
          </a:prstGeom>
        </p:spPr>
      </p:pic>
      <p:pic>
        <p:nvPicPr>
          <p:cNvPr id="335" name="Picture 334" descr="A black and white image of a feather&#10;&#10;AI-generated content may be incorrect.">
            <a:extLst>
              <a:ext uri="{FF2B5EF4-FFF2-40B4-BE49-F238E27FC236}">
                <a16:creationId xmlns:a16="http://schemas.microsoft.com/office/drawing/2014/main" id="{70795745-C1D0-7F62-9908-951BF2A7BDAF}"/>
              </a:ext>
            </a:extLst>
          </p:cNvPr>
          <p:cNvPicPr>
            <a:picLocks noChangeAspect="1"/>
          </p:cNvPicPr>
          <p:nvPr/>
        </p:nvPicPr>
        <p:blipFill>
          <a:blip r:embed="rId1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420" r="12045"/>
          <a:stretch>
            <a:fillRect/>
          </a:stretch>
        </p:blipFill>
        <p:spPr>
          <a:xfrm>
            <a:off x="6672653" y="8950113"/>
            <a:ext cx="1704256" cy="175590"/>
          </a:xfrm>
          <a:prstGeom prst="rect">
            <a:avLst/>
          </a:prstGeom>
        </p:spPr>
      </p:pic>
      <p:pic>
        <p:nvPicPr>
          <p:cNvPr id="336" name="Picture 335" descr="A black silhouette of a bird&#10;&#10;AI-generated content may be incorrect.">
            <a:extLst>
              <a:ext uri="{FF2B5EF4-FFF2-40B4-BE49-F238E27FC236}">
                <a16:creationId xmlns:a16="http://schemas.microsoft.com/office/drawing/2014/main" id="{36621A89-3C63-6991-9E15-9B9EDBBC06FA}"/>
              </a:ext>
            </a:extLst>
          </p:cNvPr>
          <p:cNvPicPr>
            <a:picLocks noChangeAspect="1"/>
          </p:cNvPicPr>
          <p:nvPr/>
        </p:nvPicPr>
        <p:blipFill>
          <a:blip r:embed="rId1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74" t="27776" b="23320"/>
          <a:stretch>
            <a:fillRect/>
          </a:stretch>
        </p:blipFill>
        <p:spPr>
          <a:xfrm>
            <a:off x="9211331" y="7900505"/>
            <a:ext cx="732674" cy="1192477"/>
          </a:xfrm>
          <a:prstGeom prst="rect">
            <a:avLst/>
          </a:prstGeom>
        </p:spPr>
      </p:pic>
      <p:pic>
        <p:nvPicPr>
          <p:cNvPr id="337" name="Picture 336" descr="A black object with a white background&#10;&#10;AI-generated content may be incorrect.">
            <a:extLst>
              <a:ext uri="{FF2B5EF4-FFF2-40B4-BE49-F238E27FC236}">
                <a16:creationId xmlns:a16="http://schemas.microsoft.com/office/drawing/2014/main" id="{93826EEC-126B-953A-95A7-D6F95319ADD4}"/>
              </a:ext>
            </a:extLst>
          </p:cNvPr>
          <p:cNvPicPr>
            <a:picLocks noChangeAspect="1"/>
          </p:cNvPicPr>
          <p:nvPr/>
        </p:nvPicPr>
        <p:blipFill>
          <a:blip r:embed="rId1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26" t="18089" r="23333" b="20918"/>
          <a:stretch>
            <a:fillRect/>
          </a:stretch>
        </p:blipFill>
        <p:spPr>
          <a:xfrm>
            <a:off x="9893157" y="8109793"/>
            <a:ext cx="875103" cy="929527"/>
          </a:xfrm>
          <a:prstGeom prst="rect">
            <a:avLst/>
          </a:prstGeom>
        </p:spPr>
      </p:pic>
      <p:pic>
        <p:nvPicPr>
          <p:cNvPr id="338" name="Picture 337" descr="A black shadow of a bird&#10;&#10;AI-generated content may be incorrect.">
            <a:extLst>
              <a:ext uri="{FF2B5EF4-FFF2-40B4-BE49-F238E27FC236}">
                <a16:creationId xmlns:a16="http://schemas.microsoft.com/office/drawing/2014/main" id="{DFC67818-3408-9468-42AD-5A7EB3DDA82A}"/>
              </a:ext>
            </a:extLst>
          </p:cNvPr>
          <p:cNvPicPr>
            <a:picLocks noChangeAspect="1"/>
          </p:cNvPicPr>
          <p:nvPr/>
        </p:nvPicPr>
        <p:blipFill>
          <a:blip r:embed="rId1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61" t="20884" r="24045" b="24527"/>
          <a:stretch>
            <a:fillRect/>
          </a:stretch>
        </p:blipFill>
        <p:spPr>
          <a:xfrm>
            <a:off x="10717412" y="8090794"/>
            <a:ext cx="665037" cy="956740"/>
          </a:xfrm>
          <a:prstGeom prst="rect">
            <a:avLst/>
          </a:prstGeom>
        </p:spPr>
      </p:pic>
      <p:pic>
        <p:nvPicPr>
          <p:cNvPr id="339" name="Picture 338" descr="A black object with a white background&#10;&#10;AI-generated content may be incorrect.">
            <a:extLst>
              <a:ext uri="{FF2B5EF4-FFF2-40B4-BE49-F238E27FC236}">
                <a16:creationId xmlns:a16="http://schemas.microsoft.com/office/drawing/2014/main" id="{375355FB-BC28-5749-ED4D-240258DB5E66}"/>
              </a:ext>
            </a:extLst>
          </p:cNvPr>
          <p:cNvPicPr>
            <a:picLocks noChangeAspect="1"/>
          </p:cNvPicPr>
          <p:nvPr/>
        </p:nvPicPr>
        <p:blipFill>
          <a:blip r:embed="rId1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71" r="9786" b="21105"/>
          <a:stretch>
            <a:fillRect/>
          </a:stretch>
        </p:blipFill>
        <p:spPr>
          <a:xfrm>
            <a:off x="11331602" y="7902090"/>
            <a:ext cx="824912" cy="1113407"/>
          </a:xfrm>
          <a:prstGeom prst="rect">
            <a:avLst/>
          </a:prstGeom>
        </p:spPr>
      </p:pic>
      <p:pic>
        <p:nvPicPr>
          <p:cNvPr id="340" name="Picture 339" descr="A black silhouette of a bird&#10;&#10;AI-generated content may be incorrect.">
            <a:extLst>
              <a:ext uri="{FF2B5EF4-FFF2-40B4-BE49-F238E27FC236}">
                <a16:creationId xmlns:a16="http://schemas.microsoft.com/office/drawing/2014/main" id="{36F95165-20ED-E720-E184-012F3687341B}"/>
              </a:ext>
            </a:extLst>
          </p:cNvPr>
          <p:cNvPicPr>
            <a:picLocks noChangeAspect="1"/>
          </p:cNvPicPr>
          <p:nvPr/>
        </p:nvPicPr>
        <p:blipFill>
          <a:blip r:embed="rId1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807"/>
          <a:stretch>
            <a:fillRect/>
          </a:stretch>
        </p:blipFill>
        <p:spPr>
          <a:xfrm>
            <a:off x="9162970" y="8698127"/>
            <a:ext cx="914400" cy="394855"/>
          </a:xfrm>
          <a:prstGeom prst="rect">
            <a:avLst/>
          </a:prstGeom>
        </p:spPr>
      </p:pic>
      <p:pic>
        <p:nvPicPr>
          <p:cNvPr id="341" name="Picture 340" descr="A black object with a white background&#10;&#10;AI-generated content may be incorrect.">
            <a:extLst>
              <a:ext uri="{FF2B5EF4-FFF2-40B4-BE49-F238E27FC236}">
                <a16:creationId xmlns:a16="http://schemas.microsoft.com/office/drawing/2014/main" id="{C0E27E49-16F0-2407-E17E-3CFA6B87F6B4}"/>
              </a:ext>
            </a:extLst>
          </p:cNvPr>
          <p:cNvPicPr>
            <a:picLocks noChangeAspect="1"/>
          </p:cNvPicPr>
          <p:nvPr/>
        </p:nvPicPr>
        <p:blipFill>
          <a:blip r:embed="rId1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706" r="56057" b="-539"/>
          <a:stretch>
            <a:fillRect/>
          </a:stretch>
        </p:blipFill>
        <p:spPr>
          <a:xfrm>
            <a:off x="9806129" y="8669093"/>
            <a:ext cx="753386" cy="378441"/>
          </a:xfrm>
          <a:prstGeom prst="rect">
            <a:avLst/>
          </a:prstGeom>
        </p:spPr>
      </p:pic>
      <p:pic>
        <p:nvPicPr>
          <p:cNvPr id="342" name="Picture 341" descr="A black object with a white background&#10;&#10;AI-generated content may be incorrect.">
            <a:extLst>
              <a:ext uri="{FF2B5EF4-FFF2-40B4-BE49-F238E27FC236}">
                <a16:creationId xmlns:a16="http://schemas.microsoft.com/office/drawing/2014/main" id="{CF9F759D-6A4D-69EB-6BC6-1E23F63797D4}"/>
              </a:ext>
            </a:extLst>
          </p:cNvPr>
          <p:cNvPicPr>
            <a:picLocks noChangeAspect="1"/>
          </p:cNvPicPr>
          <p:nvPr/>
        </p:nvPicPr>
        <p:blipFill>
          <a:blip r:embed="rId1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976" r="23964" b="-978"/>
          <a:stretch>
            <a:fillRect/>
          </a:stretch>
        </p:blipFill>
        <p:spPr>
          <a:xfrm>
            <a:off x="11331602" y="8627714"/>
            <a:ext cx="695271" cy="407719"/>
          </a:xfrm>
          <a:prstGeom prst="rect">
            <a:avLst/>
          </a:prstGeom>
        </p:spPr>
      </p:pic>
      <p:pic>
        <p:nvPicPr>
          <p:cNvPr id="343" name="Picture 342" descr="A black shadow of a bird&#10;&#10;AI-generated content may be incorrect.">
            <a:extLst>
              <a:ext uri="{FF2B5EF4-FFF2-40B4-BE49-F238E27FC236}">
                <a16:creationId xmlns:a16="http://schemas.microsoft.com/office/drawing/2014/main" id="{7D0EDECD-94B6-51BB-B01B-33F4E55317EF}"/>
              </a:ext>
            </a:extLst>
          </p:cNvPr>
          <p:cNvPicPr>
            <a:picLocks noChangeAspect="1"/>
          </p:cNvPicPr>
          <p:nvPr/>
        </p:nvPicPr>
        <p:blipFill>
          <a:blip r:embed="rId1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81226" r="49405"/>
          <a:stretch>
            <a:fillRect/>
          </a:stretch>
        </p:blipFill>
        <p:spPr>
          <a:xfrm>
            <a:off x="10649996" y="8718488"/>
            <a:ext cx="665037" cy="329046"/>
          </a:xfrm>
          <a:prstGeom prst="rect">
            <a:avLst/>
          </a:prstGeom>
        </p:spPr>
      </p:pic>
      <p:pic>
        <p:nvPicPr>
          <p:cNvPr id="344" name="Picture 343" descr="A black object with numbers and text&#10;&#10;AI-generated content may be incorrect.">
            <a:extLst>
              <a:ext uri="{FF2B5EF4-FFF2-40B4-BE49-F238E27FC236}">
                <a16:creationId xmlns:a16="http://schemas.microsoft.com/office/drawing/2014/main" id="{53545968-FFE8-B311-6644-9CBD5E2F000C}"/>
              </a:ext>
            </a:extLst>
          </p:cNvPr>
          <p:cNvPicPr>
            <a:picLocks noChangeAspect="1"/>
          </p:cNvPicPr>
          <p:nvPr/>
        </p:nvPicPr>
        <p:blipFill>
          <a:blip r:embed="rId1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4990" y="9622590"/>
            <a:ext cx="714375" cy="666750"/>
          </a:xfrm>
          <a:prstGeom prst="rect">
            <a:avLst/>
          </a:prstGeom>
        </p:spPr>
      </p:pic>
      <p:pic>
        <p:nvPicPr>
          <p:cNvPr id="345" name="Picture 344" descr="A black and white image of a leaf&#10;&#10;AI-generated content may be incorrect.">
            <a:extLst>
              <a:ext uri="{FF2B5EF4-FFF2-40B4-BE49-F238E27FC236}">
                <a16:creationId xmlns:a16="http://schemas.microsoft.com/office/drawing/2014/main" id="{B2212361-B434-7439-B300-20361585F3EE}"/>
              </a:ext>
            </a:extLst>
          </p:cNvPr>
          <p:cNvPicPr>
            <a:picLocks noChangeAspect="1"/>
          </p:cNvPicPr>
          <p:nvPr/>
        </p:nvPicPr>
        <p:blipFill>
          <a:blip r:embed="rId1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561" y="9408278"/>
            <a:ext cx="600075" cy="1095375"/>
          </a:xfrm>
          <a:prstGeom prst="rect">
            <a:avLst/>
          </a:prstGeom>
        </p:spPr>
      </p:pic>
      <p:pic>
        <p:nvPicPr>
          <p:cNvPr id="346" name="Picture 345" descr="A bug on a white background&#10;&#10;AI-generated content may be incorrect.">
            <a:extLst>
              <a:ext uri="{FF2B5EF4-FFF2-40B4-BE49-F238E27FC236}">
                <a16:creationId xmlns:a16="http://schemas.microsoft.com/office/drawing/2014/main" id="{88D831C5-63DE-0472-B351-9816F2B96821}"/>
              </a:ext>
            </a:extLst>
          </p:cNvPr>
          <p:cNvPicPr>
            <a:picLocks noChangeAspect="1"/>
          </p:cNvPicPr>
          <p:nvPr/>
        </p:nvPicPr>
        <p:blipFill>
          <a:blip r:embed="rId1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832" y="9565440"/>
            <a:ext cx="657225" cy="781050"/>
          </a:xfrm>
          <a:prstGeom prst="rect">
            <a:avLst/>
          </a:prstGeom>
        </p:spPr>
      </p:pic>
      <p:pic>
        <p:nvPicPr>
          <p:cNvPr id="347" name="Picture 346" descr="A black and white image of a black oval&#10;&#10;AI-generated content may be incorrect.">
            <a:extLst>
              <a:ext uri="{FF2B5EF4-FFF2-40B4-BE49-F238E27FC236}">
                <a16:creationId xmlns:a16="http://schemas.microsoft.com/office/drawing/2014/main" id="{659BC942-D654-74A2-81FD-A6BFD44777E6}"/>
              </a:ext>
            </a:extLst>
          </p:cNvPr>
          <p:cNvPicPr>
            <a:picLocks noChangeAspect="1"/>
          </p:cNvPicPr>
          <p:nvPr/>
        </p:nvPicPr>
        <p:blipFill>
          <a:blip r:embed="rId1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8254" y="9579728"/>
            <a:ext cx="514350" cy="752475"/>
          </a:xfrm>
          <a:prstGeom prst="rect">
            <a:avLst/>
          </a:prstGeom>
        </p:spPr>
      </p:pic>
      <p:pic>
        <p:nvPicPr>
          <p:cNvPr id="348" name="Picture 347" descr="A black and white image of a person on a white background&#10;&#10;AI-generated content may be incorrect.">
            <a:extLst>
              <a:ext uri="{FF2B5EF4-FFF2-40B4-BE49-F238E27FC236}">
                <a16:creationId xmlns:a16="http://schemas.microsoft.com/office/drawing/2014/main" id="{E769609B-E41A-8CE6-E12E-24DD1A2C661A}"/>
              </a:ext>
            </a:extLst>
          </p:cNvPr>
          <p:cNvPicPr>
            <a:picLocks noChangeAspect="1"/>
          </p:cNvPicPr>
          <p:nvPr/>
        </p:nvPicPr>
        <p:blipFill>
          <a:blip r:embed="rId1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7411" r="664" b="29257"/>
          <a:stretch>
            <a:fillRect/>
          </a:stretch>
        </p:blipFill>
        <p:spPr>
          <a:xfrm>
            <a:off x="6171962" y="9191107"/>
            <a:ext cx="539318" cy="1589041"/>
          </a:xfrm>
          <a:prstGeom prst="rect">
            <a:avLst/>
          </a:prstGeom>
        </p:spPr>
      </p:pic>
      <p:pic>
        <p:nvPicPr>
          <p:cNvPr id="349" name="Picture 348" descr="A close-up of a fish&#10;&#10;AI-generated content may be incorrect.">
            <a:extLst>
              <a:ext uri="{FF2B5EF4-FFF2-40B4-BE49-F238E27FC236}">
                <a16:creationId xmlns:a16="http://schemas.microsoft.com/office/drawing/2014/main" id="{89B6F4DF-F123-7484-E877-83422E672521}"/>
              </a:ext>
            </a:extLst>
          </p:cNvPr>
          <p:cNvPicPr>
            <a:picLocks noChangeAspect="1"/>
          </p:cNvPicPr>
          <p:nvPr/>
        </p:nvPicPr>
        <p:blipFill>
          <a:blip r:embed="rId1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11" t="29172" r="27843" b="28485"/>
          <a:stretch>
            <a:fillRect/>
          </a:stretch>
        </p:blipFill>
        <p:spPr>
          <a:xfrm>
            <a:off x="8186354" y="9306464"/>
            <a:ext cx="747481" cy="1236521"/>
          </a:xfrm>
          <a:prstGeom prst="rect">
            <a:avLst/>
          </a:prstGeom>
        </p:spPr>
      </p:pic>
      <p:pic>
        <p:nvPicPr>
          <p:cNvPr id="350" name="Picture 349" descr="A black and white image of a person on a white background&#10;&#10;AI-generated content may be incorrect.">
            <a:extLst>
              <a:ext uri="{FF2B5EF4-FFF2-40B4-BE49-F238E27FC236}">
                <a16:creationId xmlns:a16="http://schemas.microsoft.com/office/drawing/2014/main" id="{45E63F11-6A96-1871-D833-6235D5CFB133}"/>
              </a:ext>
            </a:extLst>
          </p:cNvPr>
          <p:cNvPicPr>
            <a:picLocks noChangeAspect="1"/>
          </p:cNvPicPr>
          <p:nvPr/>
        </p:nvPicPr>
        <p:blipFill>
          <a:blip r:embed="rId1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90866" r="664"/>
          <a:stretch>
            <a:fillRect/>
          </a:stretch>
        </p:blipFill>
        <p:spPr>
          <a:xfrm>
            <a:off x="6174637" y="10426898"/>
            <a:ext cx="539318" cy="334962"/>
          </a:xfrm>
          <a:prstGeom prst="rect">
            <a:avLst/>
          </a:prstGeom>
        </p:spPr>
      </p:pic>
      <p:pic>
        <p:nvPicPr>
          <p:cNvPr id="351" name="Picture 350" descr="A close-up of a fish&#10;&#10;AI-generated content may be incorrect.">
            <a:extLst>
              <a:ext uri="{FF2B5EF4-FFF2-40B4-BE49-F238E27FC236}">
                <a16:creationId xmlns:a16="http://schemas.microsoft.com/office/drawing/2014/main" id="{39A78A82-4E04-F006-41D2-E749DF77F5AA}"/>
              </a:ext>
            </a:extLst>
          </p:cNvPr>
          <p:cNvPicPr>
            <a:picLocks noChangeAspect="1"/>
          </p:cNvPicPr>
          <p:nvPr/>
        </p:nvPicPr>
        <p:blipFill>
          <a:blip r:embed="rId1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91364" r="52653" b="-2532"/>
          <a:stretch>
            <a:fillRect/>
          </a:stretch>
        </p:blipFill>
        <p:spPr>
          <a:xfrm>
            <a:off x="8126925" y="10320586"/>
            <a:ext cx="747481" cy="326127"/>
          </a:xfrm>
          <a:prstGeom prst="rect">
            <a:avLst/>
          </a:prstGeom>
        </p:spPr>
      </p:pic>
      <p:pic>
        <p:nvPicPr>
          <p:cNvPr id="352" name="Picture 351" descr="A black and white object&#10;&#10;AI-generated content may be incorrect.">
            <a:extLst>
              <a:ext uri="{FF2B5EF4-FFF2-40B4-BE49-F238E27FC236}">
                <a16:creationId xmlns:a16="http://schemas.microsoft.com/office/drawing/2014/main" id="{06F8303C-E66B-CA11-B5F7-DBEC3A1CAA46}"/>
              </a:ext>
            </a:extLst>
          </p:cNvPr>
          <p:cNvPicPr>
            <a:picLocks noChangeAspect="1"/>
          </p:cNvPicPr>
          <p:nvPr/>
        </p:nvPicPr>
        <p:blipFill>
          <a:blip r:embed="rId1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356"/>
          <a:stretch>
            <a:fillRect/>
          </a:stretch>
        </p:blipFill>
        <p:spPr>
          <a:xfrm>
            <a:off x="10616952" y="9427551"/>
            <a:ext cx="914400" cy="1168051"/>
          </a:xfrm>
          <a:prstGeom prst="rect">
            <a:avLst/>
          </a:prstGeom>
        </p:spPr>
      </p:pic>
      <p:pic>
        <p:nvPicPr>
          <p:cNvPr id="353" name="Picture 352" descr="A close up of a cup&#10;&#10;AI-generated content may be incorrect.">
            <a:extLst>
              <a:ext uri="{FF2B5EF4-FFF2-40B4-BE49-F238E27FC236}">
                <a16:creationId xmlns:a16="http://schemas.microsoft.com/office/drawing/2014/main" id="{F4508502-1C22-59A5-1DCA-ED29B1569A17}"/>
              </a:ext>
            </a:extLst>
          </p:cNvPr>
          <p:cNvPicPr>
            <a:picLocks noChangeAspect="1"/>
          </p:cNvPicPr>
          <p:nvPr/>
        </p:nvPicPr>
        <p:blipFill>
          <a:blip r:embed="rId1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29"/>
          <a:stretch>
            <a:fillRect/>
          </a:stretch>
        </p:blipFill>
        <p:spPr>
          <a:xfrm>
            <a:off x="9989406" y="9225941"/>
            <a:ext cx="590550" cy="1506747"/>
          </a:xfrm>
          <a:prstGeom prst="rect">
            <a:avLst/>
          </a:prstGeom>
        </p:spPr>
      </p:pic>
      <p:pic>
        <p:nvPicPr>
          <p:cNvPr id="354" name="Picture 353" descr="A black circle with a white background&#10;&#10;AI-generated content may be incorrect.">
            <a:extLst>
              <a:ext uri="{FF2B5EF4-FFF2-40B4-BE49-F238E27FC236}">
                <a16:creationId xmlns:a16="http://schemas.microsoft.com/office/drawing/2014/main" id="{025B8F7F-EE0C-13F6-4268-334E0965AE42}"/>
              </a:ext>
            </a:extLst>
          </p:cNvPr>
          <p:cNvPicPr>
            <a:picLocks noChangeAspect="1"/>
          </p:cNvPicPr>
          <p:nvPr/>
        </p:nvPicPr>
        <p:blipFill>
          <a:blip r:embed="rId1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84" r="25634"/>
          <a:stretch>
            <a:fillRect/>
          </a:stretch>
        </p:blipFill>
        <p:spPr>
          <a:xfrm>
            <a:off x="11444205" y="9211419"/>
            <a:ext cx="722507" cy="1426612"/>
          </a:xfrm>
          <a:prstGeom prst="rect">
            <a:avLst/>
          </a:prstGeom>
        </p:spPr>
      </p:pic>
      <p:pic>
        <p:nvPicPr>
          <p:cNvPr id="355" name="Picture 354" descr="A black insect on a white background&#10;&#10;AI-generated content may be incorrect.">
            <a:extLst>
              <a:ext uri="{FF2B5EF4-FFF2-40B4-BE49-F238E27FC236}">
                <a16:creationId xmlns:a16="http://schemas.microsoft.com/office/drawing/2014/main" id="{682452B7-CD8E-72B7-4127-57458C529CA5}"/>
              </a:ext>
            </a:extLst>
          </p:cNvPr>
          <p:cNvPicPr>
            <a:picLocks noChangeAspect="1"/>
          </p:cNvPicPr>
          <p:nvPr/>
        </p:nvPicPr>
        <p:blipFill>
          <a:blip r:embed="rId1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11" r="22941"/>
          <a:stretch>
            <a:fillRect/>
          </a:stretch>
        </p:blipFill>
        <p:spPr>
          <a:xfrm>
            <a:off x="9170606" y="9211419"/>
            <a:ext cx="836746" cy="1313516"/>
          </a:xfrm>
          <a:prstGeom prst="rect">
            <a:avLst/>
          </a:prstGeom>
        </p:spPr>
      </p:pic>
      <p:pic>
        <p:nvPicPr>
          <p:cNvPr id="356" name="Picture 355" descr="A close up of a cup&#10;&#10;AI-generated content may be incorrect.">
            <a:extLst>
              <a:ext uri="{FF2B5EF4-FFF2-40B4-BE49-F238E27FC236}">
                <a16:creationId xmlns:a16="http://schemas.microsoft.com/office/drawing/2014/main" id="{51021AE9-D7AB-90F9-5516-BE9C99A608BA}"/>
              </a:ext>
            </a:extLst>
          </p:cNvPr>
          <p:cNvPicPr>
            <a:picLocks noChangeAspect="1"/>
          </p:cNvPicPr>
          <p:nvPr/>
        </p:nvPicPr>
        <p:blipFill>
          <a:blip r:embed="rId1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308"/>
          <a:stretch>
            <a:fillRect/>
          </a:stretch>
        </p:blipFill>
        <p:spPr>
          <a:xfrm>
            <a:off x="9977787" y="10437413"/>
            <a:ext cx="590550" cy="295275"/>
          </a:xfrm>
          <a:prstGeom prst="rect">
            <a:avLst/>
          </a:prstGeom>
        </p:spPr>
      </p:pic>
      <p:pic>
        <p:nvPicPr>
          <p:cNvPr id="357" name="Picture 356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4114B8F4-F449-36BF-32AD-F7531A264D08}"/>
              </a:ext>
            </a:extLst>
          </p:cNvPr>
          <p:cNvPicPr>
            <a:picLocks noChangeAspect="1"/>
          </p:cNvPicPr>
          <p:nvPr/>
        </p:nvPicPr>
        <p:blipFill>
          <a:blip r:embed="rId1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58" r="21938" b="26551"/>
          <a:stretch>
            <a:fillRect/>
          </a:stretch>
        </p:blipFill>
        <p:spPr>
          <a:xfrm>
            <a:off x="3114022" y="10938462"/>
            <a:ext cx="1048390" cy="1414054"/>
          </a:xfrm>
          <a:prstGeom prst="rect">
            <a:avLst/>
          </a:prstGeom>
        </p:spPr>
      </p:pic>
      <p:pic>
        <p:nvPicPr>
          <p:cNvPr id="358" name="Picture 357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20FC62FD-067C-03ED-845A-D0AEA121ADE7}"/>
              </a:ext>
            </a:extLst>
          </p:cNvPr>
          <p:cNvPicPr>
            <a:picLocks noChangeAspect="1"/>
          </p:cNvPicPr>
          <p:nvPr/>
        </p:nvPicPr>
        <p:blipFill>
          <a:blip r:embed="rId1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193" r="21938"/>
          <a:stretch>
            <a:fillRect/>
          </a:stretch>
        </p:blipFill>
        <p:spPr>
          <a:xfrm>
            <a:off x="3116299" y="12040230"/>
            <a:ext cx="1048390" cy="312286"/>
          </a:xfrm>
          <a:prstGeom prst="rect">
            <a:avLst/>
          </a:prstGeom>
        </p:spPr>
      </p:pic>
      <p:pic>
        <p:nvPicPr>
          <p:cNvPr id="359" name="Picture 358" descr="A black and white image of a bird&#10;&#10;AI-generated content may be incorrect.">
            <a:extLst>
              <a:ext uri="{FF2B5EF4-FFF2-40B4-BE49-F238E27FC236}">
                <a16:creationId xmlns:a16="http://schemas.microsoft.com/office/drawing/2014/main" id="{51F44AB2-C2CE-A5B2-1BCE-C14B28113455}"/>
              </a:ext>
            </a:extLst>
          </p:cNvPr>
          <p:cNvPicPr>
            <a:picLocks noChangeAspect="1"/>
          </p:cNvPicPr>
          <p:nvPr/>
        </p:nvPicPr>
        <p:blipFill>
          <a:blip r:embed="rId1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42" b="27561"/>
          <a:stretch>
            <a:fillRect/>
          </a:stretch>
        </p:blipFill>
        <p:spPr>
          <a:xfrm>
            <a:off x="6142057" y="11040067"/>
            <a:ext cx="685800" cy="1142129"/>
          </a:xfrm>
          <a:prstGeom prst="rect">
            <a:avLst/>
          </a:prstGeom>
        </p:spPr>
      </p:pic>
      <p:pic>
        <p:nvPicPr>
          <p:cNvPr id="360" name="Picture 359" descr="A black object with a white background&#10;&#10;AI-generated content may be incorrect.">
            <a:extLst>
              <a:ext uri="{FF2B5EF4-FFF2-40B4-BE49-F238E27FC236}">
                <a16:creationId xmlns:a16="http://schemas.microsoft.com/office/drawing/2014/main" id="{50CED8DD-D46C-BB58-9236-D82828A5AD06}"/>
              </a:ext>
            </a:extLst>
          </p:cNvPr>
          <p:cNvPicPr>
            <a:picLocks noChangeAspect="1"/>
          </p:cNvPicPr>
          <p:nvPr/>
        </p:nvPicPr>
        <p:blipFill>
          <a:blip r:embed="rId1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80" r="22784"/>
          <a:stretch>
            <a:fillRect/>
          </a:stretch>
        </p:blipFill>
        <p:spPr>
          <a:xfrm>
            <a:off x="7628365" y="11076887"/>
            <a:ext cx="728124" cy="1277025"/>
          </a:xfrm>
          <a:prstGeom prst="rect">
            <a:avLst/>
          </a:prstGeom>
        </p:spPr>
      </p:pic>
      <p:pic>
        <p:nvPicPr>
          <p:cNvPr id="361" name="Picture 360" descr="A black object on a white background&#10;&#10;AI-generated content may be incorrect.">
            <a:extLst>
              <a:ext uri="{FF2B5EF4-FFF2-40B4-BE49-F238E27FC236}">
                <a16:creationId xmlns:a16="http://schemas.microsoft.com/office/drawing/2014/main" id="{579BCAD0-CE7A-B98D-67D5-B829A0E9F4EA}"/>
              </a:ext>
            </a:extLst>
          </p:cNvPr>
          <p:cNvPicPr>
            <a:picLocks noChangeAspect="1"/>
          </p:cNvPicPr>
          <p:nvPr/>
        </p:nvPicPr>
        <p:blipFill>
          <a:blip r:embed="rId1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23"/>
          <a:stretch>
            <a:fillRect/>
          </a:stretch>
        </p:blipFill>
        <p:spPr>
          <a:xfrm>
            <a:off x="8504139" y="10850612"/>
            <a:ext cx="600075" cy="1501477"/>
          </a:xfrm>
          <a:prstGeom prst="rect">
            <a:avLst/>
          </a:prstGeom>
        </p:spPr>
      </p:pic>
      <p:pic>
        <p:nvPicPr>
          <p:cNvPr id="362" name="Picture 361" descr="A close-up of a black object&#10;&#10;AI-generated content may be incorrect.">
            <a:extLst>
              <a:ext uri="{FF2B5EF4-FFF2-40B4-BE49-F238E27FC236}">
                <a16:creationId xmlns:a16="http://schemas.microsoft.com/office/drawing/2014/main" id="{DD1BFDB3-D495-37E2-CF66-710512B51D01}"/>
              </a:ext>
            </a:extLst>
          </p:cNvPr>
          <p:cNvPicPr>
            <a:picLocks noChangeAspect="1"/>
          </p:cNvPicPr>
          <p:nvPr/>
        </p:nvPicPr>
        <p:blipFill>
          <a:blip r:embed="rId1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364" y="10894827"/>
            <a:ext cx="514350" cy="1295400"/>
          </a:xfrm>
          <a:prstGeom prst="rect">
            <a:avLst/>
          </a:prstGeom>
        </p:spPr>
      </p:pic>
      <p:pic>
        <p:nvPicPr>
          <p:cNvPr id="363" name="Picture 362" descr="A black and white image of a bird&#10;&#10;AI-generated content may be incorrect.">
            <a:extLst>
              <a:ext uri="{FF2B5EF4-FFF2-40B4-BE49-F238E27FC236}">
                <a16:creationId xmlns:a16="http://schemas.microsoft.com/office/drawing/2014/main" id="{4ED5CFC5-447B-2B51-7BC1-3F5684458737}"/>
              </a:ext>
            </a:extLst>
          </p:cNvPr>
          <p:cNvPicPr>
            <a:picLocks noChangeAspect="1"/>
          </p:cNvPicPr>
          <p:nvPr/>
        </p:nvPicPr>
        <p:blipFill>
          <a:blip r:embed="rId1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556"/>
          <a:stretch>
            <a:fillRect/>
          </a:stretch>
        </p:blipFill>
        <p:spPr>
          <a:xfrm>
            <a:off x="6162289" y="11850539"/>
            <a:ext cx="685800" cy="331657"/>
          </a:xfrm>
          <a:prstGeom prst="rect">
            <a:avLst/>
          </a:prstGeom>
        </p:spPr>
      </p:pic>
      <p:sp>
        <p:nvSpPr>
          <p:cNvPr id="364" name="TextBox 363">
            <a:extLst>
              <a:ext uri="{FF2B5EF4-FFF2-40B4-BE49-F238E27FC236}">
                <a16:creationId xmlns:a16="http://schemas.microsoft.com/office/drawing/2014/main" id="{0F1891D3-4DEE-0547-AA89-AE05C349E105}"/>
              </a:ext>
            </a:extLst>
          </p:cNvPr>
          <p:cNvSpPr txBox="1"/>
          <p:nvPr/>
        </p:nvSpPr>
        <p:spPr>
          <a:xfrm>
            <a:off x="6117207" y="10804956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EC7727"/>
                </a:solidFill>
              </a:rPr>
              <a:t>like_Copepoda</a:t>
            </a:r>
            <a:endParaRPr lang="en-US" sz="1200" b="1" dirty="0">
              <a:solidFill>
                <a:srgbClr val="EC7727"/>
              </a:solidFill>
            </a:endParaRPr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34D25404-91BE-54D7-8ACD-A723E66EA0AF}"/>
              </a:ext>
            </a:extLst>
          </p:cNvPr>
          <p:cNvSpPr txBox="1"/>
          <p:nvPr/>
        </p:nvSpPr>
        <p:spPr>
          <a:xfrm>
            <a:off x="3048847" y="10806539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EC7727"/>
                </a:solidFill>
              </a:rPr>
              <a:t>Eucalanidae</a:t>
            </a:r>
            <a:endParaRPr lang="en-US" sz="1200" b="1" dirty="0">
              <a:solidFill>
                <a:srgbClr val="EC7727"/>
              </a:solidFill>
            </a:endParaRPr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ADC710E1-64B3-3D64-563F-3526CDC9C973}"/>
              </a:ext>
            </a:extLst>
          </p:cNvPr>
          <p:cNvSpPr txBox="1"/>
          <p:nvPr/>
        </p:nvSpPr>
        <p:spPr>
          <a:xfrm>
            <a:off x="9135938" y="9180091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EC7727"/>
                </a:solidFill>
              </a:rPr>
              <a:t>Copepoda_Maxillopoda</a:t>
            </a:r>
            <a:endParaRPr lang="en-US" sz="1200" b="1" dirty="0">
              <a:solidFill>
                <a:srgbClr val="EC7727"/>
              </a:solidFill>
            </a:endParaRPr>
          </a:p>
        </p:txBody>
      </p:sp>
      <p:pic>
        <p:nvPicPr>
          <p:cNvPr id="367" name="Picture 366" descr="A black leaf on a white background&#10;&#10;AI-generated content may be incorrect.">
            <a:extLst>
              <a:ext uri="{FF2B5EF4-FFF2-40B4-BE49-F238E27FC236}">
                <a16:creationId xmlns:a16="http://schemas.microsoft.com/office/drawing/2014/main" id="{C05B725D-55E0-24D8-9D4D-713F6F014DAD}"/>
              </a:ext>
            </a:extLst>
          </p:cNvPr>
          <p:cNvPicPr>
            <a:picLocks noChangeAspect="1"/>
          </p:cNvPicPr>
          <p:nvPr/>
        </p:nvPicPr>
        <p:blipFill>
          <a:blip r:embed="rId1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52"/>
          <a:stretch>
            <a:fillRect/>
          </a:stretch>
        </p:blipFill>
        <p:spPr>
          <a:xfrm>
            <a:off x="9289935" y="11167969"/>
            <a:ext cx="742950" cy="1025473"/>
          </a:xfrm>
          <a:prstGeom prst="rect">
            <a:avLst/>
          </a:prstGeom>
        </p:spPr>
      </p:pic>
      <p:pic>
        <p:nvPicPr>
          <p:cNvPr id="368" name="Picture 367" descr="A black and white image of a leaf&#10;&#10;AI-generated content may be incorrect.">
            <a:extLst>
              <a:ext uri="{FF2B5EF4-FFF2-40B4-BE49-F238E27FC236}">
                <a16:creationId xmlns:a16="http://schemas.microsoft.com/office/drawing/2014/main" id="{AE5DA89C-32FD-98F0-D304-A0F18781C718}"/>
              </a:ext>
            </a:extLst>
          </p:cNvPr>
          <p:cNvPicPr>
            <a:picLocks noChangeAspect="1"/>
          </p:cNvPicPr>
          <p:nvPr/>
        </p:nvPicPr>
        <p:blipFill>
          <a:blip r:embed="rId1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2313" y="11161593"/>
            <a:ext cx="485775" cy="1038225"/>
          </a:xfrm>
          <a:prstGeom prst="rect">
            <a:avLst/>
          </a:prstGeom>
        </p:spPr>
      </p:pic>
      <p:pic>
        <p:nvPicPr>
          <p:cNvPr id="369" name="Picture 368" descr="A black object with text&#10;&#10;AI-generated content may be incorrect.">
            <a:extLst>
              <a:ext uri="{FF2B5EF4-FFF2-40B4-BE49-F238E27FC236}">
                <a16:creationId xmlns:a16="http://schemas.microsoft.com/office/drawing/2014/main" id="{B5661EEF-0D57-33DF-6F53-D4913C7FD1D4}"/>
              </a:ext>
            </a:extLst>
          </p:cNvPr>
          <p:cNvPicPr>
            <a:picLocks noChangeAspect="1"/>
          </p:cNvPicPr>
          <p:nvPr/>
        </p:nvPicPr>
        <p:blipFill>
          <a:blip r:embed="rId1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376"/>
          <a:stretch>
            <a:fillRect/>
          </a:stretch>
        </p:blipFill>
        <p:spPr>
          <a:xfrm>
            <a:off x="11466326" y="11175880"/>
            <a:ext cx="613067" cy="1009650"/>
          </a:xfrm>
          <a:prstGeom prst="rect">
            <a:avLst/>
          </a:prstGeom>
        </p:spPr>
      </p:pic>
      <p:pic>
        <p:nvPicPr>
          <p:cNvPr id="370" name="Picture 369" descr="A black object on a white background&#10;&#10;AI-generated content may be incorrect.">
            <a:extLst>
              <a:ext uri="{FF2B5EF4-FFF2-40B4-BE49-F238E27FC236}">
                <a16:creationId xmlns:a16="http://schemas.microsoft.com/office/drawing/2014/main" id="{C6E15CFC-2819-D564-6FED-8BEDB06D5945}"/>
              </a:ext>
            </a:extLst>
          </p:cNvPr>
          <p:cNvPicPr>
            <a:picLocks noChangeAspect="1"/>
          </p:cNvPicPr>
          <p:nvPr/>
        </p:nvPicPr>
        <p:blipFill>
          <a:blip r:embed="rId1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530"/>
          <a:stretch>
            <a:fillRect/>
          </a:stretch>
        </p:blipFill>
        <p:spPr>
          <a:xfrm>
            <a:off x="10101124" y="11290180"/>
            <a:ext cx="742950" cy="781050"/>
          </a:xfrm>
          <a:prstGeom prst="rect">
            <a:avLst/>
          </a:prstGeom>
        </p:spPr>
      </p:pic>
      <p:sp>
        <p:nvSpPr>
          <p:cNvPr id="371" name="TextBox 370">
            <a:extLst>
              <a:ext uri="{FF2B5EF4-FFF2-40B4-BE49-F238E27FC236}">
                <a16:creationId xmlns:a16="http://schemas.microsoft.com/office/drawing/2014/main" id="{26320171-5786-AF1E-7FD3-C59206BCFBD7}"/>
              </a:ext>
            </a:extLst>
          </p:cNvPr>
          <p:cNvSpPr txBox="1"/>
          <p:nvPr/>
        </p:nvSpPr>
        <p:spPr>
          <a:xfrm>
            <a:off x="9118939" y="10809408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EC7727"/>
                </a:solidFill>
              </a:rPr>
              <a:t>Ostracoda</a:t>
            </a:r>
          </a:p>
        </p:txBody>
      </p:sp>
      <p:sp>
        <p:nvSpPr>
          <p:cNvPr id="372" name="Rectangle 371">
            <a:extLst>
              <a:ext uri="{FF2B5EF4-FFF2-40B4-BE49-F238E27FC236}">
                <a16:creationId xmlns:a16="http://schemas.microsoft.com/office/drawing/2014/main" id="{8C1ACE9C-8E1D-2E54-614D-6D7757D97FF0}"/>
              </a:ext>
            </a:extLst>
          </p:cNvPr>
          <p:cNvSpPr/>
          <p:nvPr/>
        </p:nvSpPr>
        <p:spPr>
          <a:xfrm>
            <a:off x="3048000" y="7818316"/>
            <a:ext cx="3048000" cy="135815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73" name="Rectangle 372">
            <a:extLst>
              <a:ext uri="{FF2B5EF4-FFF2-40B4-BE49-F238E27FC236}">
                <a16:creationId xmlns:a16="http://schemas.microsoft.com/office/drawing/2014/main" id="{344BE0EF-A43F-ABBD-537F-DBC052BB0AD0}"/>
              </a:ext>
            </a:extLst>
          </p:cNvPr>
          <p:cNvSpPr/>
          <p:nvPr/>
        </p:nvSpPr>
        <p:spPr>
          <a:xfrm>
            <a:off x="6096000" y="7818316"/>
            <a:ext cx="3048000" cy="13581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74" name="Rectangle 373">
            <a:extLst>
              <a:ext uri="{FF2B5EF4-FFF2-40B4-BE49-F238E27FC236}">
                <a16:creationId xmlns:a16="http://schemas.microsoft.com/office/drawing/2014/main" id="{73E55EFB-751C-337E-8654-86890B7258D1}"/>
              </a:ext>
            </a:extLst>
          </p:cNvPr>
          <p:cNvSpPr/>
          <p:nvPr/>
        </p:nvSpPr>
        <p:spPr>
          <a:xfrm>
            <a:off x="9144000" y="7818316"/>
            <a:ext cx="3048000" cy="13581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D43D5C0E-8E69-9C73-5F33-53855BFD215E}"/>
              </a:ext>
            </a:extLst>
          </p:cNvPr>
          <p:cNvSpPr/>
          <p:nvPr/>
        </p:nvSpPr>
        <p:spPr>
          <a:xfrm>
            <a:off x="9144000" y="9175170"/>
            <a:ext cx="3048000" cy="16141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76" name="Rectangle 375">
            <a:extLst>
              <a:ext uri="{FF2B5EF4-FFF2-40B4-BE49-F238E27FC236}">
                <a16:creationId xmlns:a16="http://schemas.microsoft.com/office/drawing/2014/main" id="{FFD17394-E857-C1F6-E842-DDA81FF38C17}"/>
              </a:ext>
            </a:extLst>
          </p:cNvPr>
          <p:cNvSpPr/>
          <p:nvPr/>
        </p:nvSpPr>
        <p:spPr>
          <a:xfrm>
            <a:off x="3048000" y="10794420"/>
            <a:ext cx="3048000" cy="16120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77" name="Rectangle 376">
            <a:extLst>
              <a:ext uri="{FF2B5EF4-FFF2-40B4-BE49-F238E27FC236}">
                <a16:creationId xmlns:a16="http://schemas.microsoft.com/office/drawing/2014/main" id="{C7219CA6-CE45-BA4F-0E16-7CB007FD0455}"/>
              </a:ext>
            </a:extLst>
          </p:cNvPr>
          <p:cNvSpPr/>
          <p:nvPr/>
        </p:nvSpPr>
        <p:spPr>
          <a:xfrm>
            <a:off x="9144000" y="10794421"/>
            <a:ext cx="3048000" cy="16141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78" name="Rectangle 377">
            <a:extLst>
              <a:ext uri="{FF2B5EF4-FFF2-40B4-BE49-F238E27FC236}">
                <a16:creationId xmlns:a16="http://schemas.microsoft.com/office/drawing/2014/main" id="{F66DF173-1382-0EC2-4998-E08C220F7F93}"/>
              </a:ext>
            </a:extLst>
          </p:cNvPr>
          <p:cNvSpPr/>
          <p:nvPr/>
        </p:nvSpPr>
        <p:spPr>
          <a:xfrm>
            <a:off x="3048000" y="9175171"/>
            <a:ext cx="3048000" cy="16120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79" name="Rectangle 378">
            <a:extLst>
              <a:ext uri="{FF2B5EF4-FFF2-40B4-BE49-F238E27FC236}">
                <a16:creationId xmlns:a16="http://schemas.microsoft.com/office/drawing/2014/main" id="{2AE782F0-D7D6-43A6-F8CF-0BF96050F9D1}"/>
              </a:ext>
            </a:extLst>
          </p:cNvPr>
          <p:cNvSpPr/>
          <p:nvPr/>
        </p:nvSpPr>
        <p:spPr>
          <a:xfrm>
            <a:off x="6096000" y="9175170"/>
            <a:ext cx="3048000" cy="16141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D50E467D-E066-03C9-C9E4-08B1B47484DD}"/>
              </a:ext>
            </a:extLst>
          </p:cNvPr>
          <p:cNvSpPr/>
          <p:nvPr/>
        </p:nvSpPr>
        <p:spPr>
          <a:xfrm>
            <a:off x="6096000" y="10794421"/>
            <a:ext cx="3048000" cy="16141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B79F948-EE1D-C3E2-FF70-C64FEC0CF939}"/>
              </a:ext>
            </a:extLst>
          </p:cNvPr>
          <p:cNvSpPr/>
          <p:nvPr/>
        </p:nvSpPr>
        <p:spPr>
          <a:xfrm>
            <a:off x="-4582" y="7439463"/>
            <a:ext cx="3048000" cy="10940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04D32E57-6D41-681E-B95D-C429594D6BF8}"/>
              </a:ext>
            </a:extLst>
          </p:cNvPr>
          <p:cNvSpPr/>
          <p:nvPr/>
        </p:nvSpPr>
        <p:spPr>
          <a:xfrm>
            <a:off x="0" y="1"/>
            <a:ext cx="12212196" cy="17704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353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and white image of a feather&#10;&#10;AI-generated content may be incorrect.">
            <a:extLst>
              <a:ext uri="{FF2B5EF4-FFF2-40B4-BE49-F238E27FC236}">
                <a16:creationId xmlns:a16="http://schemas.microsoft.com/office/drawing/2014/main" id="{B5317C71-B9AE-1050-EC64-DFE18AAA24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80" t="26511" r="12045" b="32930"/>
          <a:stretch>
            <a:fillRect/>
          </a:stretch>
        </p:blipFill>
        <p:spPr>
          <a:xfrm rot="16200000">
            <a:off x="6931809" y="10168567"/>
            <a:ext cx="1241555" cy="155528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B674F74-9295-02AA-B044-52C975E1B357}"/>
              </a:ext>
            </a:extLst>
          </p:cNvPr>
          <p:cNvSpPr/>
          <p:nvPr/>
        </p:nvSpPr>
        <p:spPr>
          <a:xfrm>
            <a:off x="0" y="10267784"/>
            <a:ext cx="3048000" cy="135815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78395C-063F-1FD4-D90A-EE94D5261F38}"/>
              </a:ext>
            </a:extLst>
          </p:cNvPr>
          <p:cNvSpPr txBox="1"/>
          <p:nvPr/>
        </p:nvSpPr>
        <p:spPr>
          <a:xfrm>
            <a:off x="6086502" y="10267783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EC7727"/>
                </a:solidFill>
              </a:rPr>
              <a:t>Eumalacostraca</a:t>
            </a:r>
            <a:endParaRPr lang="en-US" sz="1200" b="1" dirty="0">
              <a:solidFill>
                <a:srgbClr val="EC7727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D1B925-14BF-73FC-19AA-73388E1CF67F}"/>
              </a:ext>
            </a:extLst>
          </p:cNvPr>
          <p:cNvSpPr txBox="1"/>
          <p:nvPr/>
        </p:nvSpPr>
        <p:spPr>
          <a:xfrm>
            <a:off x="3055071" y="11651348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EC7727"/>
                </a:solidFill>
              </a:rPr>
              <a:t>like_Amphipoda</a:t>
            </a:r>
            <a:endParaRPr lang="en-US" sz="1200" b="1" dirty="0">
              <a:solidFill>
                <a:srgbClr val="EC7727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F39730-861B-0CFB-4563-AC85301EE1C3}"/>
              </a:ext>
            </a:extLst>
          </p:cNvPr>
          <p:cNvSpPr txBox="1"/>
          <p:nvPr/>
        </p:nvSpPr>
        <p:spPr>
          <a:xfrm>
            <a:off x="3038501" y="10262477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EC7727"/>
                </a:solidFill>
              </a:rPr>
              <a:t>Crustacea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60FAE4-5202-0151-4E12-773163B6901B}"/>
              </a:ext>
            </a:extLst>
          </p:cNvPr>
          <p:cNvSpPr txBox="1"/>
          <p:nvPr/>
        </p:nvSpPr>
        <p:spPr>
          <a:xfrm>
            <a:off x="6087937" y="11624253"/>
            <a:ext cx="3057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EC7727"/>
                </a:solidFill>
              </a:rPr>
              <a:t>shrimp_like</a:t>
            </a:r>
            <a:endParaRPr lang="en-US" sz="1200" b="1" dirty="0">
              <a:solidFill>
                <a:srgbClr val="EC7727"/>
              </a:solidFill>
            </a:endParaRPr>
          </a:p>
          <a:p>
            <a:pPr algn="ctr"/>
            <a:endParaRPr lang="en-US" sz="1200" b="1" dirty="0">
              <a:solidFill>
                <a:srgbClr val="EC7727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88D47B-6C27-8282-1374-7C1D3CBBDCA9}"/>
              </a:ext>
            </a:extLst>
          </p:cNvPr>
          <p:cNvSpPr txBox="1"/>
          <p:nvPr/>
        </p:nvSpPr>
        <p:spPr>
          <a:xfrm>
            <a:off x="9151070" y="10268092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EC7727"/>
                </a:solidFill>
              </a:rPr>
              <a:t>Hyperia</a:t>
            </a:r>
            <a:endParaRPr lang="en-US" sz="1200" b="1" dirty="0">
              <a:solidFill>
                <a:srgbClr val="EC7727"/>
              </a:solidFill>
            </a:endParaRPr>
          </a:p>
        </p:txBody>
      </p:sp>
      <p:pic>
        <p:nvPicPr>
          <p:cNvPr id="12" name="Picture 11" descr="A black and white feather&#10;&#10;AI-generated content may be incorrect.">
            <a:extLst>
              <a:ext uri="{FF2B5EF4-FFF2-40B4-BE49-F238E27FC236}">
                <a16:creationId xmlns:a16="http://schemas.microsoft.com/office/drawing/2014/main" id="{41E42B5A-A5FC-367B-28C1-11F4A6DC69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66" b="23307"/>
          <a:stretch>
            <a:fillRect/>
          </a:stretch>
        </p:blipFill>
        <p:spPr>
          <a:xfrm>
            <a:off x="3098868" y="10304255"/>
            <a:ext cx="942975" cy="1296220"/>
          </a:xfrm>
          <a:prstGeom prst="rect">
            <a:avLst/>
          </a:prstGeom>
        </p:spPr>
      </p:pic>
      <p:pic>
        <p:nvPicPr>
          <p:cNvPr id="13" name="Picture 12" descr="A black and white image of a squid&#10;&#10;AI-generated content may be incorrect.">
            <a:extLst>
              <a:ext uri="{FF2B5EF4-FFF2-40B4-BE49-F238E27FC236}">
                <a16:creationId xmlns:a16="http://schemas.microsoft.com/office/drawing/2014/main" id="{C03D0567-A797-97D4-15BC-2F583813EC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67" r="16165" b="20050"/>
          <a:stretch>
            <a:fillRect/>
          </a:stretch>
        </p:blipFill>
        <p:spPr>
          <a:xfrm>
            <a:off x="4944973" y="10445952"/>
            <a:ext cx="1121545" cy="1012826"/>
          </a:xfrm>
          <a:prstGeom prst="rect">
            <a:avLst/>
          </a:prstGeom>
        </p:spPr>
      </p:pic>
      <p:pic>
        <p:nvPicPr>
          <p:cNvPr id="14" name="Picture 13" descr="A black and white image of a fish&#10;&#10;AI-generated content may be incorrect.">
            <a:extLst>
              <a:ext uri="{FF2B5EF4-FFF2-40B4-BE49-F238E27FC236}">
                <a16:creationId xmlns:a16="http://schemas.microsoft.com/office/drawing/2014/main" id="{E7759E64-C702-46A5-A744-A321CF5E54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562"/>
          <a:stretch>
            <a:fillRect/>
          </a:stretch>
        </p:blipFill>
        <p:spPr>
          <a:xfrm>
            <a:off x="3962586" y="10504690"/>
            <a:ext cx="1061645" cy="895350"/>
          </a:xfrm>
          <a:prstGeom prst="rect">
            <a:avLst/>
          </a:prstGeom>
        </p:spPr>
      </p:pic>
      <p:pic>
        <p:nvPicPr>
          <p:cNvPr id="15" name="Picture 14" descr="A black and white feather&#10;&#10;AI-generated content may be incorrect.">
            <a:extLst>
              <a:ext uri="{FF2B5EF4-FFF2-40B4-BE49-F238E27FC236}">
                <a16:creationId xmlns:a16="http://schemas.microsoft.com/office/drawing/2014/main" id="{75A4EC55-3FF6-B384-E567-7F48DCDDD6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783" b="-1"/>
          <a:stretch>
            <a:fillRect/>
          </a:stretch>
        </p:blipFill>
        <p:spPr>
          <a:xfrm>
            <a:off x="3093692" y="11181297"/>
            <a:ext cx="942975" cy="419177"/>
          </a:xfrm>
          <a:prstGeom prst="rect">
            <a:avLst/>
          </a:prstGeom>
        </p:spPr>
      </p:pic>
      <p:pic>
        <p:nvPicPr>
          <p:cNvPr id="16" name="Picture 15" descr="A black and white image of a squid&#10;&#10;AI-generated content may be incorrect.">
            <a:extLst>
              <a:ext uri="{FF2B5EF4-FFF2-40B4-BE49-F238E27FC236}">
                <a16:creationId xmlns:a16="http://schemas.microsoft.com/office/drawing/2014/main" id="{2793BB57-CD8F-68F1-FA1E-41DC800956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187" r="40532"/>
          <a:stretch>
            <a:fillRect/>
          </a:stretch>
        </p:blipFill>
        <p:spPr>
          <a:xfrm>
            <a:off x="4944973" y="11171880"/>
            <a:ext cx="1121545" cy="301671"/>
          </a:xfrm>
          <a:prstGeom prst="rect">
            <a:avLst/>
          </a:prstGeom>
        </p:spPr>
      </p:pic>
      <p:pic>
        <p:nvPicPr>
          <p:cNvPr id="17" name="Picture 16" descr="A black and white image of a feather&#10;&#10;AI-generated content may be incorrect.">
            <a:extLst>
              <a:ext uri="{FF2B5EF4-FFF2-40B4-BE49-F238E27FC236}">
                <a16:creationId xmlns:a16="http://schemas.microsoft.com/office/drawing/2014/main" id="{4F885E7C-AF66-ADC1-715F-16992FE5CA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420" r="12045"/>
          <a:stretch>
            <a:fillRect/>
          </a:stretch>
        </p:blipFill>
        <p:spPr>
          <a:xfrm>
            <a:off x="6672653" y="11399581"/>
            <a:ext cx="1704256" cy="175590"/>
          </a:xfrm>
          <a:prstGeom prst="rect">
            <a:avLst/>
          </a:prstGeom>
        </p:spPr>
      </p:pic>
      <p:pic>
        <p:nvPicPr>
          <p:cNvPr id="18" name="Picture 17" descr="A black silhouette of a bird&#10;&#10;AI-generated content may be incorrect.">
            <a:extLst>
              <a:ext uri="{FF2B5EF4-FFF2-40B4-BE49-F238E27FC236}">
                <a16:creationId xmlns:a16="http://schemas.microsoft.com/office/drawing/2014/main" id="{90EA2634-5A1C-86BB-D910-B70B24314E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74" t="27776" b="23320"/>
          <a:stretch>
            <a:fillRect/>
          </a:stretch>
        </p:blipFill>
        <p:spPr>
          <a:xfrm>
            <a:off x="9211331" y="10349973"/>
            <a:ext cx="732674" cy="1192477"/>
          </a:xfrm>
          <a:prstGeom prst="rect">
            <a:avLst/>
          </a:prstGeom>
        </p:spPr>
      </p:pic>
      <p:pic>
        <p:nvPicPr>
          <p:cNvPr id="19" name="Picture 18" descr="A black object with a white background&#10;&#10;AI-generated content may be incorrect.">
            <a:extLst>
              <a:ext uri="{FF2B5EF4-FFF2-40B4-BE49-F238E27FC236}">
                <a16:creationId xmlns:a16="http://schemas.microsoft.com/office/drawing/2014/main" id="{8375DF56-032B-C037-D207-B5EB3AB0CB8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26" t="18089" r="23333" b="20918"/>
          <a:stretch>
            <a:fillRect/>
          </a:stretch>
        </p:blipFill>
        <p:spPr>
          <a:xfrm>
            <a:off x="9893157" y="10559261"/>
            <a:ext cx="875103" cy="929527"/>
          </a:xfrm>
          <a:prstGeom prst="rect">
            <a:avLst/>
          </a:prstGeom>
        </p:spPr>
      </p:pic>
      <p:pic>
        <p:nvPicPr>
          <p:cNvPr id="20" name="Picture 19" descr="A black shadow of a bird&#10;&#10;AI-generated content may be incorrect.">
            <a:extLst>
              <a:ext uri="{FF2B5EF4-FFF2-40B4-BE49-F238E27FC236}">
                <a16:creationId xmlns:a16="http://schemas.microsoft.com/office/drawing/2014/main" id="{82AC9888-0E8D-7D9C-5FA4-00B5EF8477E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61" t="20884" r="24045" b="24527"/>
          <a:stretch>
            <a:fillRect/>
          </a:stretch>
        </p:blipFill>
        <p:spPr>
          <a:xfrm>
            <a:off x="10717412" y="10540262"/>
            <a:ext cx="665037" cy="956740"/>
          </a:xfrm>
          <a:prstGeom prst="rect">
            <a:avLst/>
          </a:prstGeom>
        </p:spPr>
      </p:pic>
      <p:pic>
        <p:nvPicPr>
          <p:cNvPr id="21" name="Picture 20" descr="A black object with a white background&#10;&#10;AI-generated content may be incorrect.">
            <a:extLst>
              <a:ext uri="{FF2B5EF4-FFF2-40B4-BE49-F238E27FC236}">
                <a16:creationId xmlns:a16="http://schemas.microsoft.com/office/drawing/2014/main" id="{A5D5ACFA-F70D-952C-ED78-4673A51A93F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71" r="9786" b="21105"/>
          <a:stretch>
            <a:fillRect/>
          </a:stretch>
        </p:blipFill>
        <p:spPr>
          <a:xfrm>
            <a:off x="11331602" y="10351558"/>
            <a:ext cx="824912" cy="1113407"/>
          </a:xfrm>
          <a:prstGeom prst="rect">
            <a:avLst/>
          </a:prstGeom>
        </p:spPr>
      </p:pic>
      <p:pic>
        <p:nvPicPr>
          <p:cNvPr id="22" name="Picture 21" descr="A black silhouette of a bird&#10;&#10;AI-generated content may be incorrect.">
            <a:extLst>
              <a:ext uri="{FF2B5EF4-FFF2-40B4-BE49-F238E27FC236}">
                <a16:creationId xmlns:a16="http://schemas.microsoft.com/office/drawing/2014/main" id="{C2809DCA-049E-177A-695F-CE90F1FC95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807"/>
          <a:stretch>
            <a:fillRect/>
          </a:stretch>
        </p:blipFill>
        <p:spPr>
          <a:xfrm>
            <a:off x="9162970" y="11147595"/>
            <a:ext cx="914400" cy="394855"/>
          </a:xfrm>
          <a:prstGeom prst="rect">
            <a:avLst/>
          </a:prstGeom>
        </p:spPr>
      </p:pic>
      <p:pic>
        <p:nvPicPr>
          <p:cNvPr id="23" name="Picture 22" descr="A black object with a white background&#10;&#10;AI-generated content may be incorrect.">
            <a:extLst>
              <a:ext uri="{FF2B5EF4-FFF2-40B4-BE49-F238E27FC236}">
                <a16:creationId xmlns:a16="http://schemas.microsoft.com/office/drawing/2014/main" id="{BA43E87A-0792-32FF-3255-205E55E7A9D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706" r="56057" b="-539"/>
          <a:stretch>
            <a:fillRect/>
          </a:stretch>
        </p:blipFill>
        <p:spPr>
          <a:xfrm>
            <a:off x="9806129" y="11118561"/>
            <a:ext cx="753386" cy="378441"/>
          </a:xfrm>
          <a:prstGeom prst="rect">
            <a:avLst/>
          </a:prstGeom>
        </p:spPr>
      </p:pic>
      <p:pic>
        <p:nvPicPr>
          <p:cNvPr id="24" name="Picture 23" descr="A black object with a white background&#10;&#10;AI-generated content may be incorrect.">
            <a:extLst>
              <a:ext uri="{FF2B5EF4-FFF2-40B4-BE49-F238E27FC236}">
                <a16:creationId xmlns:a16="http://schemas.microsoft.com/office/drawing/2014/main" id="{06F1C0F9-EDBA-E2C9-D7A9-0475B39CEE4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976" r="23964" b="-978"/>
          <a:stretch>
            <a:fillRect/>
          </a:stretch>
        </p:blipFill>
        <p:spPr>
          <a:xfrm>
            <a:off x="11331602" y="11077182"/>
            <a:ext cx="695271" cy="407719"/>
          </a:xfrm>
          <a:prstGeom prst="rect">
            <a:avLst/>
          </a:prstGeom>
        </p:spPr>
      </p:pic>
      <p:pic>
        <p:nvPicPr>
          <p:cNvPr id="25" name="Picture 24" descr="A black shadow of a bird&#10;&#10;AI-generated content may be incorrect.">
            <a:extLst>
              <a:ext uri="{FF2B5EF4-FFF2-40B4-BE49-F238E27FC236}">
                <a16:creationId xmlns:a16="http://schemas.microsoft.com/office/drawing/2014/main" id="{1A171653-59FF-9CF0-4D6C-F452452F320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81226" r="49405"/>
          <a:stretch>
            <a:fillRect/>
          </a:stretch>
        </p:blipFill>
        <p:spPr>
          <a:xfrm>
            <a:off x="10649996" y="11167956"/>
            <a:ext cx="665037" cy="329046"/>
          </a:xfrm>
          <a:prstGeom prst="rect">
            <a:avLst/>
          </a:prstGeom>
        </p:spPr>
      </p:pic>
      <p:pic>
        <p:nvPicPr>
          <p:cNvPr id="26" name="Picture 25" descr="A black object with numbers and text&#10;&#10;AI-generated content may be incorrect.">
            <a:extLst>
              <a:ext uri="{FF2B5EF4-FFF2-40B4-BE49-F238E27FC236}">
                <a16:creationId xmlns:a16="http://schemas.microsoft.com/office/drawing/2014/main" id="{33070E15-78AE-90E8-70D1-0A7E08B468E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4990" y="12072058"/>
            <a:ext cx="714375" cy="666750"/>
          </a:xfrm>
          <a:prstGeom prst="rect">
            <a:avLst/>
          </a:prstGeom>
        </p:spPr>
      </p:pic>
      <p:pic>
        <p:nvPicPr>
          <p:cNvPr id="27" name="Picture 26" descr="A black and white image of a leaf&#10;&#10;AI-generated content may be incorrect.">
            <a:extLst>
              <a:ext uri="{FF2B5EF4-FFF2-40B4-BE49-F238E27FC236}">
                <a16:creationId xmlns:a16="http://schemas.microsoft.com/office/drawing/2014/main" id="{4C41A126-61FB-411E-3587-B05E97AF28C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561" y="11857746"/>
            <a:ext cx="600075" cy="1095375"/>
          </a:xfrm>
          <a:prstGeom prst="rect">
            <a:avLst/>
          </a:prstGeom>
        </p:spPr>
      </p:pic>
      <p:pic>
        <p:nvPicPr>
          <p:cNvPr id="28" name="Picture 27" descr="A bug on a white background&#10;&#10;AI-generated content may be incorrect.">
            <a:extLst>
              <a:ext uri="{FF2B5EF4-FFF2-40B4-BE49-F238E27FC236}">
                <a16:creationId xmlns:a16="http://schemas.microsoft.com/office/drawing/2014/main" id="{957384BB-5CFF-C934-DF1A-4EA96BA3CB9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832" y="12014908"/>
            <a:ext cx="657225" cy="781050"/>
          </a:xfrm>
          <a:prstGeom prst="rect">
            <a:avLst/>
          </a:prstGeom>
        </p:spPr>
      </p:pic>
      <p:pic>
        <p:nvPicPr>
          <p:cNvPr id="29" name="Picture 28" descr="A black and white image of a black oval&#10;&#10;AI-generated content may be incorrect.">
            <a:extLst>
              <a:ext uri="{FF2B5EF4-FFF2-40B4-BE49-F238E27FC236}">
                <a16:creationId xmlns:a16="http://schemas.microsoft.com/office/drawing/2014/main" id="{0E0E9880-4AB4-2CCD-D9CE-614EB80D399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8254" y="12029196"/>
            <a:ext cx="514350" cy="752475"/>
          </a:xfrm>
          <a:prstGeom prst="rect">
            <a:avLst/>
          </a:prstGeom>
        </p:spPr>
      </p:pic>
      <p:pic>
        <p:nvPicPr>
          <p:cNvPr id="30" name="Picture 29" descr="A black and white image of a person on a white background&#10;&#10;AI-generated content may be incorrect.">
            <a:extLst>
              <a:ext uri="{FF2B5EF4-FFF2-40B4-BE49-F238E27FC236}">
                <a16:creationId xmlns:a16="http://schemas.microsoft.com/office/drawing/2014/main" id="{3E32121F-01A3-450D-1919-675485266A6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7411" r="664" b="29257"/>
          <a:stretch>
            <a:fillRect/>
          </a:stretch>
        </p:blipFill>
        <p:spPr>
          <a:xfrm>
            <a:off x="6171962" y="11640575"/>
            <a:ext cx="539318" cy="1589041"/>
          </a:xfrm>
          <a:prstGeom prst="rect">
            <a:avLst/>
          </a:prstGeom>
        </p:spPr>
      </p:pic>
      <p:pic>
        <p:nvPicPr>
          <p:cNvPr id="31" name="Picture 30" descr="A close-up of a fish&#10;&#10;AI-generated content may be incorrect.">
            <a:extLst>
              <a:ext uri="{FF2B5EF4-FFF2-40B4-BE49-F238E27FC236}">
                <a16:creationId xmlns:a16="http://schemas.microsoft.com/office/drawing/2014/main" id="{11520D16-2022-8C0B-C6E1-D53471EB658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11" t="29172" r="27843" b="28485"/>
          <a:stretch>
            <a:fillRect/>
          </a:stretch>
        </p:blipFill>
        <p:spPr>
          <a:xfrm>
            <a:off x="8186354" y="11755932"/>
            <a:ext cx="747481" cy="1236521"/>
          </a:xfrm>
          <a:prstGeom prst="rect">
            <a:avLst/>
          </a:prstGeom>
        </p:spPr>
      </p:pic>
      <p:pic>
        <p:nvPicPr>
          <p:cNvPr id="32" name="Picture 31" descr="A black and white image of a person on a white background&#10;&#10;AI-generated content may be incorrect.">
            <a:extLst>
              <a:ext uri="{FF2B5EF4-FFF2-40B4-BE49-F238E27FC236}">
                <a16:creationId xmlns:a16="http://schemas.microsoft.com/office/drawing/2014/main" id="{4D5633C7-7AE9-943B-08B8-5B19380EB26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90866" r="664"/>
          <a:stretch>
            <a:fillRect/>
          </a:stretch>
        </p:blipFill>
        <p:spPr>
          <a:xfrm>
            <a:off x="6174637" y="12876366"/>
            <a:ext cx="539318" cy="334962"/>
          </a:xfrm>
          <a:prstGeom prst="rect">
            <a:avLst/>
          </a:prstGeom>
        </p:spPr>
      </p:pic>
      <p:pic>
        <p:nvPicPr>
          <p:cNvPr id="33" name="Picture 32" descr="A close-up of a fish&#10;&#10;AI-generated content may be incorrect.">
            <a:extLst>
              <a:ext uri="{FF2B5EF4-FFF2-40B4-BE49-F238E27FC236}">
                <a16:creationId xmlns:a16="http://schemas.microsoft.com/office/drawing/2014/main" id="{7B474932-AA62-85D7-F0BF-854EC967D02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91364" r="52653" b="-2532"/>
          <a:stretch>
            <a:fillRect/>
          </a:stretch>
        </p:blipFill>
        <p:spPr>
          <a:xfrm>
            <a:off x="8126925" y="12770054"/>
            <a:ext cx="747481" cy="326127"/>
          </a:xfrm>
          <a:prstGeom prst="rect">
            <a:avLst/>
          </a:prstGeom>
        </p:spPr>
      </p:pic>
      <p:pic>
        <p:nvPicPr>
          <p:cNvPr id="34" name="Picture 33" descr="A black and white object&#10;&#10;AI-generated content may be incorrect.">
            <a:extLst>
              <a:ext uri="{FF2B5EF4-FFF2-40B4-BE49-F238E27FC236}">
                <a16:creationId xmlns:a16="http://schemas.microsoft.com/office/drawing/2014/main" id="{B1CB8988-48FE-A823-95A9-D9783575211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356"/>
          <a:stretch>
            <a:fillRect/>
          </a:stretch>
        </p:blipFill>
        <p:spPr>
          <a:xfrm>
            <a:off x="10616952" y="11877019"/>
            <a:ext cx="914400" cy="1168051"/>
          </a:xfrm>
          <a:prstGeom prst="rect">
            <a:avLst/>
          </a:prstGeom>
        </p:spPr>
      </p:pic>
      <p:pic>
        <p:nvPicPr>
          <p:cNvPr id="35" name="Picture 34" descr="A close up of a cup&#10;&#10;AI-generated content may be incorrect.">
            <a:extLst>
              <a:ext uri="{FF2B5EF4-FFF2-40B4-BE49-F238E27FC236}">
                <a16:creationId xmlns:a16="http://schemas.microsoft.com/office/drawing/2014/main" id="{7961F463-1E7F-7DCC-4B1C-79AA60AD75C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29"/>
          <a:stretch>
            <a:fillRect/>
          </a:stretch>
        </p:blipFill>
        <p:spPr>
          <a:xfrm>
            <a:off x="9989406" y="11675409"/>
            <a:ext cx="590550" cy="1506747"/>
          </a:xfrm>
          <a:prstGeom prst="rect">
            <a:avLst/>
          </a:prstGeom>
        </p:spPr>
      </p:pic>
      <p:pic>
        <p:nvPicPr>
          <p:cNvPr id="36" name="Picture 35" descr="A black circle with a white background&#10;&#10;AI-generated content may be incorrect.">
            <a:extLst>
              <a:ext uri="{FF2B5EF4-FFF2-40B4-BE49-F238E27FC236}">
                <a16:creationId xmlns:a16="http://schemas.microsoft.com/office/drawing/2014/main" id="{7C4AAAE2-2106-0D48-C2A6-A5D77A5E588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84" r="25634"/>
          <a:stretch>
            <a:fillRect/>
          </a:stretch>
        </p:blipFill>
        <p:spPr>
          <a:xfrm>
            <a:off x="11444205" y="11660887"/>
            <a:ext cx="722507" cy="1426612"/>
          </a:xfrm>
          <a:prstGeom prst="rect">
            <a:avLst/>
          </a:prstGeom>
        </p:spPr>
      </p:pic>
      <p:pic>
        <p:nvPicPr>
          <p:cNvPr id="37" name="Picture 36" descr="A black insect on a white background&#10;&#10;AI-generated content may be incorrect.">
            <a:extLst>
              <a:ext uri="{FF2B5EF4-FFF2-40B4-BE49-F238E27FC236}">
                <a16:creationId xmlns:a16="http://schemas.microsoft.com/office/drawing/2014/main" id="{91A2C9B3-42E9-45D6-26B7-2583E2A385C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11" r="22941"/>
          <a:stretch>
            <a:fillRect/>
          </a:stretch>
        </p:blipFill>
        <p:spPr>
          <a:xfrm>
            <a:off x="9170606" y="11660887"/>
            <a:ext cx="836746" cy="1313516"/>
          </a:xfrm>
          <a:prstGeom prst="rect">
            <a:avLst/>
          </a:prstGeom>
        </p:spPr>
      </p:pic>
      <p:pic>
        <p:nvPicPr>
          <p:cNvPr id="38" name="Picture 37" descr="A close up of a cup&#10;&#10;AI-generated content may be incorrect.">
            <a:extLst>
              <a:ext uri="{FF2B5EF4-FFF2-40B4-BE49-F238E27FC236}">
                <a16:creationId xmlns:a16="http://schemas.microsoft.com/office/drawing/2014/main" id="{B4D61232-43F1-31F8-3FFD-C78F5751BE1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308"/>
          <a:stretch>
            <a:fillRect/>
          </a:stretch>
        </p:blipFill>
        <p:spPr>
          <a:xfrm>
            <a:off x="9977787" y="12886881"/>
            <a:ext cx="590550" cy="295275"/>
          </a:xfrm>
          <a:prstGeom prst="rect">
            <a:avLst/>
          </a:prstGeom>
        </p:spPr>
      </p:pic>
      <p:pic>
        <p:nvPicPr>
          <p:cNvPr id="39" name="Picture 38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B5E90DD2-6468-ED09-75AF-C3D5FBBE724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58" r="21938" b="26551"/>
          <a:stretch>
            <a:fillRect/>
          </a:stretch>
        </p:blipFill>
        <p:spPr>
          <a:xfrm>
            <a:off x="3114022" y="13387930"/>
            <a:ext cx="1048390" cy="1414054"/>
          </a:xfrm>
          <a:prstGeom prst="rect">
            <a:avLst/>
          </a:prstGeom>
        </p:spPr>
      </p:pic>
      <p:pic>
        <p:nvPicPr>
          <p:cNvPr id="40" name="Picture 39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7DB30FD7-4788-E4C2-DE3F-01976460775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193" r="21938"/>
          <a:stretch>
            <a:fillRect/>
          </a:stretch>
        </p:blipFill>
        <p:spPr>
          <a:xfrm>
            <a:off x="3116299" y="14489698"/>
            <a:ext cx="1048390" cy="312286"/>
          </a:xfrm>
          <a:prstGeom prst="rect">
            <a:avLst/>
          </a:prstGeom>
        </p:spPr>
      </p:pic>
      <p:pic>
        <p:nvPicPr>
          <p:cNvPr id="41" name="Picture 40" descr="A black and white image of a bird&#10;&#10;AI-generated content may be incorrect.">
            <a:extLst>
              <a:ext uri="{FF2B5EF4-FFF2-40B4-BE49-F238E27FC236}">
                <a16:creationId xmlns:a16="http://schemas.microsoft.com/office/drawing/2014/main" id="{1F8D62AD-91DA-DAAB-91BC-DDCEBE05EEE2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42" b="27561"/>
          <a:stretch>
            <a:fillRect/>
          </a:stretch>
        </p:blipFill>
        <p:spPr>
          <a:xfrm>
            <a:off x="6142057" y="13489535"/>
            <a:ext cx="685800" cy="1142129"/>
          </a:xfrm>
          <a:prstGeom prst="rect">
            <a:avLst/>
          </a:prstGeom>
        </p:spPr>
      </p:pic>
      <p:pic>
        <p:nvPicPr>
          <p:cNvPr id="42" name="Picture 41" descr="A black object with a white background&#10;&#10;AI-generated content may be incorrect.">
            <a:extLst>
              <a:ext uri="{FF2B5EF4-FFF2-40B4-BE49-F238E27FC236}">
                <a16:creationId xmlns:a16="http://schemas.microsoft.com/office/drawing/2014/main" id="{11D05AEF-D31C-B5E8-94D4-33AF07319A51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80" r="22784"/>
          <a:stretch>
            <a:fillRect/>
          </a:stretch>
        </p:blipFill>
        <p:spPr>
          <a:xfrm>
            <a:off x="7628365" y="13526355"/>
            <a:ext cx="728124" cy="1277025"/>
          </a:xfrm>
          <a:prstGeom prst="rect">
            <a:avLst/>
          </a:prstGeom>
        </p:spPr>
      </p:pic>
      <p:pic>
        <p:nvPicPr>
          <p:cNvPr id="43" name="Picture 42" descr="A black object on a white background&#10;&#10;AI-generated content may be incorrect.">
            <a:extLst>
              <a:ext uri="{FF2B5EF4-FFF2-40B4-BE49-F238E27FC236}">
                <a16:creationId xmlns:a16="http://schemas.microsoft.com/office/drawing/2014/main" id="{D50FF165-A9CD-C8C3-1F03-4C898A32F473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23"/>
          <a:stretch>
            <a:fillRect/>
          </a:stretch>
        </p:blipFill>
        <p:spPr>
          <a:xfrm>
            <a:off x="8504139" y="13300080"/>
            <a:ext cx="600075" cy="1501477"/>
          </a:xfrm>
          <a:prstGeom prst="rect">
            <a:avLst/>
          </a:prstGeom>
        </p:spPr>
      </p:pic>
      <p:pic>
        <p:nvPicPr>
          <p:cNvPr id="44" name="Picture 43" descr="A close-up of a black object&#10;&#10;AI-generated content may be incorrect.">
            <a:extLst>
              <a:ext uri="{FF2B5EF4-FFF2-40B4-BE49-F238E27FC236}">
                <a16:creationId xmlns:a16="http://schemas.microsoft.com/office/drawing/2014/main" id="{30E6351E-A26B-864C-266B-8D13A6A1E40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364" y="13344295"/>
            <a:ext cx="514350" cy="1295400"/>
          </a:xfrm>
          <a:prstGeom prst="rect">
            <a:avLst/>
          </a:prstGeom>
        </p:spPr>
      </p:pic>
      <p:pic>
        <p:nvPicPr>
          <p:cNvPr id="45" name="Picture 44" descr="A black and white image of a bird&#10;&#10;AI-generated content may be incorrect.">
            <a:extLst>
              <a:ext uri="{FF2B5EF4-FFF2-40B4-BE49-F238E27FC236}">
                <a16:creationId xmlns:a16="http://schemas.microsoft.com/office/drawing/2014/main" id="{63226DCA-31D8-158B-958B-FAE9B5D930C6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556"/>
          <a:stretch>
            <a:fillRect/>
          </a:stretch>
        </p:blipFill>
        <p:spPr>
          <a:xfrm>
            <a:off x="6162289" y="14300007"/>
            <a:ext cx="685800" cy="331657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03001518-5229-EC66-039C-44FE0E7D2AF3}"/>
              </a:ext>
            </a:extLst>
          </p:cNvPr>
          <p:cNvSpPr txBox="1"/>
          <p:nvPr/>
        </p:nvSpPr>
        <p:spPr>
          <a:xfrm>
            <a:off x="6117207" y="13254424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EC7727"/>
                </a:solidFill>
              </a:rPr>
              <a:t>like_Copepoda</a:t>
            </a:r>
            <a:endParaRPr lang="en-US" sz="1200" b="1" dirty="0">
              <a:solidFill>
                <a:srgbClr val="EC7727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97FFE9E-898C-7D49-F78C-0D435E88F5E8}"/>
              </a:ext>
            </a:extLst>
          </p:cNvPr>
          <p:cNvSpPr txBox="1"/>
          <p:nvPr/>
        </p:nvSpPr>
        <p:spPr>
          <a:xfrm>
            <a:off x="3048847" y="13256007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EC7727"/>
                </a:solidFill>
              </a:rPr>
              <a:t>Eucalanidae</a:t>
            </a:r>
            <a:endParaRPr lang="en-US" sz="1200" b="1" dirty="0">
              <a:solidFill>
                <a:srgbClr val="EC7727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FF667AE-11D4-E4A4-4F0A-A25E087D73FD}"/>
              </a:ext>
            </a:extLst>
          </p:cNvPr>
          <p:cNvSpPr txBox="1"/>
          <p:nvPr/>
        </p:nvSpPr>
        <p:spPr>
          <a:xfrm>
            <a:off x="9135938" y="11629559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EC7727"/>
                </a:solidFill>
              </a:rPr>
              <a:t>Copepoda_Maxillopoda</a:t>
            </a:r>
            <a:endParaRPr lang="en-US" sz="1200" b="1" dirty="0">
              <a:solidFill>
                <a:srgbClr val="EC7727"/>
              </a:solidFill>
            </a:endParaRPr>
          </a:p>
        </p:txBody>
      </p:sp>
      <p:pic>
        <p:nvPicPr>
          <p:cNvPr id="49" name="Picture 48" descr="A black leaf on a white background&#10;&#10;AI-generated content may be incorrect.">
            <a:extLst>
              <a:ext uri="{FF2B5EF4-FFF2-40B4-BE49-F238E27FC236}">
                <a16:creationId xmlns:a16="http://schemas.microsoft.com/office/drawing/2014/main" id="{9771E094-1F6E-FDB0-2EE3-06345876CFFA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52"/>
          <a:stretch>
            <a:fillRect/>
          </a:stretch>
        </p:blipFill>
        <p:spPr>
          <a:xfrm>
            <a:off x="9160627" y="13303400"/>
            <a:ext cx="742950" cy="1025473"/>
          </a:xfrm>
          <a:prstGeom prst="rect">
            <a:avLst/>
          </a:prstGeom>
        </p:spPr>
      </p:pic>
      <p:pic>
        <p:nvPicPr>
          <p:cNvPr id="50" name="Picture 49" descr="A black and white image of a leaf&#10;&#10;AI-generated content may be incorrect.">
            <a:extLst>
              <a:ext uri="{FF2B5EF4-FFF2-40B4-BE49-F238E27FC236}">
                <a16:creationId xmlns:a16="http://schemas.microsoft.com/office/drawing/2014/main" id="{B58B7112-FC70-4D13-62F3-EB7474C2C152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3005" y="13297024"/>
            <a:ext cx="485775" cy="1038225"/>
          </a:xfrm>
          <a:prstGeom prst="rect">
            <a:avLst/>
          </a:prstGeom>
        </p:spPr>
      </p:pic>
      <p:pic>
        <p:nvPicPr>
          <p:cNvPr id="51" name="Picture 50" descr="A black object with text&#10;&#10;AI-generated content may be incorrect.">
            <a:extLst>
              <a:ext uri="{FF2B5EF4-FFF2-40B4-BE49-F238E27FC236}">
                <a16:creationId xmlns:a16="http://schemas.microsoft.com/office/drawing/2014/main" id="{DDFE04A6-4084-EF98-6800-D1CFF2E41D17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376"/>
          <a:stretch>
            <a:fillRect/>
          </a:stretch>
        </p:blipFill>
        <p:spPr>
          <a:xfrm>
            <a:off x="11337018" y="13311311"/>
            <a:ext cx="613067" cy="1009650"/>
          </a:xfrm>
          <a:prstGeom prst="rect">
            <a:avLst/>
          </a:prstGeom>
        </p:spPr>
      </p:pic>
      <p:pic>
        <p:nvPicPr>
          <p:cNvPr id="52" name="Picture 51" descr="A black object on a white background&#10;&#10;AI-generated content may be incorrect.">
            <a:extLst>
              <a:ext uri="{FF2B5EF4-FFF2-40B4-BE49-F238E27FC236}">
                <a16:creationId xmlns:a16="http://schemas.microsoft.com/office/drawing/2014/main" id="{76451B0A-C1FC-FB87-7D9F-BB8D078C089D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530"/>
          <a:stretch>
            <a:fillRect/>
          </a:stretch>
        </p:blipFill>
        <p:spPr>
          <a:xfrm>
            <a:off x="9971816" y="13425611"/>
            <a:ext cx="742950" cy="781050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A7DEA4FA-5078-3ADC-D3E9-2809CC539F28}"/>
              </a:ext>
            </a:extLst>
          </p:cNvPr>
          <p:cNvSpPr txBox="1"/>
          <p:nvPr/>
        </p:nvSpPr>
        <p:spPr>
          <a:xfrm>
            <a:off x="9118939" y="13258876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EC7727"/>
                </a:solidFill>
              </a:rPr>
              <a:t>Ostracoda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78DFED5-8638-8EE7-BE6A-91D90CEA14DD}"/>
              </a:ext>
            </a:extLst>
          </p:cNvPr>
          <p:cNvSpPr/>
          <p:nvPr/>
        </p:nvSpPr>
        <p:spPr>
          <a:xfrm>
            <a:off x="3048000" y="10267784"/>
            <a:ext cx="3048000" cy="135815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DE85C85-8197-69CA-A6D4-3A899E30CF4B}"/>
              </a:ext>
            </a:extLst>
          </p:cNvPr>
          <p:cNvSpPr/>
          <p:nvPr/>
        </p:nvSpPr>
        <p:spPr>
          <a:xfrm>
            <a:off x="0" y="11624638"/>
            <a:ext cx="3048000" cy="16141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DA3939C-8724-ADB9-46AE-102E7158FD64}"/>
              </a:ext>
            </a:extLst>
          </p:cNvPr>
          <p:cNvSpPr/>
          <p:nvPr/>
        </p:nvSpPr>
        <p:spPr>
          <a:xfrm>
            <a:off x="6096000" y="10267784"/>
            <a:ext cx="3048000" cy="13581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DD0841D-4EAB-C29B-7724-6A30FA01B5F6}"/>
              </a:ext>
            </a:extLst>
          </p:cNvPr>
          <p:cNvSpPr/>
          <p:nvPr/>
        </p:nvSpPr>
        <p:spPr>
          <a:xfrm>
            <a:off x="9144000" y="10267784"/>
            <a:ext cx="3048000" cy="13581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D22F85A-0B6E-A6E9-7914-9478725BB288}"/>
              </a:ext>
            </a:extLst>
          </p:cNvPr>
          <p:cNvSpPr/>
          <p:nvPr/>
        </p:nvSpPr>
        <p:spPr>
          <a:xfrm>
            <a:off x="9144000" y="11624638"/>
            <a:ext cx="3048000" cy="16141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757CFAA-B353-DCCE-E4F7-2610D011EC86}"/>
              </a:ext>
            </a:extLst>
          </p:cNvPr>
          <p:cNvSpPr/>
          <p:nvPr/>
        </p:nvSpPr>
        <p:spPr>
          <a:xfrm>
            <a:off x="333" y="13236726"/>
            <a:ext cx="3048000" cy="16120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7A1B274-A452-21DF-EB1A-425218CF6E4A}"/>
              </a:ext>
            </a:extLst>
          </p:cNvPr>
          <p:cNvSpPr/>
          <p:nvPr/>
        </p:nvSpPr>
        <p:spPr>
          <a:xfrm>
            <a:off x="3048000" y="13243888"/>
            <a:ext cx="3048000" cy="16120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E9E2EBB-ECF2-9003-3535-57CB209B324F}"/>
              </a:ext>
            </a:extLst>
          </p:cNvPr>
          <p:cNvSpPr/>
          <p:nvPr/>
        </p:nvSpPr>
        <p:spPr>
          <a:xfrm>
            <a:off x="9144000" y="13243889"/>
            <a:ext cx="3048000" cy="16141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5144B27-6B88-319A-3C17-386A26802347}"/>
              </a:ext>
            </a:extLst>
          </p:cNvPr>
          <p:cNvSpPr/>
          <p:nvPr/>
        </p:nvSpPr>
        <p:spPr>
          <a:xfrm>
            <a:off x="3048000" y="11624639"/>
            <a:ext cx="3048000" cy="16120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C20BEF-F353-C046-1636-22620FDCCDB9}"/>
              </a:ext>
            </a:extLst>
          </p:cNvPr>
          <p:cNvSpPr/>
          <p:nvPr/>
        </p:nvSpPr>
        <p:spPr>
          <a:xfrm>
            <a:off x="6096000" y="11624638"/>
            <a:ext cx="3048000" cy="16141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07166EA-73A2-8754-5EE3-48FB1C4D41B6}"/>
              </a:ext>
            </a:extLst>
          </p:cNvPr>
          <p:cNvSpPr/>
          <p:nvPr/>
        </p:nvSpPr>
        <p:spPr>
          <a:xfrm>
            <a:off x="6096000" y="13243889"/>
            <a:ext cx="3048000" cy="16141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856451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</TotalTime>
  <Words>241</Words>
  <Application>Microsoft Office PowerPoint</Application>
  <PresentationFormat>Custom</PresentationFormat>
  <Paragraphs>111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Stephanie O'Daly</dc:creator>
  <cp:lastModifiedBy>Stephanie O'Daly</cp:lastModifiedBy>
  <cp:revision>7</cp:revision>
  <dcterms:created xsi:type="dcterms:W3CDTF">2025-10-19T21:53:37Z</dcterms:created>
  <dcterms:modified xsi:type="dcterms:W3CDTF">2025-10-19T22:32:02Z</dcterms:modified>
</cp:coreProperties>
</file>