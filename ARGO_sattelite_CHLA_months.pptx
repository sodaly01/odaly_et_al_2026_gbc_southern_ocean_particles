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8732838" cy="120602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55" d="100"/>
          <a:sy n="55" d="100"/>
        </p:scale>
        <p:origin x="3228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54963" y="1973748"/>
            <a:ext cx="7422912" cy="4198750"/>
          </a:xfrm>
        </p:spPr>
        <p:txBody>
          <a:bodyPr anchor="b"/>
          <a:lstStyle>
            <a:lvl1pPr algn="ctr">
              <a:defRPr sz="573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91605" y="6334418"/>
            <a:ext cx="6549629" cy="2911765"/>
          </a:xfrm>
        </p:spPr>
        <p:txBody>
          <a:bodyPr/>
          <a:lstStyle>
            <a:lvl1pPr marL="0" indent="0" algn="ctr">
              <a:buNone/>
              <a:defRPr sz="2292"/>
            </a:lvl1pPr>
            <a:lvl2pPr marL="436626" indent="0" algn="ctr">
              <a:buNone/>
              <a:defRPr sz="1910"/>
            </a:lvl2pPr>
            <a:lvl3pPr marL="873252" indent="0" algn="ctr">
              <a:buNone/>
              <a:defRPr sz="1719"/>
            </a:lvl3pPr>
            <a:lvl4pPr marL="1309878" indent="0" algn="ctr">
              <a:buNone/>
              <a:defRPr sz="1528"/>
            </a:lvl4pPr>
            <a:lvl5pPr marL="1746504" indent="0" algn="ctr">
              <a:buNone/>
              <a:defRPr sz="1528"/>
            </a:lvl5pPr>
            <a:lvl6pPr marL="2183130" indent="0" algn="ctr">
              <a:buNone/>
              <a:defRPr sz="1528"/>
            </a:lvl6pPr>
            <a:lvl7pPr marL="2619756" indent="0" algn="ctr">
              <a:buNone/>
              <a:defRPr sz="1528"/>
            </a:lvl7pPr>
            <a:lvl8pPr marL="3056382" indent="0" algn="ctr">
              <a:buNone/>
              <a:defRPr sz="1528"/>
            </a:lvl8pPr>
            <a:lvl9pPr marL="3493008" indent="0" algn="ctr">
              <a:buNone/>
              <a:defRPr sz="1528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47423-3505-4722-92E4-D599C55D5BDD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8CE8F-83DF-499F-84DA-6C03112FCF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0953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47423-3505-4722-92E4-D599C55D5BDD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8CE8F-83DF-499F-84DA-6C03112FCF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6641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5835" y="3006688"/>
            <a:ext cx="7532073" cy="5016723"/>
          </a:xfrm>
        </p:spPr>
        <p:txBody>
          <a:bodyPr anchor="b"/>
          <a:lstStyle>
            <a:lvl1pPr>
              <a:defRPr sz="573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5835" y="8070871"/>
            <a:ext cx="7532073" cy="2638176"/>
          </a:xfrm>
        </p:spPr>
        <p:txBody>
          <a:bodyPr/>
          <a:lstStyle>
            <a:lvl1pPr marL="0" indent="0">
              <a:buNone/>
              <a:defRPr sz="2292">
                <a:solidFill>
                  <a:schemeClr val="tx1">
                    <a:tint val="82000"/>
                  </a:schemeClr>
                </a:solidFill>
              </a:defRPr>
            </a:lvl1pPr>
            <a:lvl2pPr marL="436626" indent="0">
              <a:buNone/>
              <a:defRPr sz="1910">
                <a:solidFill>
                  <a:schemeClr val="tx1">
                    <a:tint val="82000"/>
                  </a:schemeClr>
                </a:solidFill>
              </a:defRPr>
            </a:lvl2pPr>
            <a:lvl3pPr marL="873252" indent="0">
              <a:buNone/>
              <a:defRPr sz="1719">
                <a:solidFill>
                  <a:schemeClr val="tx1">
                    <a:tint val="82000"/>
                  </a:schemeClr>
                </a:solidFill>
              </a:defRPr>
            </a:lvl3pPr>
            <a:lvl4pPr marL="1309878" indent="0">
              <a:buNone/>
              <a:defRPr sz="1528">
                <a:solidFill>
                  <a:schemeClr val="tx1">
                    <a:tint val="82000"/>
                  </a:schemeClr>
                </a:solidFill>
              </a:defRPr>
            </a:lvl4pPr>
            <a:lvl5pPr marL="1746504" indent="0">
              <a:buNone/>
              <a:defRPr sz="1528">
                <a:solidFill>
                  <a:schemeClr val="tx1">
                    <a:tint val="82000"/>
                  </a:schemeClr>
                </a:solidFill>
              </a:defRPr>
            </a:lvl5pPr>
            <a:lvl6pPr marL="2183130" indent="0">
              <a:buNone/>
              <a:defRPr sz="1528">
                <a:solidFill>
                  <a:schemeClr val="tx1">
                    <a:tint val="82000"/>
                  </a:schemeClr>
                </a:solidFill>
              </a:defRPr>
            </a:lvl6pPr>
            <a:lvl7pPr marL="2619756" indent="0">
              <a:buNone/>
              <a:defRPr sz="1528">
                <a:solidFill>
                  <a:schemeClr val="tx1">
                    <a:tint val="82000"/>
                  </a:schemeClr>
                </a:solidFill>
              </a:defRPr>
            </a:lvl7pPr>
            <a:lvl8pPr marL="3056382" indent="0">
              <a:buNone/>
              <a:defRPr sz="1528">
                <a:solidFill>
                  <a:schemeClr val="tx1">
                    <a:tint val="82000"/>
                  </a:schemeClr>
                </a:solidFill>
              </a:defRPr>
            </a:lvl8pPr>
            <a:lvl9pPr marL="3493008" indent="0">
              <a:buNone/>
              <a:defRPr sz="1528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47423-3505-4722-92E4-D599C55D5BDD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8CE8F-83DF-499F-84DA-6C03112FCF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4585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0383" y="3210480"/>
            <a:ext cx="3711456" cy="765211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20999" y="3210480"/>
            <a:ext cx="3711456" cy="765211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47423-3505-4722-92E4-D599C55D5BDD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8CE8F-83DF-499F-84DA-6C03112FCF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0797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1520" y="642098"/>
            <a:ext cx="7532073" cy="233108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1521" y="2956434"/>
            <a:ext cx="3694399" cy="1448903"/>
          </a:xfrm>
        </p:spPr>
        <p:txBody>
          <a:bodyPr anchor="b"/>
          <a:lstStyle>
            <a:lvl1pPr marL="0" indent="0">
              <a:buNone/>
              <a:defRPr sz="2292" b="1"/>
            </a:lvl1pPr>
            <a:lvl2pPr marL="436626" indent="0">
              <a:buNone/>
              <a:defRPr sz="1910" b="1"/>
            </a:lvl2pPr>
            <a:lvl3pPr marL="873252" indent="0">
              <a:buNone/>
              <a:defRPr sz="1719" b="1"/>
            </a:lvl3pPr>
            <a:lvl4pPr marL="1309878" indent="0">
              <a:buNone/>
              <a:defRPr sz="1528" b="1"/>
            </a:lvl4pPr>
            <a:lvl5pPr marL="1746504" indent="0">
              <a:buNone/>
              <a:defRPr sz="1528" b="1"/>
            </a:lvl5pPr>
            <a:lvl6pPr marL="2183130" indent="0">
              <a:buNone/>
              <a:defRPr sz="1528" b="1"/>
            </a:lvl6pPr>
            <a:lvl7pPr marL="2619756" indent="0">
              <a:buNone/>
              <a:defRPr sz="1528" b="1"/>
            </a:lvl7pPr>
            <a:lvl8pPr marL="3056382" indent="0">
              <a:buNone/>
              <a:defRPr sz="1528" b="1"/>
            </a:lvl8pPr>
            <a:lvl9pPr marL="3493008" indent="0">
              <a:buNone/>
              <a:defRPr sz="152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521" y="4405337"/>
            <a:ext cx="3694399" cy="6479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21000" y="2956434"/>
            <a:ext cx="3712594" cy="1448903"/>
          </a:xfrm>
        </p:spPr>
        <p:txBody>
          <a:bodyPr anchor="b"/>
          <a:lstStyle>
            <a:lvl1pPr marL="0" indent="0">
              <a:buNone/>
              <a:defRPr sz="2292" b="1"/>
            </a:lvl1pPr>
            <a:lvl2pPr marL="436626" indent="0">
              <a:buNone/>
              <a:defRPr sz="1910" b="1"/>
            </a:lvl2pPr>
            <a:lvl3pPr marL="873252" indent="0">
              <a:buNone/>
              <a:defRPr sz="1719" b="1"/>
            </a:lvl3pPr>
            <a:lvl4pPr marL="1309878" indent="0">
              <a:buNone/>
              <a:defRPr sz="1528" b="1"/>
            </a:lvl4pPr>
            <a:lvl5pPr marL="1746504" indent="0">
              <a:buNone/>
              <a:defRPr sz="1528" b="1"/>
            </a:lvl5pPr>
            <a:lvl6pPr marL="2183130" indent="0">
              <a:buNone/>
              <a:defRPr sz="1528" b="1"/>
            </a:lvl6pPr>
            <a:lvl7pPr marL="2619756" indent="0">
              <a:buNone/>
              <a:defRPr sz="1528" b="1"/>
            </a:lvl7pPr>
            <a:lvl8pPr marL="3056382" indent="0">
              <a:buNone/>
              <a:defRPr sz="1528" b="1"/>
            </a:lvl8pPr>
            <a:lvl9pPr marL="3493008" indent="0">
              <a:buNone/>
              <a:defRPr sz="152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21000" y="4405337"/>
            <a:ext cx="3712594" cy="6479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47423-3505-4722-92E4-D599C55D5BDD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8CE8F-83DF-499F-84DA-6C03112FCF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2215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47423-3505-4722-92E4-D599C55D5BDD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8CE8F-83DF-499F-84DA-6C03112FCF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2953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47423-3505-4722-92E4-D599C55D5BDD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8CE8F-83DF-499F-84DA-6C03112FCF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3528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1520" y="804016"/>
            <a:ext cx="2816568" cy="2814056"/>
          </a:xfrm>
        </p:spPr>
        <p:txBody>
          <a:bodyPr anchor="b"/>
          <a:lstStyle>
            <a:lvl1pPr>
              <a:defRPr sz="305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2594" y="1736453"/>
            <a:ext cx="4420999" cy="8570586"/>
          </a:xfrm>
        </p:spPr>
        <p:txBody>
          <a:bodyPr/>
          <a:lstStyle>
            <a:lvl1pPr>
              <a:defRPr sz="3056"/>
            </a:lvl1pPr>
            <a:lvl2pPr>
              <a:defRPr sz="2674"/>
            </a:lvl2pPr>
            <a:lvl3pPr>
              <a:defRPr sz="2292"/>
            </a:lvl3pPr>
            <a:lvl4pPr>
              <a:defRPr sz="1910"/>
            </a:lvl4pPr>
            <a:lvl5pPr>
              <a:defRPr sz="1910"/>
            </a:lvl5pPr>
            <a:lvl6pPr>
              <a:defRPr sz="1910"/>
            </a:lvl6pPr>
            <a:lvl7pPr>
              <a:defRPr sz="1910"/>
            </a:lvl7pPr>
            <a:lvl8pPr>
              <a:defRPr sz="1910"/>
            </a:lvl8pPr>
            <a:lvl9pPr>
              <a:defRPr sz="191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1520" y="3618071"/>
            <a:ext cx="2816568" cy="6702925"/>
          </a:xfrm>
        </p:spPr>
        <p:txBody>
          <a:bodyPr/>
          <a:lstStyle>
            <a:lvl1pPr marL="0" indent="0">
              <a:buNone/>
              <a:defRPr sz="1528"/>
            </a:lvl1pPr>
            <a:lvl2pPr marL="436626" indent="0">
              <a:buNone/>
              <a:defRPr sz="1337"/>
            </a:lvl2pPr>
            <a:lvl3pPr marL="873252" indent="0">
              <a:buNone/>
              <a:defRPr sz="1146"/>
            </a:lvl3pPr>
            <a:lvl4pPr marL="1309878" indent="0">
              <a:buNone/>
              <a:defRPr sz="955"/>
            </a:lvl4pPr>
            <a:lvl5pPr marL="1746504" indent="0">
              <a:buNone/>
              <a:defRPr sz="955"/>
            </a:lvl5pPr>
            <a:lvl6pPr marL="2183130" indent="0">
              <a:buNone/>
              <a:defRPr sz="955"/>
            </a:lvl6pPr>
            <a:lvl7pPr marL="2619756" indent="0">
              <a:buNone/>
              <a:defRPr sz="955"/>
            </a:lvl7pPr>
            <a:lvl8pPr marL="3056382" indent="0">
              <a:buNone/>
              <a:defRPr sz="955"/>
            </a:lvl8pPr>
            <a:lvl9pPr marL="3493008" indent="0">
              <a:buNone/>
              <a:defRPr sz="95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47423-3505-4722-92E4-D599C55D5BDD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8CE8F-83DF-499F-84DA-6C03112FCF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4997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1520" y="804016"/>
            <a:ext cx="2816568" cy="2814056"/>
          </a:xfrm>
        </p:spPr>
        <p:txBody>
          <a:bodyPr anchor="b"/>
          <a:lstStyle>
            <a:lvl1pPr>
              <a:defRPr sz="305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712594" y="1736453"/>
            <a:ext cx="4420999" cy="8570586"/>
          </a:xfrm>
        </p:spPr>
        <p:txBody>
          <a:bodyPr anchor="t"/>
          <a:lstStyle>
            <a:lvl1pPr marL="0" indent="0">
              <a:buNone/>
              <a:defRPr sz="3056"/>
            </a:lvl1pPr>
            <a:lvl2pPr marL="436626" indent="0">
              <a:buNone/>
              <a:defRPr sz="2674"/>
            </a:lvl2pPr>
            <a:lvl3pPr marL="873252" indent="0">
              <a:buNone/>
              <a:defRPr sz="2292"/>
            </a:lvl3pPr>
            <a:lvl4pPr marL="1309878" indent="0">
              <a:buNone/>
              <a:defRPr sz="1910"/>
            </a:lvl4pPr>
            <a:lvl5pPr marL="1746504" indent="0">
              <a:buNone/>
              <a:defRPr sz="1910"/>
            </a:lvl5pPr>
            <a:lvl6pPr marL="2183130" indent="0">
              <a:buNone/>
              <a:defRPr sz="1910"/>
            </a:lvl6pPr>
            <a:lvl7pPr marL="2619756" indent="0">
              <a:buNone/>
              <a:defRPr sz="1910"/>
            </a:lvl7pPr>
            <a:lvl8pPr marL="3056382" indent="0">
              <a:buNone/>
              <a:defRPr sz="1910"/>
            </a:lvl8pPr>
            <a:lvl9pPr marL="3493008" indent="0">
              <a:buNone/>
              <a:defRPr sz="191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1520" y="3618071"/>
            <a:ext cx="2816568" cy="6702925"/>
          </a:xfrm>
        </p:spPr>
        <p:txBody>
          <a:bodyPr/>
          <a:lstStyle>
            <a:lvl1pPr marL="0" indent="0">
              <a:buNone/>
              <a:defRPr sz="1528"/>
            </a:lvl1pPr>
            <a:lvl2pPr marL="436626" indent="0">
              <a:buNone/>
              <a:defRPr sz="1337"/>
            </a:lvl2pPr>
            <a:lvl3pPr marL="873252" indent="0">
              <a:buNone/>
              <a:defRPr sz="1146"/>
            </a:lvl3pPr>
            <a:lvl4pPr marL="1309878" indent="0">
              <a:buNone/>
              <a:defRPr sz="955"/>
            </a:lvl4pPr>
            <a:lvl5pPr marL="1746504" indent="0">
              <a:buNone/>
              <a:defRPr sz="955"/>
            </a:lvl5pPr>
            <a:lvl6pPr marL="2183130" indent="0">
              <a:buNone/>
              <a:defRPr sz="955"/>
            </a:lvl6pPr>
            <a:lvl7pPr marL="2619756" indent="0">
              <a:buNone/>
              <a:defRPr sz="955"/>
            </a:lvl7pPr>
            <a:lvl8pPr marL="3056382" indent="0">
              <a:buNone/>
              <a:defRPr sz="955"/>
            </a:lvl8pPr>
            <a:lvl9pPr marL="3493008" indent="0">
              <a:buNone/>
              <a:defRPr sz="95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47423-3505-4722-92E4-D599C55D5BDD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8CE8F-83DF-499F-84DA-6C03112FCF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0109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47423-3505-4722-92E4-D599C55D5BDD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8CE8F-83DF-499F-84DA-6C03112FCF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2743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49438" y="642096"/>
            <a:ext cx="1883018" cy="1022049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0383" y="642096"/>
            <a:ext cx="5539894" cy="1022049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47423-3505-4722-92E4-D599C55D5BDD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8CE8F-83DF-499F-84DA-6C03112FCF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8137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0383" y="642098"/>
            <a:ext cx="7532073" cy="23310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0383" y="3210480"/>
            <a:ext cx="7532073" cy="76521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0382" y="11178057"/>
            <a:ext cx="1964889" cy="6420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4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947423-3505-4722-92E4-D599C55D5BDD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2753" y="11178057"/>
            <a:ext cx="2947333" cy="6420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4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167567" y="11178057"/>
            <a:ext cx="1964889" cy="6420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4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18CE8F-83DF-499F-84DA-6C03112FCF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661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873252" rtl="0" eaLnBrk="1" latinLnBrk="0" hangingPunct="1">
        <a:lnSpc>
          <a:spcPct val="90000"/>
        </a:lnSpc>
        <a:spcBef>
          <a:spcPct val="0"/>
        </a:spcBef>
        <a:buNone/>
        <a:defRPr sz="420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8313" indent="-218313" algn="l" defTabSz="873252" rtl="0" eaLnBrk="1" latinLnBrk="0" hangingPunct="1">
        <a:lnSpc>
          <a:spcPct val="90000"/>
        </a:lnSpc>
        <a:spcBef>
          <a:spcPts val="955"/>
        </a:spcBef>
        <a:buFont typeface="Arial" panose="020B0604020202020204" pitchFamily="34" charset="0"/>
        <a:buChar char="•"/>
        <a:defRPr sz="2674" kern="1200">
          <a:solidFill>
            <a:schemeClr val="tx1"/>
          </a:solidFill>
          <a:latin typeface="+mn-lt"/>
          <a:ea typeface="+mn-ea"/>
          <a:cs typeface="+mn-cs"/>
        </a:defRPr>
      </a:lvl1pPr>
      <a:lvl2pPr marL="654939" indent="-218313" algn="l" defTabSz="873252" rtl="0" eaLnBrk="1" latinLnBrk="0" hangingPunct="1">
        <a:lnSpc>
          <a:spcPct val="90000"/>
        </a:lnSpc>
        <a:spcBef>
          <a:spcPts val="478"/>
        </a:spcBef>
        <a:buFont typeface="Arial" panose="020B0604020202020204" pitchFamily="34" charset="0"/>
        <a:buChar char="•"/>
        <a:defRPr sz="2292" kern="1200">
          <a:solidFill>
            <a:schemeClr val="tx1"/>
          </a:solidFill>
          <a:latin typeface="+mn-lt"/>
          <a:ea typeface="+mn-ea"/>
          <a:cs typeface="+mn-cs"/>
        </a:defRPr>
      </a:lvl2pPr>
      <a:lvl3pPr marL="1091565" indent="-218313" algn="l" defTabSz="873252" rtl="0" eaLnBrk="1" latinLnBrk="0" hangingPunct="1">
        <a:lnSpc>
          <a:spcPct val="90000"/>
        </a:lnSpc>
        <a:spcBef>
          <a:spcPts val="478"/>
        </a:spcBef>
        <a:buFont typeface="Arial" panose="020B0604020202020204" pitchFamily="34" charset="0"/>
        <a:buChar char="•"/>
        <a:defRPr sz="1910" kern="1200">
          <a:solidFill>
            <a:schemeClr val="tx1"/>
          </a:solidFill>
          <a:latin typeface="+mn-lt"/>
          <a:ea typeface="+mn-ea"/>
          <a:cs typeface="+mn-cs"/>
        </a:defRPr>
      </a:lvl3pPr>
      <a:lvl4pPr marL="1528191" indent="-218313" algn="l" defTabSz="873252" rtl="0" eaLnBrk="1" latinLnBrk="0" hangingPunct="1">
        <a:lnSpc>
          <a:spcPct val="90000"/>
        </a:lnSpc>
        <a:spcBef>
          <a:spcPts val="478"/>
        </a:spcBef>
        <a:buFont typeface="Arial" panose="020B0604020202020204" pitchFamily="34" charset="0"/>
        <a:buChar char="•"/>
        <a:defRPr sz="1719" kern="1200">
          <a:solidFill>
            <a:schemeClr val="tx1"/>
          </a:solidFill>
          <a:latin typeface="+mn-lt"/>
          <a:ea typeface="+mn-ea"/>
          <a:cs typeface="+mn-cs"/>
        </a:defRPr>
      </a:lvl4pPr>
      <a:lvl5pPr marL="1964817" indent="-218313" algn="l" defTabSz="873252" rtl="0" eaLnBrk="1" latinLnBrk="0" hangingPunct="1">
        <a:lnSpc>
          <a:spcPct val="90000"/>
        </a:lnSpc>
        <a:spcBef>
          <a:spcPts val="478"/>
        </a:spcBef>
        <a:buFont typeface="Arial" panose="020B0604020202020204" pitchFamily="34" charset="0"/>
        <a:buChar char="•"/>
        <a:defRPr sz="1719" kern="1200">
          <a:solidFill>
            <a:schemeClr val="tx1"/>
          </a:solidFill>
          <a:latin typeface="+mn-lt"/>
          <a:ea typeface="+mn-ea"/>
          <a:cs typeface="+mn-cs"/>
        </a:defRPr>
      </a:lvl5pPr>
      <a:lvl6pPr marL="2401443" indent="-218313" algn="l" defTabSz="873252" rtl="0" eaLnBrk="1" latinLnBrk="0" hangingPunct="1">
        <a:lnSpc>
          <a:spcPct val="90000"/>
        </a:lnSpc>
        <a:spcBef>
          <a:spcPts val="478"/>
        </a:spcBef>
        <a:buFont typeface="Arial" panose="020B0604020202020204" pitchFamily="34" charset="0"/>
        <a:buChar char="•"/>
        <a:defRPr sz="1719" kern="1200">
          <a:solidFill>
            <a:schemeClr val="tx1"/>
          </a:solidFill>
          <a:latin typeface="+mn-lt"/>
          <a:ea typeface="+mn-ea"/>
          <a:cs typeface="+mn-cs"/>
        </a:defRPr>
      </a:lvl6pPr>
      <a:lvl7pPr marL="2838069" indent="-218313" algn="l" defTabSz="873252" rtl="0" eaLnBrk="1" latinLnBrk="0" hangingPunct="1">
        <a:lnSpc>
          <a:spcPct val="90000"/>
        </a:lnSpc>
        <a:spcBef>
          <a:spcPts val="478"/>
        </a:spcBef>
        <a:buFont typeface="Arial" panose="020B0604020202020204" pitchFamily="34" charset="0"/>
        <a:buChar char="•"/>
        <a:defRPr sz="1719" kern="1200">
          <a:solidFill>
            <a:schemeClr val="tx1"/>
          </a:solidFill>
          <a:latin typeface="+mn-lt"/>
          <a:ea typeface="+mn-ea"/>
          <a:cs typeface="+mn-cs"/>
        </a:defRPr>
      </a:lvl7pPr>
      <a:lvl8pPr marL="3274695" indent="-218313" algn="l" defTabSz="873252" rtl="0" eaLnBrk="1" latinLnBrk="0" hangingPunct="1">
        <a:lnSpc>
          <a:spcPct val="90000"/>
        </a:lnSpc>
        <a:spcBef>
          <a:spcPts val="478"/>
        </a:spcBef>
        <a:buFont typeface="Arial" panose="020B0604020202020204" pitchFamily="34" charset="0"/>
        <a:buChar char="•"/>
        <a:defRPr sz="1719" kern="1200">
          <a:solidFill>
            <a:schemeClr val="tx1"/>
          </a:solidFill>
          <a:latin typeface="+mn-lt"/>
          <a:ea typeface="+mn-ea"/>
          <a:cs typeface="+mn-cs"/>
        </a:defRPr>
      </a:lvl8pPr>
      <a:lvl9pPr marL="3711321" indent="-218313" algn="l" defTabSz="873252" rtl="0" eaLnBrk="1" latinLnBrk="0" hangingPunct="1">
        <a:lnSpc>
          <a:spcPct val="90000"/>
        </a:lnSpc>
        <a:spcBef>
          <a:spcPts val="478"/>
        </a:spcBef>
        <a:buFont typeface="Arial" panose="020B0604020202020204" pitchFamily="34" charset="0"/>
        <a:buChar char="•"/>
        <a:defRPr sz="171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73252" rtl="0" eaLnBrk="1" latinLnBrk="0" hangingPunct="1">
        <a:defRPr sz="1719" kern="1200">
          <a:solidFill>
            <a:schemeClr val="tx1"/>
          </a:solidFill>
          <a:latin typeface="+mn-lt"/>
          <a:ea typeface="+mn-ea"/>
          <a:cs typeface="+mn-cs"/>
        </a:defRPr>
      </a:lvl1pPr>
      <a:lvl2pPr marL="436626" algn="l" defTabSz="873252" rtl="0" eaLnBrk="1" latinLnBrk="0" hangingPunct="1">
        <a:defRPr sz="1719" kern="1200">
          <a:solidFill>
            <a:schemeClr val="tx1"/>
          </a:solidFill>
          <a:latin typeface="+mn-lt"/>
          <a:ea typeface="+mn-ea"/>
          <a:cs typeface="+mn-cs"/>
        </a:defRPr>
      </a:lvl2pPr>
      <a:lvl3pPr marL="873252" algn="l" defTabSz="873252" rtl="0" eaLnBrk="1" latinLnBrk="0" hangingPunct="1">
        <a:defRPr sz="1719" kern="1200">
          <a:solidFill>
            <a:schemeClr val="tx1"/>
          </a:solidFill>
          <a:latin typeface="+mn-lt"/>
          <a:ea typeface="+mn-ea"/>
          <a:cs typeface="+mn-cs"/>
        </a:defRPr>
      </a:lvl3pPr>
      <a:lvl4pPr marL="1309878" algn="l" defTabSz="873252" rtl="0" eaLnBrk="1" latinLnBrk="0" hangingPunct="1">
        <a:defRPr sz="1719" kern="1200">
          <a:solidFill>
            <a:schemeClr val="tx1"/>
          </a:solidFill>
          <a:latin typeface="+mn-lt"/>
          <a:ea typeface="+mn-ea"/>
          <a:cs typeface="+mn-cs"/>
        </a:defRPr>
      </a:lvl4pPr>
      <a:lvl5pPr marL="1746504" algn="l" defTabSz="873252" rtl="0" eaLnBrk="1" latinLnBrk="0" hangingPunct="1">
        <a:defRPr sz="1719" kern="1200">
          <a:solidFill>
            <a:schemeClr val="tx1"/>
          </a:solidFill>
          <a:latin typeface="+mn-lt"/>
          <a:ea typeface="+mn-ea"/>
          <a:cs typeface="+mn-cs"/>
        </a:defRPr>
      </a:lvl5pPr>
      <a:lvl6pPr marL="2183130" algn="l" defTabSz="873252" rtl="0" eaLnBrk="1" latinLnBrk="0" hangingPunct="1">
        <a:defRPr sz="1719" kern="1200">
          <a:solidFill>
            <a:schemeClr val="tx1"/>
          </a:solidFill>
          <a:latin typeface="+mn-lt"/>
          <a:ea typeface="+mn-ea"/>
          <a:cs typeface="+mn-cs"/>
        </a:defRPr>
      </a:lvl6pPr>
      <a:lvl7pPr marL="2619756" algn="l" defTabSz="873252" rtl="0" eaLnBrk="1" latinLnBrk="0" hangingPunct="1">
        <a:defRPr sz="1719" kern="1200">
          <a:solidFill>
            <a:schemeClr val="tx1"/>
          </a:solidFill>
          <a:latin typeface="+mn-lt"/>
          <a:ea typeface="+mn-ea"/>
          <a:cs typeface="+mn-cs"/>
        </a:defRPr>
      </a:lvl7pPr>
      <a:lvl8pPr marL="3056382" algn="l" defTabSz="873252" rtl="0" eaLnBrk="1" latinLnBrk="0" hangingPunct="1">
        <a:defRPr sz="1719" kern="1200">
          <a:solidFill>
            <a:schemeClr val="tx1"/>
          </a:solidFill>
          <a:latin typeface="+mn-lt"/>
          <a:ea typeface="+mn-ea"/>
          <a:cs typeface="+mn-cs"/>
        </a:defRPr>
      </a:lvl8pPr>
      <a:lvl9pPr marL="3493008" algn="l" defTabSz="873252" rtl="0" eaLnBrk="1" latinLnBrk="0" hangingPunct="1">
        <a:defRPr sz="171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and red map&#10;&#10;AI-generated content may be incorrect.">
            <a:extLst>
              <a:ext uri="{FF2B5EF4-FFF2-40B4-BE49-F238E27FC236}">
                <a16:creationId xmlns:a16="http://schemas.microsoft.com/office/drawing/2014/main" id="{82D235D7-7B8B-5741-5378-A73A549FDC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163" t="6163" r="31759" b="8682"/>
          <a:stretch>
            <a:fillRect/>
          </a:stretch>
        </p:blipFill>
        <p:spPr>
          <a:xfrm>
            <a:off x="2322183" y="0"/>
            <a:ext cx="1874629" cy="6829425"/>
          </a:xfrm>
          <a:prstGeom prst="rect">
            <a:avLst/>
          </a:prstGeom>
        </p:spPr>
      </p:pic>
      <p:pic>
        <p:nvPicPr>
          <p:cNvPr id="5" name="Picture 4" descr="A blue map with red lines and yellow text&#10;&#10;AI-generated content may be incorrect.">
            <a:extLst>
              <a:ext uri="{FF2B5EF4-FFF2-40B4-BE49-F238E27FC236}">
                <a16:creationId xmlns:a16="http://schemas.microsoft.com/office/drawing/2014/main" id="{242887D5-CB11-3262-104B-B5AE11A5E3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10" t="6101" r="32981" b="8211"/>
          <a:stretch>
            <a:fillRect/>
          </a:stretch>
        </p:blipFill>
        <p:spPr>
          <a:xfrm>
            <a:off x="4151795" y="0"/>
            <a:ext cx="1829611" cy="6858000"/>
          </a:xfrm>
          <a:prstGeom prst="rect">
            <a:avLst/>
          </a:prstGeom>
        </p:spPr>
      </p:pic>
      <p:pic>
        <p:nvPicPr>
          <p:cNvPr id="6" name="Picture 5" descr="A blue and red map&#10;&#10;AI-generated content may be incorrect.">
            <a:extLst>
              <a:ext uri="{FF2B5EF4-FFF2-40B4-BE49-F238E27FC236}">
                <a16:creationId xmlns:a16="http://schemas.microsoft.com/office/drawing/2014/main" id="{BA3B597C-7A76-9AC7-325C-BDC41DFA765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09" t="6160" r="6095" b="8153"/>
          <a:stretch>
            <a:fillRect/>
          </a:stretch>
        </p:blipFill>
        <p:spPr>
          <a:xfrm>
            <a:off x="5975128" y="0"/>
            <a:ext cx="2755917" cy="6858000"/>
          </a:xfrm>
          <a:prstGeom prst="rect">
            <a:avLst/>
          </a:prstGeom>
        </p:spPr>
      </p:pic>
      <p:pic>
        <p:nvPicPr>
          <p:cNvPr id="7" name="Picture 6" descr="A diagram of a sea level&#10;&#10;AI-generated content may be incorrect.">
            <a:extLst>
              <a:ext uri="{FF2B5EF4-FFF2-40B4-BE49-F238E27FC236}">
                <a16:creationId xmlns:a16="http://schemas.microsoft.com/office/drawing/2014/main" id="{47291AA5-6C57-439B-8E2F-9025BED49AD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28" r="32722" b="8211"/>
          <a:stretch>
            <a:fillRect/>
          </a:stretch>
        </p:blipFill>
        <p:spPr>
          <a:xfrm>
            <a:off x="1770" y="0"/>
            <a:ext cx="2308812" cy="6861367"/>
          </a:xfrm>
          <a:prstGeom prst="rect">
            <a:avLst/>
          </a:prstGeom>
        </p:spPr>
      </p:pic>
      <p:pic>
        <p:nvPicPr>
          <p:cNvPr id="8" name="Picture 7" descr="A blue and orange graph&#10;&#10;AI-generated content may be incorrect.">
            <a:extLst>
              <a:ext uri="{FF2B5EF4-FFF2-40B4-BE49-F238E27FC236}">
                <a16:creationId xmlns:a16="http://schemas.microsoft.com/office/drawing/2014/main" id="{E14AF7B2-BDA1-03DD-5B9F-F94A5E9108B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56" r="4851"/>
          <a:stretch>
            <a:fillRect/>
          </a:stretch>
        </p:blipFill>
        <p:spPr>
          <a:xfrm>
            <a:off x="-1" y="6771969"/>
            <a:ext cx="8731045" cy="529173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780CF14-BCDE-AEE4-3762-C1201EC791C5}"/>
              </a:ext>
            </a:extLst>
          </p:cNvPr>
          <p:cNvSpPr txBox="1"/>
          <p:nvPr/>
        </p:nvSpPr>
        <p:spPr>
          <a:xfrm>
            <a:off x="-9832" y="-108157"/>
            <a:ext cx="3834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DE62D3F-860A-B8A8-A528-A465A1648FDE}"/>
              </a:ext>
            </a:extLst>
          </p:cNvPr>
          <p:cNvSpPr txBox="1"/>
          <p:nvPr/>
        </p:nvSpPr>
        <p:spPr>
          <a:xfrm>
            <a:off x="0" y="6824233"/>
            <a:ext cx="3946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b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3174BB3-088A-A5B0-F8C5-089FC7AB9A30}"/>
              </a:ext>
            </a:extLst>
          </p:cNvPr>
          <p:cNvSpPr/>
          <p:nvPr/>
        </p:nvSpPr>
        <p:spPr>
          <a:xfrm>
            <a:off x="1872433" y="6637313"/>
            <a:ext cx="6713064" cy="1869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F9AA4A4-DCEB-863B-03BC-A377267DD243}"/>
              </a:ext>
            </a:extLst>
          </p:cNvPr>
          <p:cNvSpPr txBox="1"/>
          <p:nvPr/>
        </p:nvSpPr>
        <p:spPr>
          <a:xfrm>
            <a:off x="2310582" y="6571847"/>
            <a:ext cx="49244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20°E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22BC8B8-3691-C6BB-1E28-01F16EB58015}"/>
              </a:ext>
            </a:extLst>
          </p:cNvPr>
          <p:cNvSpPr txBox="1"/>
          <p:nvPr/>
        </p:nvSpPr>
        <p:spPr>
          <a:xfrm>
            <a:off x="3732082" y="6571847"/>
            <a:ext cx="49244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40°E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6B7E23F-F303-43E2-A079-43D145FFF401}"/>
              </a:ext>
            </a:extLst>
          </p:cNvPr>
          <p:cNvSpPr txBox="1"/>
          <p:nvPr/>
        </p:nvSpPr>
        <p:spPr>
          <a:xfrm>
            <a:off x="1893477" y="6571847"/>
            <a:ext cx="49244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40°E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3E6E455-8DED-444D-9CFB-64DAB56D2901}"/>
              </a:ext>
            </a:extLst>
          </p:cNvPr>
          <p:cNvSpPr txBox="1"/>
          <p:nvPr/>
        </p:nvSpPr>
        <p:spPr>
          <a:xfrm>
            <a:off x="5951957" y="6571847"/>
            <a:ext cx="49244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20°E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1B3FD0D-B13A-DDD3-8A33-3CBCFEC0FE51}"/>
              </a:ext>
            </a:extLst>
          </p:cNvPr>
          <p:cNvSpPr txBox="1"/>
          <p:nvPr/>
        </p:nvSpPr>
        <p:spPr>
          <a:xfrm>
            <a:off x="5534852" y="6571847"/>
            <a:ext cx="49244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40°E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F638843-0E92-1D3F-425A-E2AA04AA9CDC}"/>
              </a:ext>
            </a:extLst>
          </p:cNvPr>
          <p:cNvSpPr txBox="1"/>
          <p:nvPr/>
        </p:nvSpPr>
        <p:spPr>
          <a:xfrm>
            <a:off x="4081957" y="6571847"/>
            <a:ext cx="49244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20°E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9204443-B12D-4359-7CAD-E1AF592F9A12}"/>
              </a:ext>
            </a:extLst>
          </p:cNvPr>
          <p:cNvSpPr txBox="1"/>
          <p:nvPr/>
        </p:nvSpPr>
        <p:spPr>
          <a:xfrm>
            <a:off x="7429730" y="6571847"/>
            <a:ext cx="49244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40°E</a:t>
            </a:r>
          </a:p>
        </p:txBody>
      </p:sp>
    </p:spTree>
    <p:extLst>
      <p:ext uri="{BB962C8B-B14F-4D97-AF65-F5344CB8AC3E}">
        <p14:creationId xmlns:p14="http://schemas.microsoft.com/office/powerpoint/2010/main" val="1033740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</TotalTime>
  <Words>23</Words>
  <Application>Microsoft Office PowerPoint</Application>
  <PresentationFormat>Custom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Stephanie O'Daly</dc:creator>
  <cp:lastModifiedBy>Stephanie O'Daly</cp:lastModifiedBy>
  <cp:revision>1</cp:revision>
  <dcterms:created xsi:type="dcterms:W3CDTF">2025-10-03T18:00:42Z</dcterms:created>
  <dcterms:modified xsi:type="dcterms:W3CDTF">2025-10-03T18:01:59Z</dcterms:modified>
</cp:coreProperties>
</file>