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5293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5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9704" y="1122363"/>
            <a:ext cx="5549980" cy="2387600"/>
          </a:xfrm>
        </p:spPr>
        <p:txBody>
          <a:bodyPr anchor="b"/>
          <a:lstStyle>
            <a:lvl1pPr algn="ctr">
              <a:defRPr sz="42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6174" y="3602038"/>
            <a:ext cx="4897041" cy="1655762"/>
          </a:xfrm>
        </p:spPr>
        <p:txBody>
          <a:bodyPr/>
          <a:lstStyle>
            <a:lvl1pPr marL="0" indent="0" algn="ctr">
              <a:buNone/>
              <a:defRPr sz="1714"/>
            </a:lvl1pPr>
            <a:lvl2pPr marL="326487" indent="0" algn="ctr">
              <a:buNone/>
              <a:defRPr sz="1428"/>
            </a:lvl2pPr>
            <a:lvl3pPr marL="652973" indent="0" algn="ctr">
              <a:buNone/>
              <a:defRPr sz="1285"/>
            </a:lvl3pPr>
            <a:lvl4pPr marL="979460" indent="0" algn="ctr">
              <a:buNone/>
              <a:defRPr sz="1143"/>
            </a:lvl4pPr>
            <a:lvl5pPr marL="1305946" indent="0" algn="ctr">
              <a:buNone/>
              <a:defRPr sz="1143"/>
            </a:lvl5pPr>
            <a:lvl6pPr marL="1632433" indent="0" algn="ctr">
              <a:buNone/>
              <a:defRPr sz="1143"/>
            </a:lvl6pPr>
            <a:lvl7pPr marL="1958919" indent="0" algn="ctr">
              <a:buNone/>
              <a:defRPr sz="1143"/>
            </a:lvl7pPr>
            <a:lvl8pPr marL="2285406" indent="0" algn="ctr">
              <a:buNone/>
              <a:defRPr sz="1143"/>
            </a:lvl8pPr>
            <a:lvl9pPr marL="2611892" indent="0" algn="ctr">
              <a:buNone/>
              <a:defRPr sz="114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0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1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495" y="1709740"/>
            <a:ext cx="5631597" cy="2852737"/>
          </a:xfrm>
        </p:spPr>
        <p:txBody>
          <a:bodyPr anchor="b"/>
          <a:lstStyle>
            <a:lvl1pPr>
              <a:defRPr sz="42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495" y="4589465"/>
            <a:ext cx="5631597" cy="1500187"/>
          </a:xfrm>
        </p:spPr>
        <p:txBody>
          <a:bodyPr/>
          <a:lstStyle>
            <a:lvl1pPr marL="0" indent="0">
              <a:buNone/>
              <a:defRPr sz="1714">
                <a:solidFill>
                  <a:schemeClr val="tx1"/>
                </a:solidFill>
              </a:defRPr>
            </a:lvl1pPr>
            <a:lvl2pPr marL="32648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2pPr>
            <a:lvl3pPr marL="652973" indent="0">
              <a:buNone/>
              <a:defRPr sz="1285">
                <a:solidFill>
                  <a:schemeClr val="tx1">
                    <a:tint val="75000"/>
                  </a:schemeClr>
                </a:solidFill>
              </a:defRPr>
            </a:lvl3pPr>
            <a:lvl4pPr marL="979460" indent="0">
              <a:buNone/>
              <a:defRPr sz="1143">
                <a:solidFill>
                  <a:schemeClr val="tx1">
                    <a:tint val="75000"/>
                  </a:schemeClr>
                </a:solidFill>
              </a:defRPr>
            </a:lvl4pPr>
            <a:lvl5pPr marL="1305946" indent="0">
              <a:buNone/>
              <a:defRPr sz="1143">
                <a:solidFill>
                  <a:schemeClr val="tx1">
                    <a:tint val="75000"/>
                  </a:schemeClr>
                </a:solidFill>
              </a:defRPr>
            </a:lvl5pPr>
            <a:lvl6pPr marL="1632433" indent="0">
              <a:buNone/>
              <a:defRPr sz="1143">
                <a:solidFill>
                  <a:schemeClr val="tx1">
                    <a:tint val="75000"/>
                  </a:schemeClr>
                </a:solidFill>
              </a:defRPr>
            </a:lvl6pPr>
            <a:lvl7pPr marL="1958919" indent="0">
              <a:buNone/>
              <a:defRPr sz="1143">
                <a:solidFill>
                  <a:schemeClr val="tx1">
                    <a:tint val="75000"/>
                  </a:schemeClr>
                </a:solidFill>
              </a:defRPr>
            </a:lvl7pPr>
            <a:lvl8pPr marL="2285406" indent="0">
              <a:buNone/>
              <a:defRPr sz="1143">
                <a:solidFill>
                  <a:schemeClr val="tx1">
                    <a:tint val="75000"/>
                  </a:schemeClr>
                </a:solidFill>
              </a:defRPr>
            </a:lvl8pPr>
            <a:lvl9pPr marL="2611892" indent="0">
              <a:buNone/>
              <a:defRPr sz="11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68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8895" y="1825625"/>
            <a:ext cx="277499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05503" y="1825625"/>
            <a:ext cx="277499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746" y="365127"/>
            <a:ext cx="563159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746" y="1681163"/>
            <a:ext cx="2762237" cy="823912"/>
          </a:xfrm>
        </p:spPr>
        <p:txBody>
          <a:bodyPr anchor="b"/>
          <a:lstStyle>
            <a:lvl1pPr marL="0" indent="0">
              <a:buNone/>
              <a:defRPr sz="1714" b="1"/>
            </a:lvl1pPr>
            <a:lvl2pPr marL="326487" indent="0">
              <a:buNone/>
              <a:defRPr sz="1428" b="1"/>
            </a:lvl2pPr>
            <a:lvl3pPr marL="652973" indent="0">
              <a:buNone/>
              <a:defRPr sz="1285" b="1"/>
            </a:lvl3pPr>
            <a:lvl4pPr marL="979460" indent="0">
              <a:buNone/>
              <a:defRPr sz="1143" b="1"/>
            </a:lvl4pPr>
            <a:lvl5pPr marL="1305946" indent="0">
              <a:buNone/>
              <a:defRPr sz="1143" b="1"/>
            </a:lvl5pPr>
            <a:lvl6pPr marL="1632433" indent="0">
              <a:buNone/>
              <a:defRPr sz="1143" b="1"/>
            </a:lvl6pPr>
            <a:lvl7pPr marL="1958919" indent="0">
              <a:buNone/>
              <a:defRPr sz="1143" b="1"/>
            </a:lvl7pPr>
            <a:lvl8pPr marL="2285406" indent="0">
              <a:buNone/>
              <a:defRPr sz="1143" b="1"/>
            </a:lvl8pPr>
            <a:lvl9pPr marL="2611892" indent="0">
              <a:buNone/>
              <a:defRPr sz="114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746" y="2505075"/>
            <a:ext cx="27622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5503" y="1681163"/>
            <a:ext cx="2775840" cy="823912"/>
          </a:xfrm>
        </p:spPr>
        <p:txBody>
          <a:bodyPr anchor="b"/>
          <a:lstStyle>
            <a:lvl1pPr marL="0" indent="0">
              <a:buNone/>
              <a:defRPr sz="1714" b="1"/>
            </a:lvl1pPr>
            <a:lvl2pPr marL="326487" indent="0">
              <a:buNone/>
              <a:defRPr sz="1428" b="1"/>
            </a:lvl2pPr>
            <a:lvl3pPr marL="652973" indent="0">
              <a:buNone/>
              <a:defRPr sz="1285" b="1"/>
            </a:lvl3pPr>
            <a:lvl4pPr marL="979460" indent="0">
              <a:buNone/>
              <a:defRPr sz="1143" b="1"/>
            </a:lvl4pPr>
            <a:lvl5pPr marL="1305946" indent="0">
              <a:buNone/>
              <a:defRPr sz="1143" b="1"/>
            </a:lvl5pPr>
            <a:lvl6pPr marL="1632433" indent="0">
              <a:buNone/>
              <a:defRPr sz="1143" b="1"/>
            </a:lvl6pPr>
            <a:lvl7pPr marL="1958919" indent="0">
              <a:buNone/>
              <a:defRPr sz="1143" b="1"/>
            </a:lvl7pPr>
            <a:lvl8pPr marL="2285406" indent="0">
              <a:buNone/>
              <a:defRPr sz="1143" b="1"/>
            </a:lvl8pPr>
            <a:lvl9pPr marL="2611892" indent="0">
              <a:buNone/>
              <a:defRPr sz="114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05503" y="2505075"/>
            <a:ext cx="27758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27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12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79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746" y="457200"/>
            <a:ext cx="2105898" cy="1600200"/>
          </a:xfrm>
        </p:spPr>
        <p:txBody>
          <a:bodyPr anchor="b"/>
          <a:lstStyle>
            <a:lvl1pPr>
              <a:defRPr sz="22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5840" y="987427"/>
            <a:ext cx="3305503" cy="4873625"/>
          </a:xfrm>
        </p:spPr>
        <p:txBody>
          <a:bodyPr/>
          <a:lstStyle>
            <a:lvl1pPr>
              <a:defRPr sz="2285"/>
            </a:lvl1pPr>
            <a:lvl2pPr>
              <a:defRPr sz="1999"/>
            </a:lvl2pPr>
            <a:lvl3pPr>
              <a:defRPr sz="1714"/>
            </a:lvl3pPr>
            <a:lvl4pPr>
              <a:defRPr sz="1428"/>
            </a:lvl4pPr>
            <a:lvl5pPr>
              <a:defRPr sz="1428"/>
            </a:lvl5pPr>
            <a:lvl6pPr>
              <a:defRPr sz="1428"/>
            </a:lvl6pPr>
            <a:lvl7pPr>
              <a:defRPr sz="1428"/>
            </a:lvl7pPr>
            <a:lvl8pPr>
              <a:defRPr sz="1428"/>
            </a:lvl8pPr>
            <a:lvl9pPr>
              <a:defRPr sz="14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746" y="2057400"/>
            <a:ext cx="2105898" cy="3811588"/>
          </a:xfrm>
        </p:spPr>
        <p:txBody>
          <a:bodyPr/>
          <a:lstStyle>
            <a:lvl1pPr marL="0" indent="0">
              <a:buNone/>
              <a:defRPr sz="1143"/>
            </a:lvl1pPr>
            <a:lvl2pPr marL="326487" indent="0">
              <a:buNone/>
              <a:defRPr sz="1000"/>
            </a:lvl2pPr>
            <a:lvl3pPr marL="652973" indent="0">
              <a:buNone/>
              <a:defRPr sz="857"/>
            </a:lvl3pPr>
            <a:lvl4pPr marL="979460" indent="0">
              <a:buNone/>
              <a:defRPr sz="714"/>
            </a:lvl4pPr>
            <a:lvl5pPr marL="1305946" indent="0">
              <a:buNone/>
              <a:defRPr sz="714"/>
            </a:lvl5pPr>
            <a:lvl6pPr marL="1632433" indent="0">
              <a:buNone/>
              <a:defRPr sz="714"/>
            </a:lvl6pPr>
            <a:lvl7pPr marL="1958919" indent="0">
              <a:buNone/>
              <a:defRPr sz="714"/>
            </a:lvl7pPr>
            <a:lvl8pPr marL="2285406" indent="0">
              <a:buNone/>
              <a:defRPr sz="714"/>
            </a:lvl8pPr>
            <a:lvl9pPr marL="2611892" indent="0">
              <a:buNone/>
              <a:defRPr sz="7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20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746" y="457200"/>
            <a:ext cx="2105898" cy="1600200"/>
          </a:xfrm>
        </p:spPr>
        <p:txBody>
          <a:bodyPr anchor="b"/>
          <a:lstStyle>
            <a:lvl1pPr>
              <a:defRPr sz="22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75840" y="987427"/>
            <a:ext cx="3305503" cy="4873625"/>
          </a:xfrm>
        </p:spPr>
        <p:txBody>
          <a:bodyPr anchor="t"/>
          <a:lstStyle>
            <a:lvl1pPr marL="0" indent="0">
              <a:buNone/>
              <a:defRPr sz="2285"/>
            </a:lvl1pPr>
            <a:lvl2pPr marL="326487" indent="0">
              <a:buNone/>
              <a:defRPr sz="1999"/>
            </a:lvl2pPr>
            <a:lvl3pPr marL="652973" indent="0">
              <a:buNone/>
              <a:defRPr sz="1714"/>
            </a:lvl3pPr>
            <a:lvl4pPr marL="979460" indent="0">
              <a:buNone/>
              <a:defRPr sz="1428"/>
            </a:lvl4pPr>
            <a:lvl5pPr marL="1305946" indent="0">
              <a:buNone/>
              <a:defRPr sz="1428"/>
            </a:lvl5pPr>
            <a:lvl6pPr marL="1632433" indent="0">
              <a:buNone/>
              <a:defRPr sz="1428"/>
            </a:lvl6pPr>
            <a:lvl7pPr marL="1958919" indent="0">
              <a:buNone/>
              <a:defRPr sz="1428"/>
            </a:lvl7pPr>
            <a:lvl8pPr marL="2285406" indent="0">
              <a:buNone/>
              <a:defRPr sz="1428"/>
            </a:lvl8pPr>
            <a:lvl9pPr marL="2611892" indent="0">
              <a:buNone/>
              <a:defRPr sz="142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746" y="2057400"/>
            <a:ext cx="2105898" cy="3811588"/>
          </a:xfrm>
        </p:spPr>
        <p:txBody>
          <a:bodyPr/>
          <a:lstStyle>
            <a:lvl1pPr marL="0" indent="0">
              <a:buNone/>
              <a:defRPr sz="1143"/>
            </a:lvl1pPr>
            <a:lvl2pPr marL="326487" indent="0">
              <a:buNone/>
              <a:defRPr sz="1000"/>
            </a:lvl2pPr>
            <a:lvl3pPr marL="652973" indent="0">
              <a:buNone/>
              <a:defRPr sz="857"/>
            </a:lvl3pPr>
            <a:lvl4pPr marL="979460" indent="0">
              <a:buNone/>
              <a:defRPr sz="714"/>
            </a:lvl4pPr>
            <a:lvl5pPr marL="1305946" indent="0">
              <a:buNone/>
              <a:defRPr sz="714"/>
            </a:lvl5pPr>
            <a:lvl6pPr marL="1632433" indent="0">
              <a:buNone/>
              <a:defRPr sz="714"/>
            </a:lvl6pPr>
            <a:lvl7pPr marL="1958919" indent="0">
              <a:buNone/>
              <a:defRPr sz="714"/>
            </a:lvl7pPr>
            <a:lvl8pPr marL="2285406" indent="0">
              <a:buNone/>
              <a:defRPr sz="714"/>
            </a:lvl8pPr>
            <a:lvl9pPr marL="2611892" indent="0">
              <a:buNone/>
              <a:defRPr sz="7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5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72594" y="365125"/>
            <a:ext cx="140789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8896" y="365125"/>
            <a:ext cx="414208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60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8896" y="365127"/>
            <a:ext cx="56315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896" y="1825625"/>
            <a:ext cx="563159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8896" y="6356352"/>
            <a:ext cx="14691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5E723-C5EC-4343-A8DA-4AA1F709967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62860" y="6356352"/>
            <a:ext cx="2203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11380" y="6356352"/>
            <a:ext cx="14691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AE000-3D0E-4675-9A68-661B703FD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8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52973" rtl="0" eaLnBrk="1" latinLnBrk="0" hangingPunct="1">
        <a:lnSpc>
          <a:spcPct val="90000"/>
        </a:lnSpc>
        <a:spcBef>
          <a:spcPct val="0"/>
        </a:spcBef>
        <a:buNone/>
        <a:defRPr sz="314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243" indent="-163243" algn="l" defTabSz="652973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489730" indent="-163243" algn="l" defTabSz="652973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714" kern="1200">
          <a:solidFill>
            <a:schemeClr val="tx1"/>
          </a:solidFill>
          <a:latin typeface="+mn-lt"/>
          <a:ea typeface="+mn-ea"/>
          <a:cs typeface="+mn-cs"/>
        </a:defRPr>
      </a:lvl2pPr>
      <a:lvl3pPr marL="816216" indent="-163243" algn="l" defTabSz="652973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142703" indent="-163243" algn="l" defTabSz="652973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4pPr>
      <a:lvl5pPr marL="1469189" indent="-163243" algn="l" defTabSz="652973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676" indent="-163243" algn="l" defTabSz="652973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6pPr>
      <a:lvl7pPr marL="2122162" indent="-163243" algn="l" defTabSz="652973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7pPr>
      <a:lvl8pPr marL="2448649" indent="-163243" algn="l" defTabSz="652973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8pPr>
      <a:lvl9pPr marL="2775135" indent="-163243" algn="l" defTabSz="652973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2973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1pPr>
      <a:lvl2pPr marL="326487" algn="l" defTabSz="652973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2pPr>
      <a:lvl3pPr marL="652973" algn="l" defTabSz="652973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3pPr>
      <a:lvl4pPr marL="979460" algn="l" defTabSz="652973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4pPr>
      <a:lvl5pPr marL="1305946" algn="l" defTabSz="652973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5pPr>
      <a:lvl6pPr marL="1632433" algn="l" defTabSz="652973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6pPr>
      <a:lvl7pPr marL="1958919" algn="l" defTabSz="652973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7pPr>
      <a:lvl8pPr marL="2285406" algn="l" defTabSz="652973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8pPr>
      <a:lvl9pPr marL="2611892" algn="l" defTabSz="652973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26" Type="http://schemas.openxmlformats.org/officeDocument/2006/relationships/image" Target="../media/image25.jpg"/><Relationship Id="rId3" Type="http://schemas.openxmlformats.org/officeDocument/2006/relationships/image" Target="../media/image2.jpg"/><Relationship Id="rId21" Type="http://schemas.openxmlformats.org/officeDocument/2006/relationships/image" Target="../media/image20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Relationship Id="rId22" Type="http://schemas.openxmlformats.org/officeDocument/2006/relationships/image" Target="../media/image21.jpg"/><Relationship Id="rId27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AC6E68-0FE3-BBD1-E004-FA36CB2917B3}"/>
              </a:ext>
            </a:extLst>
          </p:cNvPr>
          <p:cNvSpPr/>
          <p:nvPr/>
        </p:nvSpPr>
        <p:spPr>
          <a:xfrm>
            <a:off x="0" y="0"/>
            <a:ext cx="1583558" cy="685799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7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3DD6D91-063A-AD77-3085-C412A0F0F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96" y="31341"/>
            <a:ext cx="1010140" cy="13322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AF9066-263D-BE2A-92DA-90B8F3076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062" y="15248"/>
            <a:ext cx="1010140" cy="130644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37AB9AB-22C8-3F03-F1F9-3FD8526C9B0C}"/>
              </a:ext>
            </a:extLst>
          </p:cNvPr>
          <p:cNvGrpSpPr/>
          <p:nvPr/>
        </p:nvGrpSpPr>
        <p:grpSpPr>
          <a:xfrm>
            <a:off x="3449740" y="39437"/>
            <a:ext cx="1237601" cy="1306447"/>
            <a:chOff x="6033563" y="156383"/>
            <a:chExt cx="896931" cy="92392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764D8D0-1759-7A8F-139E-8CF8E986A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45" t="24565" r="31307" b="23563"/>
            <a:stretch/>
          </p:blipFill>
          <p:spPr>
            <a:xfrm>
              <a:off x="6033563" y="156383"/>
              <a:ext cx="896931" cy="9239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A251882-2CF0-43A0-8E77-63AD5AB3A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80617" r="68620"/>
            <a:stretch/>
          </p:blipFill>
          <p:spPr>
            <a:xfrm>
              <a:off x="6068007" y="692993"/>
              <a:ext cx="600760" cy="34525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9CB2F7-5ABE-B1A8-617E-1490AEF58936}"/>
              </a:ext>
            </a:extLst>
          </p:cNvPr>
          <p:cNvGrpSpPr/>
          <p:nvPr/>
        </p:nvGrpSpPr>
        <p:grpSpPr>
          <a:xfrm>
            <a:off x="4726034" y="57893"/>
            <a:ext cx="682463" cy="1302850"/>
            <a:chOff x="5324499" y="79330"/>
            <a:chExt cx="682463" cy="130285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F1AC44-5189-7D95-6727-7FEBAD030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367" r="17882" b="28551"/>
            <a:stretch/>
          </p:blipFill>
          <p:spPr>
            <a:xfrm>
              <a:off x="5326472" y="79330"/>
              <a:ext cx="680490" cy="127863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E82A689-5500-53A8-928B-586D7AEBF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7376" r="17882"/>
            <a:stretch/>
          </p:blipFill>
          <p:spPr>
            <a:xfrm>
              <a:off x="5324499" y="998621"/>
              <a:ext cx="680490" cy="383559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E9A9D2-C19B-62A7-5074-3897F65A6112}"/>
              </a:ext>
            </a:extLst>
          </p:cNvPr>
          <p:cNvGrpSpPr/>
          <p:nvPr/>
        </p:nvGrpSpPr>
        <p:grpSpPr>
          <a:xfrm>
            <a:off x="5625705" y="111968"/>
            <a:ext cx="765769" cy="1183458"/>
            <a:chOff x="9391210" y="207832"/>
            <a:chExt cx="528578" cy="103015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998C118-3EBF-694D-961D-6F91BEAE4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552" r="-1647" b="20669"/>
            <a:stretch/>
          </p:blipFill>
          <p:spPr>
            <a:xfrm>
              <a:off x="9396968" y="207832"/>
              <a:ext cx="522820" cy="103015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B6815AE-6DA3-E856-3272-F8109CE5E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115" r="-1647"/>
            <a:stretch/>
          </p:blipFill>
          <p:spPr>
            <a:xfrm>
              <a:off x="9391210" y="854426"/>
              <a:ext cx="522820" cy="383559"/>
            </a:xfrm>
            <a:prstGeom prst="rect">
              <a:avLst/>
            </a:prstGeom>
          </p:spPr>
        </p:pic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1027E7DE-CFC7-3A1B-BCC1-D5CA6954F2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355" y="1438785"/>
            <a:ext cx="914400" cy="12382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24F9089-206A-8FE5-7281-EB343D4F28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041" y="1424743"/>
            <a:ext cx="1117913" cy="1320202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B15E8C9-F893-9D19-6FC7-48F0FA8D5C74}"/>
              </a:ext>
            </a:extLst>
          </p:cNvPr>
          <p:cNvGrpSpPr/>
          <p:nvPr/>
        </p:nvGrpSpPr>
        <p:grpSpPr>
          <a:xfrm>
            <a:off x="1663170" y="1383373"/>
            <a:ext cx="488726" cy="1268206"/>
            <a:chOff x="2426133" y="1376824"/>
            <a:chExt cx="488726" cy="126820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3E14FFB-C203-D94E-B0BB-B0153EFEE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077"/>
            <a:stretch/>
          </p:blipFill>
          <p:spPr>
            <a:xfrm>
              <a:off x="2426133" y="1376824"/>
              <a:ext cx="485775" cy="1238251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D5CA3DF-442B-BB5C-6891-6B1E35A60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1837"/>
            <a:stretch/>
          </p:blipFill>
          <p:spPr>
            <a:xfrm>
              <a:off x="2429084" y="2352653"/>
              <a:ext cx="485775" cy="29237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78F3B7B-75E2-65C0-EBEA-11538E750190}"/>
              </a:ext>
            </a:extLst>
          </p:cNvPr>
          <p:cNvGrpSpPr/>
          <p:nvPr/>
        </p:nvGrpSpPr>
        <p:grpSpPr>
          <a:xfrm>
            <a:off x="3337652" y="1450272"/>
            <a:ext cx="1007151" cy="1231968"/>
            <a:chOff x="5660241" y="2174034"/>
            <a:chExt cx="1007151" cy="123196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5D76082-9ED4-2A27-B6F7-15F4EE327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56" b="27241"/>
            <a:stretch/>
          </p:blipFill>
          <p:spPr>
            <a:xfrm>
              <a:off x="5660241" y="2174034"/>
              <a:ext cx="1000125" cy="123196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08BAAC9-DDCE-EF5E-B4BD-73F1A9E34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042"/>
            <a:stretch/>
          </p:blipFill>
          <p:spPr>
            <a:xfrm>
              <a:off x="5667267" y="3083653"/>
              <a:ext cx="1000125" cy="322348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DA6D65D-B0DE-4500-2C05-3B58AED57D4A}"/>
              </a:ext>
            </a:extLst>
          </p:cNvPr>
          <p:cNvGrpSpPr/>
          <p:nvPr/>
        </p:nvGrpSpPr>
        <p:grpSpPr>
          <a:xfrm>
            <a:off x="5396215" y="1490845"/>
            <a:ext cx="1132810" cy="1156110"/>
            <a:chOff x="5351954" y="1712479"/>
            <a:chExt cx="955541" cy="96953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6E5C94B-6792-1F37-B114-31A0EF696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689" b="22082"/>
            <a:stretch/>
          </p:blipFill>
          <p:spPr>
            <a:xfrm>
              <a:off x="5351954" y="1712479"/>
              <a:ext cx="942975" cy="96953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36C47EC-1672-6E27-F3E5-7EF170F82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9447"/>
            <a:stretch/>
          </p:blipFill>
          <p:spPr>
            <a:xfrm>
              <a:off x="5364520" y="2320725"/>
              <a:ext cx="942975" cy="330854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87207F8-52DA-E600-E978-F7A467CB2DB2}"/>
              </a:ext>
            </a:extLst>
          </p:cNvPr>
          <p:cNvGrpSpPr/>
          <p:nvPr/>
        </p:nvGrpSpPr>
        <p:grpSpPr>
          <a:xfrm>
            <a:off x="1588374" y="2883894"/>
            <a:ext cx="614008" cy="1024040"/>
            <a:chOff x="1985843" y="2915235"/>
            <a:chExt cx="614008" cy="1024040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D5B236D8-32A8-A744-664D-5CACDC2FA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24" t="10081" r="18589" b="20106"/>
            <a:stretch/>
          </p:blipFill>
          <p:spPr>
            <a:xfrm>
              <a:off x="2023210" y="2915235"/>
              <a:ext cx="548587" cy="102404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E61700F0-74ED-D393-61A0-732210272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356" r="41925"/>
            <a:stretch/>
          </p:blipFill>
          <p:spPr>
            <a:xfrm>
              <a:off x="1985843" y="3565840"/>
              <a:ext cx="614008" cy="346820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AF4488F-2EE2-F101-8C49-30E1994B0C06}"/>
              </a:ext>
            </a:extLst>
          </p:cNvPr>
          <p:cNvGrpSpPr/>
          <p:nvPr/>
        </p:nvGrpSpPr>
        <p:grpSpPr>
          <a:xfrm>
            <a:off x="2211531" y="2867965"/>
            <a:ext cx="865181" cy="997425"/>
            <a:chOff x="2721561" y="2883894"/>
            <a:chExt cx="865181" cy="997425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A0A34611-A313-B148-8D72-79C716C7B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21" t="22236" r="19212" b="21676"/>
            <a:stretch/>
          </p:blipFill>
          <p:spPr>
            <a:xfrm>
              <a:off x="2721561" y="2883894"/>
              <a:ext cx="865181" cy="997425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BB3332DC-4B19-CE5A-4293-5176DB507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9364" r="37557"/>
            <a:stretch/>
          </p:blipFill>
          <p:spPr>
            <a:xfrm>
              <a:off x="2760772" y="3504314"/>
              <a:ext cx="772151" cy="366976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BAADE37-CA89-C112-7A68-B5FDB71F6BD0}"/>
              </a:ext>
            </a:extLst>
          </p:cNvPr>
          <p:cNvGrpSpPr/>
          <p:nvPr/>
        </p:nvGrpSpPr>
        <p:grpSpPr>
          <a:xfrm>
            <a:off x="2907716" y="2799741"/>
            <a:ext cx="982656" cy="1206918"/>
            <a:chOff x="3704685" y="2835760"/>
            <a:chExt cx="982656" cy="1206918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D4B5D0C-875B-0253-9AE6-F4855A0D2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14" t="3637" r="19555" b="23579"/>
            <a:stretch/>
          </p:blipFill>
          <p:spPr>
            <a:xfrm>
              <a:off x="3704685" y="2835760"/>
              <a:ext cx="982656" cy="1206918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0FA6336E-44E1-99D5-B392-2CE961E40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491" r="50818"/>
            <a:stretch/>
          </p:blipFill>
          <p:spPr>
            <a:xfrm>
              <a:off x="3727283" y="3593484"/>
              <a:ext cx="672816" cy="406406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FDD3EAC-376D-319B-B9B3-8F02227C32C6}"/>
              </a:ext>
            </a:extLst>
          </p:cNvPr>
          <p:cNvSpPr txBox="1"/>
          <p:nvPr/>
        </p:nvSpPr>
        <p:spPr>
          <a:xfrm>
            <a:off x="83974" y="5967899"/>
            <a:ext cx="1462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 – 1000 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3ACDCA-A947-529D-4FED-13B327A88BE3}"/>
              </a:ext>
            </a:extLst>
          </p:cNvPr>
          <p:cNvCxnSpPr>
            <a:cxnSpLocks/>
          </p:cNvCxnSpPr>
          <p:nvPr/>
        </p:nvCxnSpPr>
        <p:spPr>
          <a:xfrm flipV="1">
            <a:off x="0" y="5474627"/>
            <a:ext cx="6529388" cy="124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C2C909-D486-E4B2-CA07-3B8AF8C47276}"/>
              </a:ext>
            </a:extLst>
          </p:cNvPr>
          <p:cNvSpPr txBox="1"/>
          <p:nvPr/>
        </p:nvSpPr>
        <p:spPr>
          <a:xfrm>
            <a:off x="133733" y="4603014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800 – 899 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27F2CC-3CD4-A58A-E364-BF354451037A}"/>
              </a:ext>
            </a:extLst>
          </p:cNvPr>
          <p:cNvCxnSpPr>
            <a:cxnSpLocks/>
          </p:cNvCxnSpPr>
          <p:nvPr/>
        </p:nvCxnSpPr>
        <p:spPr>
          <a:xfrm>
            <a:off x="0" y="4105383"/>
            <a:ext cx="65293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FDF014-A083-1726-EC2F-9E3EDE35E94D}"/>
              </a:ext>
            </a:extLst>
          </p:cNvPr>
          <p:cNvSpPr txBox="1"/>
          <p:nvPr/>
        </p:nvSpPr>
        <p:spPr>
          <a:xfrm>
            <a:off x="127506" y="323812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700 – 799 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773BB1-CDF8-4D64-1E98-D0FE1E8D4231}"/>
              </a:ext>
            </a:extLst>
          </p:cNvPr>
          <p:cNvCxnSpPr>
            <a:cxnSpLocks/>
          </p:cNvCxnSpPr>
          <p:nvPr/>
        </p:nvCxnSpPr>
        <p:spPr>
          <a:xfrm>
            <a:off x="0" y="2742394"/>
            <a:ext cx="65293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041F9F-7D87-E1C0-AAC2-1E4F6C3E42AA}"/>
              </a:ext>
            </a:extLst>
          </p:cNvPr>
          <p:cNvSpPr txBox="1"/>
          <p:nvPr/>
        </p:nvSpPr>
        <p:spPr>
          <a:xfrm>
            <a:off x="139941" y="1873244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600 – 699 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ACF58C-4D6D-AF43-1249-451B5F7CADEC}"/>
              </a:ext>
            </a:extLst>
          </p:cNvPr>
          <p:cNvCxnSpPr>
            <a:cxnSpLocks/>
          </p:cNvCxnSpPr>
          <p:nvPr/>
        </p:nvCxnSpPr>
        <p:spPr>
          <a:xfrm>
            <a:off x="0" y="1370074"/>
            <a:ext cx="6529388" cy="280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C83F98A-ABB7-D9B1-77A6-71245BA50842}"/>
              </a:ext>
            </a:extLst>
          </p:cNvPr>
          <p:cNvSpPr txBox="1"/>
          <p:nvPr/>
        </p:nvSpPr>
        <p:spPr>
          <a:xfrm>
            <a:off x="121298" y="50835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 – 599 m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D0AF505-FDB8-04F4-4CF3-1CA41B24E81D}"/>
              </a:ext>
            </a:extLst>
          </p:cNvPr>
          <p:cNvGrpSpPr/>
          <p:nvPr/>
        </p:nvGrpSpPr>
        <p:grpSpPr>
          <a:xfrm>
            <a:off x="3722441" y="2801718"/>
            <a:ext cx="778538" cy="1286899"/>
            <a:chOff x="4190873" y="3111547"/>
            <a:chExt cx="778538" cy="1286899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440C4E8B-612B-D14E-C5F3-12D63C6F4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35" b="25260"/>
            <a:stretch/>
          </p:blipFill>
          <p:spPr>
            <a:xfrm>
              <a:off x="4191130" y="3111547"/>
              <a:ext cx="778281" cy="1286899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87E29640-6E1D-B7B1-1311-17A1932A1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6988" b="1"/>
            <a:stretch/>
          </p:blipFill>
          <p:spPr>
            <a:xfrm>
              <a:off x="4190873" y="4013860"/>
              <a:ext cx="778281" cy="348813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9D53806-8C1D-8CDE-F12A-C714FA462B2C}"/>
              </a:ext>
            </a:extLst>
          </p:cNvPr>
          <p:cNvGrpSpPr/>
          <p:nvPr/>
        </p:nvGrpSpPr>
        <p:grpSpPr>
          <a:xfrm>
            <a:off x="4298417" y="2767352"/>
            <a:ext cx="916559" cy="1304572"/>
            <a:chOff x="5952198" y="2952808"/>
            <a:chExt cx="916559" cy="1304572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33FDF11-3A6B-E9B9-22FA-AD86D5BF4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95" t="25511" r="28369" b="25356"/>
            <a:stretch/>
          </p:blipFill>
          <p:spPr>
            <a:xfrm>
              <a:off x="5952198" y="2952808"/>
              <a:ext cx="916559" cy="1304572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BCB3003E-FBF7-4A08-D097-7864A5328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6999" r="72401"/>
            <a:stretch/>
          </p:blipFill>
          <p:spPr>
            <a:xfrm>
              <a:off x="6027924" y="3845803"/>
              <a:ext cx="465541" cy="345194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AF2564-EEC7-AA11-C47D-6219F241EDAA}"/>
              </a:ext>
            </a:extLst>
          </p:cNvPr>
          <p:cNvGrpSpPr/>
          <p:nvPr/>
        </p:nvGrpSpPr>
        <p:grpSpPr>
          <a:xfrm>
            <a:off x="5161776" y="2915092"/>
            <a:ext cx="626241" cy="1079351"/>
            <a:chOff x="8471002" y="2828583"/>
            <a:chExt cx="626241" cy="107935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6A32F6C-02B8-5B85-E54E-6404522FD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78" r="28721" b="35615"/>
            <a:stretch/>
          </p:blipFill>
          <p:spPr>
            <a:xfrm>
              <a:off x="8471002" y="2828583"/>
              <a:ext cx="626241" cy="1079351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C2923FDC-9789-FD23-403B-FE35F55BB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037" r="53269"/>
            <a:stretch/>
          </p:blipFill>
          <p:spPr>
            <a:xfrm>
              <a:off x="8471003" y="3474305"/>
              <a:ext cx="600902" cy="384956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84C658E-7D3F-C2BC-906F-310918BDD6AE}"/>
              </a:ext>
            </a:extLst>
          </p:cNvPr>
          <p:cNvGrpSpPr/>
          <p:nvPr/>
        </p:nvGrpSpPr>
        <p:grpSpPr>
          <a:xfrm>
            <a:off x="5737752" y="2960209"/>
            <a:ext cx="773326" cy="921105"/>
            <a:chOff x="9063133" y="5046794"/>
            <a:chExt cx="773326" cy="9211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09F3DC86-4523-825E-6225-972D7D0D7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279" t="24915" r="30085" b="23372"/>
            <a:stretch/>
          </p:blipFill>
          <p:spPr>
            <a:xfrm>
              <a:off x="9063133" y="5046794"/>
              <a:ext cx="773326" cy="921105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44E6E94-A9DF-F54B-9231-5563562DB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9244" r="68880"/>
            <a:stretch/>
          </p:blipFill>
          <p:spPr>
            <a:xfrm>
              <a:off x="9063133" y="5598192"/>
              <a:ext cx="578016" cy="369707"/>
            </a:xfrm>
            <a:prstGeom prst="rect">
              <a:avLst/>
            </a:prstGeom>
          </p:spPr>
        </p:pic>
      </p:grpSp>
      <p:pic>
        <p:nvPicPr>
          <p:cNvPr id="78" name="Picture 77">
            <a:extLst>
              <a:ext uri="{FF2B5EF4-FFF2-40B4-BE49-F238E27FC236}">
                <a16:creationId xmlns:a16="http://schemas.microsoft.com/office/drawing/2014/main" id="{22C1386A-0B07-636E-FE7A-CAA72511CBF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95" y="4134398"/>
            <a:ext cx="616635" cy="127437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C956D5FB-DD4C-433A-CA4E-AC8C3ACDF7A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84"/>
          <a:stretch/>
        </p:blipFill>
        <p:spPr>
          <a:xfrm>
            <a:off x="2219968" y="4170331"/>
            <a:ext cx="978481" cy="126746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95E28CC4-96D5-F750-D89A-9C94C0C5807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25" r="17494"/>
          <a:stretch/>
        </p:blipFill>
        <p:spPr>
          <a:xfrm>
            <a:off x="3281756" y="4197805"/>
            <a:ext cx="1103884" cy="1238042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B3070FF3-F719-A12B-4C73-3CBD690BFB2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27"/>
          <a:stretch/>
        </p:blipFill>
        <p:spPr>
          <a:xfrm>
            <a:off x="5406524" y="4170130"/>
            <a:ext cx="1046857" cy="1210426"/>
          </a:xfrm>
          <a:prstGeom prst="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A125212A-23D8-C1BA-911A-2D235EB7A2F9}"/>
              </a:ext>
            </a:extLst>
          </p:cNvPr>
          <p:cNvGrpSpPr/>
          <p:nvPr/>
        </p:nvGrpSpPr>
        <p:grpSpPr>
          <a:xfrm>
            <a:off x="4435165" y="4195947"/>
            <a:ext cx="978481" cy="1209674"/>
            <a:chOff x="4099546" y="4503463"/>
            <a:chExt cx="740138" cy="1078910"/>
          </a:xfrm>
        </p:grpSpPr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11A40ADE-6401-1915-2E1F-76A8B946E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27" t="16946" r="10269" b="22832"/>
            <a:stretch/>
          </p:blipFill>
          <p:spPr>
            <a:xfrm>
              <a:off x="4099546" y="4503463"/>
              <a:ext cx="740138" cy="1038225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6E979D55-AC98-E426-0289-4D782900F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945" r="42395"/>
            <a:stretch/>
          </p:blipFill>
          <p:spPr>
            <a:xfrm>
              <a:off x="4099546" y="5184905"/>
              <a:ext cx="609044" cy="397468"/>
            </a:xfrm>
            <a:prstGeom prst="rect">
              <a:avLst/>
            </a:prstGeom>
          </p:spPr>
        </p:pic>
      </p:grpSp>
      <p:pic>
        <p:nvPicPr>
          <p:cNvPr id="90" name="Picture 89">
            <a:extLst>
              <a:ext uri="{FF2B5EF4-FFF2-40B4-BE49-F238E27FC236}">
                <a16:creationId xmlns:a16="http://schemas.microsoft.com/office/drawing/2014/main" id="{E7E6481D-54EA-C073-E899-A6EAF8CEAF0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239" y="5502738"/>
            <a:ext cx="771116" cy="1360163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B792C725-DC1B-E48C-F3D4-845565CB609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333" y="5510765"/>
            <a:ext cx="633843" cy="1317399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4A345262-720F-B16F-E591-E88325779F1F}"/>
              </a:ext>
            </a:extLst>
          </p:cNvPr>
          <p:cNvGrpSpPr/>
          <p:nvPr/>
        </p:nvGrpSpPr>
        <p:grpSpPr>
          <a:xfrm>
            <a:off x="2587280" y="5523870"/>
            <a:ext cx="937217" cy="1326623"/>
            <a:chOff x="2605036" y="5523870"/>
            <a:chExt cx="937217" cy="1326623"/>
          </a:xfrm>
        </p:grpSpPr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50BDA59E-AF8E-AC53-4FEE-A927B38E7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528"/>
            <a:stretch/>
          </p:blipFill>
          <p:spPr>
            <a:xfrm>
              <a:off x="2605036" y="5523870"/>
              <a:ext cx="936313" cy="1326623"/>
            </a:xfrm>
            <a:prstGeom prst="rect">
              <a:avLst/>
            </a:prstGeom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B17B657B-3454-E806-60F5-DAA38D461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3558"/>
            <a:stretch/>
          </p:blipFill>
          <p:spPr>
            <a:xfrm>
              <a:off x="2605940" y="6395735"/>
              <a:ext cx="936313" cy="447017"/>
            </a:xfrm>
            <a:prstGeom prst="rect">
              <a:avLst/>
            </a:prstGeom>
          </p:spPr>
        </p:pic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684B0F8-560B-567C-3F5E-21AEFEBAE5CE}"/>
              </a:ext>
            </a:extLst>
          </p:cNvPr>
          <p:cNvGrpSpPr/>
          <p:nvPr/>
        </p:nvGrpSpPr>
        <p:grpSpPr>
          <a:xfrm>
            <a:off x="3502596" y="5666066"/>
            <a:ext cx="1003593" cy="1144617"/>
            <a:chOff x="3722440" y="5474626"/>
            <a:chExt cx="1003593" cy="1144617"/>
          </a:xfrm>
        </p:grpSpPr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8C46BFC9-8BDC-505F-D215-123061521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77" t="16372" r="20997" b="18872"/>
            <a:stretch/>
          </p:blipFill>
          <p:spPr>
            <a:xfrm>
              <a:off x="3722440" y="5474626"/>
              <a:ext cx="1003593" cy="1123950"/>
            </a:xfrm>
            <a:prstGeom prst="rect">
              <a:avLst/>
            </a:prstGeom>
          </p:spPr>
        </p:pic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2DED1EF1-7DFB-370D-E7BA-895836E3A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179" r="53420"/>
            <a:stretch/>
          </p:blipFill>
          <p:spPr>
            <a:xfrm>
              <a:off x="3889550" y="6171070"/>
              <a:ext cx="724477" cy="448173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DF84E33-7A5F-2218-F7E5-6D97EF74A54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78" r="8095"/>
          <a:stretch/>
        </p:blipFill>
        <p:spPr>
          <a:xfrm>
            <a:off x="4684850" y="5686146"/>
            <a:ext cx="826908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2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156</TotalTime>
  <Words>20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ODaly</dc:creator>
  <cp:lastModifiedBy>Stephanie ODaly</cp:lastModifiedBy>
  <cp:revision>7</cp:revision>
  <dcterms:created xsi:type="dcterms:W3CDTF">2025-03-06T23:36:25Z</dcterms:created>
  <dcterms:modified xsi:type="dcterms:W3CDTF">2025-03-10T18:33:22Z</dcterms:modified>
</cp:coreProperties>
</file>