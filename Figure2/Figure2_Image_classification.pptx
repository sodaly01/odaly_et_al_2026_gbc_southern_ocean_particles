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1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B3126-66E3-4320-A4DB-4F94B797BAD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20305-6735-4566-B7E9-804258A6C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7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D0FE97-02E8-4BA6-BF09-7A87E56FA6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73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22FA-C9B4-FA7F-1704-EBD10CB40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3F8A5-625E-F26D-1664-3C62BC1D7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B2AD3-77D1-9A4A-9F2B-74FAB5C5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DD300-1DB2-153B-5910-E2F94691A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881AA-32BD-81F2-E9BF-33362AE7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41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3194-BCE8-348E-3E92-657AF4A5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4D252-98A1-F44B-3CB3-52DD13119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C30B7-596E-A20E-55E8-92A06C21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C75F0-6005-C237-4D05-AE9B0C4CC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D136-4512-ED2A-E1E7-BA3BAF2F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2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A67FE-C688-4DD9-9A8D-2D73525F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19CF5-8D36-945E-6D83-7BFF9B04B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477F2-A256-CFED-6079-17427F29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E6359-14D5-6204-E68F-431E528C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809AA-6C23-1B79-E0F8-BE7E93D0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7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1448-71B1-3537-CEC3-1155BBF1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9FAF-C625-E0DA-7EBC-314B8FFA6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EB1DB-1814-325E-5B2E-17E9723C1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E23CD-EAC9-8FC9-46BF-AA98DA03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483F2-3CE6-173F-D6E2-6FDE2DC5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131A2-0BBA-3380-7D84-2A0B8FB1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2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2C0D-5C58-CA54-4C24-8E9D7F5D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D8956-1CB0-4E92-5A87-236D815E0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E9096-CB67-0FC6-CC78-32D20EF9B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B697D-9F59-E537-C074-4303F208B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96B68-02AD-7879-3669-FEFE229E1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A2E275-38B9-17EA-CAB0-21D01F0B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0794A-9A17-3404-05D3-875ADCF0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6F514A-2135-9F87-05C3-E2C282AE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1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EAE93-9B38-933F-4113-0F3728D2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72BB97-5E2A-A274-6C68-6BFD26877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52143-B022-AB0C-D8A1-5D985894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9C9D9-2F73-5DFB-4BF7-0484C9FA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7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048AB4-D6D9-B141-0935-4F420D21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F71336-8B38-8069-538F-60FF3B43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FB139-DC13-6CD5-3E29-99036FB9B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0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DD51-A1BB-4568-C997-806CFAB63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F231D-1507-EABF-4C22-07CF9A850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5DD7D-8A6C-BD45-5B20-D6F934010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B3208-BFAE-EF32-33F1-2FB6AD45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81D27-B3B9-9B53-CDC4-8966439E4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1B743-8774-D9BF-125C-67D1AC11A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4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E3FB-B6C2-8E24-A1D6-8A5735C8E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37712-1802-E1A7-ACC6-47B41B91C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BB88F-AA2A-2D04-A58E-E072BFFCB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C4A4E-0538-38F4-C6EE-8EE38E1C7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45102-ECD9-0C02-40AF-5755DD96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58088-8A43-92E1-0B06-1C247658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3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567B8-5A01-09BD-BB2E-D66786AA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F93F9-B947-DF92-22CE-7CBC08C13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46682-8DB1-3C88-8468-295EB181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E3213-54D6-1F36-DF87-BAE5D250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D81A1-8D38-2C76-E10E-95184986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5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493D8-BC9A-2FBB-755A-FE96169C9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40B23-63F8-0A87-1FA7-3F24A4802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ABF18-CB39-EE4F-FB08-CCBBC6FD5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A6514-A107-BDC7-5AB1-2F106288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57C8B-7656-6E15-342D-D8F56094F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2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EC2DBC-FC20-8D6D-FAEA-9EB45AE3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79302-5933-6A4C-ED06-D76A1B04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A003B-A30F-163E-FC38-52C13B6E3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6E5DD-80A3-4958-8053-F5F2379E099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C6151-9132-C3FB-E2BD-A909C623D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1A010-02B7-A371-CFCC-7178AC29A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5E58A-B280-47B3-B9FC-147AEB09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96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84" Type="http://schemas.openxmlformats.org/officeDocument/2006/relationships/image" Target="../media/image82.png"/><Relationship Id="rId89" Type="http://schemas.openxmlformats.org/officeDocument/2006/relationships/image" Target="../media/image87.png"/><Relationship Id="rId16" Type="http://schemas.openxmlformats.org/officeDocument/2006/relationships/image" Target="../media/image14.png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74" Type="http://schemas.openxmlformats.org/officeDocument/2006/relationships/image" Target="../media/image72.png"/><Relationship Id="rId79" Type="http://schemas.openxmlformats.org/officeDocument/2006/relationships/image" Target="../media/image77.png"/><Relationship Id="rId102" Type="http://schemas.openxmlformats.org/officeDocument/2006/relationships/image" Target="../media/image100.png"/><Relationship Id="rId5" Type="http://schemas.openxmlformats.org/officeDocument/2006/relationships/image" Target="../media/image3.png"/><Relationship Id="rId90" Type="http://schemas.openxmlformats.org/officeDocument/2006/relationships/image" Target="../media/image88.png"/><Relationship Id="rId95" Type="http://schemas.openxmlformats.org/officeDocument/2006/relationships/image" Target="../media/image93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80" Type="http://schemas.openxmlformats.org/officeDocument/2006/relationships/image" Target="../media/image78.png"/><Relationship Id="rId85" Type="http://schemas.openxmlformats.org/officeDocument/2006/relationships/image" Target="../media/image83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67" Type="http://schemas.openxmlformats.org/officeDocument/2006/relationships/image" Target="../media/image65.png"/><Relationship Id="rId103" Type="http://schemas.openxmlformats.org/officeDocument/2006/relationships/image" Target="../media/image101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70" Type="http://schemas.openxmlformats.org/officeDocument/2006/relationships/image" Target="../media/image68.png"/><Relationship Id="rId75" Type="http://schemas.openxmlformats.org/officeDocument/2006/relationships/image" Target="../media/image73.png"/><Relationship Id="rId83" Type="http://schemas.openxmlformats.org/officeDocument/2006/relationships/image" Target="../media/image81.png"/><Relationship Id="rId88" Type="http://schemas.openxmlformats.org/officeDocument/2006/relationships/image" Target="../media/image86.png"/><Relationship Id="rId91" Type="http://schemas.openxmlformats.org/officeDocument/2006/relationships/image" Target="../media/image89.png"/><Relationship Id="rId9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81" Type="http://schemas.openxmlformats.org/officeDocument/2006/relationships/image" Target="../media/image79.png"/><Relationship Id="rId86" Type="http://schemas.openxmlformats.org/officeDocument/2006/relationships/image" Target="../media/image84.png"/><Relationship Id="rId94" Type="http://schemas.openxmlformats.org/officeDocument/2006/relationships/image" Target="../media/image92.pn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97" Type="http://schemas.openxmlformats.org/officeDocument/2006/relationships/image" Target="../media/image95.png"/><Relationship Id="rId104" Type="http://schemas.openxmlformats.org/officeDocument/2006/relationships/image" Target="../media/image102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24" Type="http://schemas.openxmlformats.org/officeDocument/2006/relationships/image" Target="../media/image22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66" Type="http://schemas.openxmlformats.org/officeDocument/2006/relationships/image" Target="../media/image64.png"/><Relationship Id="rId87" Type="http://schemas.openxmlformats.org/officeDocument/2006/relationships/image" Target="../media/image85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56" Type="http://schemas.openxmlformats.org/officeDocument/2006/relationships/image" Target="../media/image54.png"/><Relationship Id="rId77" Type="http://schemas.openxmlformats.org/officeDocument/2006/relationships/image" Target="../media/image75.png"/><Relationship Id="rId100" Type="http://schemas.openxmlformats.org/officeDocument/2006/relationships/image" Target="../media/image98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Relationship Id="rId98" Type="http://schemas.openxmlformats.org/officeDocument/2006/relationships/image" Target="../media/image96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002094A9-7398-165C-5AB0-6380707D8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654" y="4590183"/>
            <a:ext cx="619127" cy="7373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E90F201-5EBC-F85C-A041-0F10296D8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798" y="5296359"/>
            <a:ext cx="981075" cy="923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3EA78F-DF43-E61D-5F14-A3843EB06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521" y="4637450"/>
            <a:ext cx="857250" cy="847725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13385E4D-65B7-AC37-221A-6C906002AC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073" y="2462663"/>
            <a:ext cx="826562" cy="1000209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5D0F48CF-3173-214D-C032-EB9D829F28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5668" y="2818594"/>
            <a:ext cx="390525" cy="523875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09736ED2-1729-96D6-FE07-2CB7C9A6E7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0336" y="3250446"/>
            <a:ext cx="600075" cy="790575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28B1E697-4D1A-CEFF-F006-0AB0EEA920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7457" y="2246368"/>
            <a:ext cx="533101" cy="79421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D840407-F9A1-F697-8458-07B410531C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6348" y="4071105"/>
            <a:ext cx="810695" cy="56876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996D360-F5C0-6F13-4686-0E351A635C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9029" y="4056726"/>
            <a:ext cx="619126" cy="6066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A0DCFBB-F7F0-8F26-2F7A-0F5F59ED4F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5166" y="3993139"/>
            <a:ext cx="588433" cy="7791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9F74C3-0527-8F84-4EC1-04EDCE97B436}"/>
              </a:ext>
            </a:extLst>
          </p:cNvPr>
          <p:cNvSpPr txBox="1"/>
          <p:nvPr/>
        </p:nvSpPr>
        <p:spPr>
          <a:xfrm>
            <a:off x="2678544" y="1422399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a: Fluffy Agg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E7D9EF-912F-EBFE-B00B-AB62F1BCB9FA}"/>
              </a:ext>
            </a:extLst>
          </p:cNvPr>
          <p:cNvSpPr txBox="1"/>
          <p:nvPr/>
        </p:nvSpPr>
        <p:spPr>
          <a:xfrm>
            <a:off x="4926785" y="1419283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b: Dense Agg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33F8E-C46B-5B67-4CD2-4AF83293B324}"/>
              </a:ext>
            </a:extLst>
          </p:cNvPr>
          <p:cNvSpPr txBox="1"/>
          <p:nvPr/>
        </p:nvSpPr>
        <p:spPr>
          <a:xfrm>
            <a:off x="9422459" y="1423751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d: Feces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5A0762-B3F2-44AC-0F3E-D06B3EBF5A84}"/>
              </a:ext>
            </a:extLst>
          </p:cNvPr>
          <p:cNvSpPr txBox="1"/>
          <p:nvPr/>
        </p:nvSpPr>
        <p:spPr>
          <a:xfrm>
            <a:off x="2676925" y="6207109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e: Photosynthetic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2C5DE9-3321-CCDB-A12B-C5137F55E380}"/>
              </a:ext>
            </a:extLst>
          </p:cNvPr>
          <p:cNvSpPr txBox="1"/>
          <p:nvPr/>
        </p:nvSpPr>
        <p:spPr>
          <a:xfrm>
            <a:off x="4925166" y="6203993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f: Rhizarians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AF5A8C-B22E-7480-F035-B3057BDFDB69}"/>
              </a:ext>
            </a:extLst>
          </p:cNvPr>
          <p:cNvSpPr txBox="1"/>
          <p:nvPr/>
        </p:nvSpPr>
        <p:spPr>
          <a:xfrm>
            <a:off x="7172599" y="6166421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g: Crustaceans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103DE1-3EE2-7E03-0D58-2744F00BA85E}"/>
              </a:ext>
            </a:extLst>
          </p:cNvPr>
          <p:cNvSpPr txBox="1"/>
          <p:nvPr/>
        </p:nvSpPr>
        <p:spPr>
          <a:xfrm>
            <a:off x="9420840" y="6208461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h: Gelatinous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5BA5CE-16BB-DE26-95DE-221F73DA4761}"/>
              </a:ext>
            </a:extLst>
          </p:cNvPr>
          <p:cNvSpPr txBox="1"/>
          <p:nvPr/>
        </p:nvSpPr>
        <p:spPr>
          <a:xfrm>
            <a:off x="1014487" y="2739284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Detritus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8AC209-DB07-69E3-2264-2310802C3B4E}"/>
              </a:ext>
            </a:extLst>
          </p:cNvPr>
          <p:cNvSpPr txBox="1"/>
          <p:nvPr/>
        </p:nvSpPr>
        <p:spPr>
          <a:xfrm>
            <a:off x="1008841" y="4901107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Living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AFFA806-CFFE-0327-670D-AA10717735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41974" y="4045417"/>
            <a:ext cx="703648" cy="6745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F7D2DAC-0277-6625-A080-810ED5F9FD8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15747" y="4588454"/>
            <a:ext cx="941182" cy="6253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20DA335-8743-D3D2-8C46-3B73439B9D0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77137" y="4606326"/>
            <a:ext cx="600531" cy="60743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579C403-B032-A9CC-63E2-F135FC0EB4F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7138" y="4621586"/>
            <a:ext cx="411188" cy="46812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3DE34DB-2B3A-FE8D-6C20-D523F11B255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2176" y="5183224"/>
            <a:ext cx="808779" cy="62530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881FB24-E652-834D-E065-9E1E8624AC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79201" y="5167731"/>
            <a:ext cx="639301" cy="61667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B02E456-D77E-0593-5FEF-28E78F505A4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60603" y="5108920"/>
            <a:ext cx="614421" cy="63318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46EB012-B073-8008-FDB2-EA5AC7E8244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53562" y="5205000"/>
            <a:ext cx="472407" cy="51131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79CCB18-E67A-DD37-49B1-4A1413226E2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09731" y="5601902"/>
            <a:ext cx="618646" cy="5612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500A9C5-34E0-16DA-8C2A-547D6977D7E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79608" y="5672727"/>
            <a:ext cx="633029" cy="49037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6198558-9E76-F162-8CC2-AEE5D18930B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31900" y="5610953"/>
            <a:ext cx="610293" cy="5899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30A05E8-0704-F034-0104-AA534D568C9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81604" y="5653829"/>
            <a:ext cx="489824" cy="55881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7DBC79-945B-EF4D-988E-1BB2A0D70F00}"/>
              </a:ext>
            </a:extLst>
          </p:cNvPr>
          <p:cNvSpPr/>
          <p:nvPr/>
        </p:nvSpPr>
        <p:spPr>
          <a:xfrm>
            <a:off x="4914687" y="4027183"/>
            <a:ext cx="2202276" cy="217372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5199976-85CC-1694-CAA6-6C8E7AF8F32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77557" y="4066850"/>
            <a:ext cx="984081" cy="63042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AF232F9-5019-C338-55AF-3C26F15E3CC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69597" y="4614339"/>
            <a:ext cx="674405" cy="73155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474F21F-6E83-E526-1A4E-0B5B52803F9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55299" y="3932527"/>
            <a:ext cx="1017489" cy="131512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4CFFD295-56DE-EE1F-1B84-D1C98233C34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40995" y="4637450"/>
            <a:ext cx="713323" cy="7061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5C5AACE6-512D-7159-247B-2B2930FE76D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42504" y="4108136"/>
            <a:ext cx="438918" cy="55474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AA24D2F-7912-1764-C313-810D2781234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38259" y="4739045"/>
            <a:ext cx="502412" cy="36942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7F9D87F-F59E-7AAB-E5AD-968A30CE487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08508" y="5401620"/>
            <a:ext cx="1730543" cy="84610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563443B-3113-58E3-3F71-46D73369C95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54062" y="5594480"/>
            <a:ext cx="421993" cy="57131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74571EAD-533C-48BA-B4A1-C2CC9E0AE3D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816037" y="5171307"/>
            <a:ext cx="1113842" cy="57079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D35FAC7B-3306-EE90-DA48-06F3ED9906D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78565" y="5014170"/>
            <a:ext cx="410000" cy="42726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88976C0-779E-9374-7B1A-C5922246D7E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287349" y="5104361"/>
            <a:ext cx="327079" cy="55461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D05EFE-C3D8-CD4E-B0E4-5B97612DBEA8}"/>
              </a:ext>
            </a:extLst>
          </p:cNvPr>
          <p:cNvSpPr/>
          <p:nvPr/>
        </p:nvSpPr>
        <p:spPr>
          <a:xfrm>
            <a:off x="7150830" y="4027183"/>
            <a:ext cx="2202276" cy="217372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CA1B0A6B-9ECF-E8F3-8AC6-79B842A3D7D0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454277" y="5657307"/>
            <a:ext cx="2090690" cy="55864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B4662B2-7C95-3DA6-59CE-119C84AF67C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175350" y="3999738"/>
            <a:ext cx="709414" cy="539155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1C8836E-A5AE-3B7E-653D-BDB1CCD939C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400721" y="5163084"/>
            <a:ext cx="614543" cy="609922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175E1E2F-16F4-7CFB-DEE6-5F62E93ECDF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030484" y="4495512"/>
            <a:ext cx="916748" cy="837031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4CBD668A-D2C8-CD4C-2099-5F5563EA06A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490470" y="4630370"/>
            <a:ext cx="477172" cy="52156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EB174B37-648C-28E7-4385-7B1C33FDF990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5400000">
            <a:off x="10503797" y="4820251"/>
            <a:ext cx="552637" cy="1342118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925DD1B5-33BE-9AD5-08ED-9F40DC57F0C7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857610" y="4026257"/>
            <a:ext cx="836013" cy="100852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3A0B8058-7854-F282-C119-9CDCC401E7EA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961000" y="4850875"/>
            <a:ext cx="285750" cy="46672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78EFDE86-2A88-FA8E-366C-01D18FDD154F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413112" y="4533090"/>
            <a:ext cx="148290" cy="121411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B693485-7319-FC73-66B3-AEC903D40026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818222" y="4027936"/>
            <a:ext cx="517187" cy="640763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25434259-479E-DADF-A1D6-644437891126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490966" y="4084613"/>
            <a:ext cx="420607" cy="514075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3D39D05E-F123-97E2-C206-4A864EB89B16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206217" y="4107789"/>
            <a:ext cx="417174" cy="802607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7E9E02A-7738-F40C-AAC4-E9846030ADEE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013442" y="5414585"/>
            <a:ext cx="752475" cy="714375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7DC77E5C-23B2-53D7-354A-4D0ED0B13E1B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390838" y="4675067"/>
            <a:ext cx="571835" cy="67205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6C184AE2-072B-FF51-EB6F-57C8CD56DCF0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611040" y="5297140"/>
            <a:ext cx="352752" cy="773579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13991E84-BE90-621E-B9AD-28F37BAADE5F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613751" y="1943841"/>
            <a:ext cx="761268" cy="1792152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EEB6B949-C37A-8C71-B4F1-99CF0A09E441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851270" y="1878618"/>
            <a:ext cx="352425" cy="1857375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F77A1798-B96D-90C0-1271-1BEC3A08C10F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308421" y="2369197"/>
            <a:ext cx="650942" cy="526293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20E310E5-03F1-477B-E26E-33B057CE8950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254062" y="2899356"/>
            <a:ext cx="591602" cy="1004167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60B6187C-C5B5-9726-34EF-A77AD2164A19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219520" y="2591778"/>
            <a:ext cx="737328" cy="1221200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E37E467E-5386-6080-ABD4-CE1793EC79C7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705722" y="3229376"/>
            <a:ext cx="438150" cy="695325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20C9A88-56FC-E702-694C-CFBE18A7901B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164147" y="1692184"/>
            <a:ext cx="582397" cy="1063213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D59286F0-F6E1-26D4-43CD-439FAB38B3B3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268873" y="1916628"/>
            <a:ext cx="704850" cy="4476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18BB95-C796-90DF-A28C-048EEDDDBAF8}"/>
              </a:ext>
            </a:extLst>
          </p:cNvPr>
          <p:cNvSpPr txBox="1"/>
          <p:nvPr/>
        </p:nvSpPr>
        <p:spPr>
          <a:xfrm>
            <a:off x="7174218" y="1426867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c: Fiber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CA5A14-8D70-D66F-4DF4-5E540FC2A9DA}"/>
              </a:ext>
            </a:extLst>
          </p:cNvPr>
          <p:cNvSpPr/>
          <p:nvPr/>
        </p:nvSpPr>
        <p:spPr>
          <a:xfrm>
            <a:off x="7150830" y="1825625"/>
            <a:ext cx="2202276" cy="217372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3BE0D813-17EB-296D-4899-479756A0C27B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434024" y="1817303"/>
            <a:ext cx="625525" cy="615100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03989514-0613-876B-8D3E-1CDA73C40DF0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1012921" y="2348649"/>
            <a:ext cx="564495" cy="585022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043516E-4740-EDB0-CC5A-55C24A673A27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986327" y="2382791"/>
            <a:ext cx="554204" cy="543747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7754A3E8-B171-C4E7-D2BE-EB0B0B502D85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0529458" y="1848582"/>
            <a:ext cx="504824" cy="566956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A13FEDDA-7A83-3C3A-D111-5C99D7A4F2FD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064696" y="1859896"/>
            <a:ext cx="320411" cy="534018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587E55E5-6FBD-DDA8-CFC5-60441D7AF785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1037526" y="1832328"/>
            <a:ext cx="485775" cy="600075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2E33AA7A-A8A0-36D8-B14B-28522B782871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562646" y="2350461"/>
            <a:ext cx="552450" cy="685800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00DA72BB-3A9F-8118-F776-A914A393BD02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737863" y="2946397"/>
            <a:ext cx="685800" cy="514350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686E8896-3B20-D01F-CEF0-DFA3ED29728B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0393402" y="3045133"/>
            <a:ext cx="602586" cy="345929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FC05EBF1-9536-8429-1C4E-D264D2366759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1012921" y="3046126"/>
            <a:ext cx="457200" cy="390525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C04520CC-1FBF-9F1C-7F19-C2F4AF05210E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612919" y="3610741"/>
            <a:ext cx="295275" cy="314325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46159654-8600-55D6-5B09-63FD99FE9E4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0698765" y="3439222"/>
            <a:ext cx="840424" cy="490247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361C0F53-9668-8342-0A03-38027F05AAF8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9839308" y="3489324"/>
            <a:ext cx="904875" cy="466725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2A16EB5E-1421-09BE-FCB5-2151236A1336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9484758" y="2839229"/>
            <a:ext cx="427107" cy="86242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B76C5E-C0A0-A347-4291-06E64A11C0AD}"/>
              </a:ext>
            </a:extLst>
          </p:cNvPr>
          <p:cNvSpPr/>
          <p:nvPr/>
        </p:nvSpPr>
        <p:spPr>
          <a:xfrm>
            <a:off x="9386973" y="1819419"/>
            <a:ext cx="2202276" cy="2173720"/>
          </a:xfrm>
          <a:prstGeom prst="round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B9E4B34-7696-E51A-8A87-A0E80D6B5A2A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649553" y="1834722"/>
            <a:ext cx="1010702" cy="862794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45421ECE-B637-DAFF-F029-F402762FB36B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655788" y="3347672"/>
            <a:ext cx="1520730" cy="697583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8777C0AE-715B-D672-0C43-A0AFB0DA8869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468047" y="1867281"/>
            <a:ext cx="400050" cy="409575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9D2794CE-9F22-DBB3-350E-B55ECD9CEB57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124233" y="1823433"/>
            <a:ext cx="714375" cy="704850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57118909-1256-8D73-B01D-67CFD15DF355}"/>
              </a:ext>
            </a:extLst>
      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4059357" y="2451178"/>
            <a:ext cx="790316" cy="555569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9B5B11E0-7D35-D14F-6FC5-350FF6B446BF}"/>
              </a:ext>
            </a:extLst>
      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604916" y="2763247"/>
            <a:ext cx="523413" cy="834632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83D943DA-DB39-FC3E-2378-2AD142E41E18}"/>
              </a:ext>
            </a:extLst>
      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4027770" y="3366917"/>
            <a:ext cx="342900" cy="619125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BCF52484-2379-A072-5A1C-1E670EB052F3}"/>
              </a:ext>
            </a:extLst>
      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3895632" y="2897628"/>
            <a:ext cx="428625" cy="495300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F2DF41A6-F48D-9C77-39FD-B50783E03120}"/>
              </a:ext>
            </a:extLst>
      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3615880" y="2264698"/>
            <a:ext cx="418123" cy="583794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6B8FE712-5394-B299-F231-1D12446661DE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4001500" y="1908222"/>
            <a:ext cx="238125" cy="447675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6DD4610E-B63C-ACB8-31FD-6FD2F43ED1E4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3021691" y="2853186"/>
            <a:ext cx="453205" cy="669267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DE552AC1-626D-6CB6-AF72-045F12A2803E}"/>
              </a:ext>
            </a:extLst>
      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2889691" y="2532518"/>
            <a:ext cx="428625" cy="371475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D4BED6A2-FF1B-0A5D-5867-79F8AB309376}"/>
              </a:ext>
            </a:extLst>
      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865556" y="2633332"/>
            <a:ext cx="324735" cy="333512"/>
          </a:xfrm>
          <a:prstGeom prst="rect">
            <a:avLst/>
          </a:prstGeom>
        </p:spPr>
      </p:pic>
      <p:pic>
        <p:nvPicPr>
          <p:cNvPr id="200" name="Picture 199">
            <a:extLst>
              <a:ext uri="{FF2B5EF4-FFF2-40B4-BE49-F238E27FC236}">
                <a16:creationId xmlns:a16="http://schemas.microsoft.com/office/drawing/2014/main" id="{2A5CF96F-3242-9AC1-178B-4F6A846FAE07}"/>
              </a:ext>
            </a:extLst>
      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4245900" y="2808555"/>
            <a:ext cx="200025" cy="314325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3215B41A-F578-FE96-43A5-318BAECEE87E}"/>
              </a:ext>
            </a:extLst>
      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6592214" y="3630544"/>
            <a:ext cx="257175" cy="247650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2DA078F4-873D-F4E7-B3D1-FB6F3BF12212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5096374" y="3634553"/>
            <a:ext cx="285750" cy="266700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BC04B703-0339-3E2E-ECAC-B8B0BBC6F7B5}"/>
              </a:ext>
            </a:extLst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5479212" y="3648224"/>
            <a:ext cx="400050" cy="352425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37F10392-4D07-95D6-85A9-FAD428BBDBFF}"/>
              </a:ext>
            </a:extLst>
      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6158141" y="3604517"/>
            <a:ext cx="285750" cy="323850"/>
          </a:xfrm>
          <a:prstGeom prst="rect">
            <a:avLst/>
          </a:prstGeom>
        </p:spPr>
      </p:pic>
      <p:pic>
        <p:nvPicPr>
          <p:cNvPr id="212" name="Picture 211">
            <a:extLst>
              <a:ext uri="{FF2B5EF4-FFF2-40B4-BE49-F238E27FC236}">
                <a16:creationId xmlns:a16="http://schemas.microsoft.com/office/drawing/2014/main" id="{D60AE6C6-09E3-F96A-1A63-2FFCF5BAFC6E}"/>
              </a:ext>
            </a:extLst>
      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4982629" y="3193253"/>
            <a:ext cx="419100" cy="381000"/>
          </a:xfrm>
          <a:prstGeom prst="rect">
            <a:avLst/>
          </a:pr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EB64A87C-95F1-2EF1-473A-B7155E9EABE9}"/>
              </a:ext>
            </a:extLst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6257943" y="1845403"/>
            <a:ext cx="419100" cy="361950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EA236D1C-8AFD-ABDC-BB0B-6777AFF90B13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6652010" y="3232393"/>
            <a:ext cx="419100" cy="371475"/>
          </a:xfrm>
          <a:prstGeom prst="rect">
            <a:avLst/>
          </a:pr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F0A7E1EE-0BBE-524A-C642-16776B1A0893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6729148" y="1905293"/>
            <a:ext cx="295275" cy="333375"/>
          </a:xfrm>
          <a:prstGeom prst="rect">
            <a:avLst/>
          </a:prstGeom>
        </p:spPr>
      </p:pic>
      <p:pic>
        <p:nvPicPr>
          <p:cNvPr id="220" name="Picture 219">
            <a:extLst>
              <a:ext uri="{FF2B5EF4-FFF2-40B4-BE49-F238E27FC236}">
                <a16:creationId xmlns:a16="http://schemas.microsoft.com/office/drawing/2014/main" id="{572DC651-A00E-5D78-67E7-0AAFCA31B637}"/>
              </a:ext>
            </a:extLst>
      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894137" y="2307226"/>
            <a:ext cx="485775" cy="304800"/>
          </a:xfrm>
          <a:prstGeom prst="rect">
            <a:avLst/>
          </a:pr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D5014984-9F58-A606-902F-F8D25311241C}"/>
              </a:ext>
            </a:extLst>
      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6405938" y="2224735"/>
            <a:ext cx="419100" cy="581025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E18306F3-C4DD-F2C7-05CE-37E6398D1E39}"/>
              </a:ext>
            </a:extLst>
      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5813206" y="1819568"/>
            <a:ext cx="428625" cy="419100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39C0EA65-0DFB-DB99-24A5-F92244190CCB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4967781" y="1843381"/>
            <a:ext cx="838200" cy="371475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E62BCDB1-F7C5-7234-F6E1-A322329E7040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6636953" y="2807305"/>
            <a:ext cx="409575" cy="409575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B95CED09-5B26-95AE-5660-532FC0D57555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924510" y="2239558"/>
            <a:ext cx="1039264" cy="1031678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F6FA03B4-228F-E82B-712F-CAB84D46C03D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911362" y="2788850"/>
            <a:ext cx="685800" cy="847725"/>
          </a:xfrm>
          <a:prstGeom prst="rect">
            <a:avLst/>
          </a:pr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96B54564-BB33-C52D-EA3E-BEB9C070C9D8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384581" y="3030449"/>
            <a:ext cx="428625" cy="52387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AE19BE-27A3-5E2E-1DF0-26CC3E59D178}"/>
              </a:ext>
            </a:extLst>
          </p:cNvPr>
          <p:cNvSpPr/>
          <p:nvPr/>
        </p:nvSpPr>
        <p:spPr>
          <a:xfrm>
            <a:off x="4914687" y="1825625"/>
            <a:ext cx="2202276" cy="2173720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3E1243-A4B4-BCA9-854D-DCAA9EBAC2D2}"/>
              </a:ext>
            </a:extLst>
          </p:cNvPr>
          <p:cNvSpPr/>
          <p:nvPr/>
        </p:nvSpPr>
        <p:spPr>
          <a:xfrm>
            <a:off x="2678544" y="1825625"/>
            <a:ext cx="2202276" cy="217372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C7C75E8-258C-2BD5-DEFD-E006F5E80674}"/>
              </a:ext>
            </a:extLst>
      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3889929" y="4766420"/>
            <a:ext cx="981075" cy="71437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6298B0-E52E-14C5-24B3-D0A08E7328D4}"/>
              </a:ext>
            </a:extLst>
          </p:cNvPr>
          <p:cNvSpPr/>
          <p:nvPr/>
        </p:nvSpPr>
        <p:spPr>
          <a:xfrm>
            <a:off x="2678544" y="4027183"/>
            <a:ext cx="2202276" cy="2173720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88E97FE-1A90-2378-0729-19065365203A}"/>
              </a:ext>
            </a:extLst>
      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9477482" y="4039220"/>
            <a:ext cx="744058" cy="67579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9DF26A-DCD0-2A1B-BE19-3826C718BCEF}"/>
              </a:ext>
            </a:extLst>
          </p:cNvPr>
          <p:cNvSpPr/>
          <p:nvPr/>
        </p:nvSpPr>
        <p:spPr>
          <a:xfrm>
            <a:off x="9386973" y="4020977"/>
            <a:ext cx="2202276" cy="217372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515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10" grpId="0" animBg="1"/>
      <p:bldP spid="11" grpId="0" animBg="1"/>
      <p:bldP spid="15" grpId="0"/>
      <p:bldP spid="7" grpId="0" animBg="1"/>
      <p:bldP spid="8" grpId="0" animBg="1"/>
      <p:bldP spid="6" grpId="0" animBg="1"/>
      <p:bldP spid="5" grpId="0" animBg="1"/>
      <p:bldP spid="9" grpId="0" animBg="1"/>
      <p:bldP spid="12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1</cp:revision>
  <dcterms:created xsi:type="dcterms:W3CDTF">2026-01-07T21:28:41Z</dcterms:created>
  <dcterms:modified xsi:type="dcterms:W3CDTF">2026-01-07T21:35:12Z</dcterms:modified>
</cp:coreProperties>
</file>