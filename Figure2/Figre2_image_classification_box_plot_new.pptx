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00584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4472C4"/>
    <a:srgbClr val="92ADDD"/>
    <a:srgbClr val="CFA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5A2D38-90BD-4B1E-9614-FAEA474C6226}" v="5" dt="2026-06-08T20:59:37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89" d="100"/>
          <a:sy n="89" d="100"/>
        </p:scale>
        <p:origin x="19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O'Daly" userId="298861067655b941" providerId="LiveId" clId="{EEE380DD-9F45-46D2-BDEC-A1EFC61640F2}"/>
    <pc:docChg chg="custSel modSld">
      <pc:chgData name="Stephanie O'Daly" userId="298861067655b941" providerId="LiveId" clId="{EEE380DD-9F45-46D2-BDEC-A1EFC61640F2}" dt="2026-06-08T20:59:44.622" v="8" actId="478"/>
      <pc:docMkLst>
        <pc:docMk/>
      </pc:docMkLst>
      <pc:sldChg chg="addSp delSp modSp mod">
        <pc:chgData name="Stephanie O'Daly" userId="298861067655b941" providerId="LiveId" clId="{EEE380DD-9F45-46D2-BDEC-A1EFC61640F2}" dt="2026-06-08T20:59:44.622" v="8" actId="478"/>
        <pc:sldMkLst>
          <pc:docMk/>
          <pc:sldMk cId="2889161871" sldId="256"/>
        </pc:sldMkLst>
        <pc:graphicFrameChg chg="add del mod">
          <ac:chgData name="Stephanie O'Daly" userId="298861067655b941" providerId="LiveId" clId="{EEE380DD-9F45-46D2-BDEC-A1EFC61640F2}" dt="2026-06-08T20:59:44.622" v="8" actId="478"/>
          <ac:graphicFrameMkLst>
            <pc:docMk/>
            <pc:sldMk cId="2889161871" sldId="256"/>
            <ac:graphicFrameMk id="3" creationId="{6B276F56-2DB0-6218-2C73-7B778BBCB91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C58E4-FC02-47B2-9826-B7F85C1B62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06513" y="1143000"/>
            <a:ext cx="4244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F9879-3A43-426A-8DF5-20CBC4B4A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8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2F9879-3A43-426A-8DF5-20CBC4B4A3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0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197187"/>
            <a:ext cx="8549640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842174"/>
            <a:ext cx="75438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3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3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823722"/>
            <a:ext cx="8675370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4895429"/>
            <a:ext cx="8675370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1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1947333"/>
            <a:ext cx="427482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1947333"/>
            <a:ext cx="427482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8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389468"/>
            <a:ext cx="867537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793241"/>
            <a:ext cx="4255174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672080"/>
            <a:ext cx="4255174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793241"/>
            <a:ext cx="4276130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672080"/>
            <a:ext cx="4276130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7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6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40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87680"/>
            <a:ext cx="3244096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053255"/>
            <a:ext cx="5092065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194560"/>
            <a:ext cx="3244096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7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87680"/>
            <a:ext cx="3244096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053255"/>
            <a:ext cx="5092065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194560"/>
            <a:ext cx="3244096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7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5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389467"/>
            <a:ext cx="2168843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389467"/>
            <a:ext cx="6380798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5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389468"/>
            <a:ext cx="867537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1947333"/>
            <a:ext cx="867537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6780108"/>
            <a:ext cx="226314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EC211-8330-44FB-9C8C-9DC43A418F6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6780108"/>
            <a:ext cx="339471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6780108"/>
            <a:ext cx="226314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22ECC-CABA-4963-AE31-CC491DCC98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png"/><Relationship Id="rId68" Type="http://schemas.openxmlformats.org/officeDocument/2006/relationships/image" Target="../media/image66.png"/><Relationship Id="rId84" Type="http://schemas.openxmlformats.org/officeDocument/2006/relationships/image" Target="../media/image82.png"/><Relationship Id="rId89" Type="http://schemas.openxmlformats.org/officeDocument/2006/relationships/image" Target="../media/image87.png"/><Relationship Id="rId16" Type="http://schemas.openxmlformats.org/officeDocument/2006/relationships/image" Target="../media/image14.png"/><Relationship Id="rId11" Type="http://schemas.openxmlformats.org/officeDocument/2006/relationships/image" Target="../media/image9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74" Type="http://schemas.openxmlformats.org/officeDocument/2006/relationships/image" Target="../media/image72.png"/><Relationship Id="rId79" Type="http://schemas.openxmlformats.org/officeDocument/2006/relationships/image" Target="../media/image77.png"/><Relationship Id="rId102" Type="http://schemas.openxmlformats.org/officeDocument/2006/relationships/image" Target="../media/image100.png"/><Relationship Id="rId5" Type="http://schemas.openxmlformats.org/officeDocument/2006/relationships/image" Target="../media/image3.png"/><Relationship Id="rId90" Type="http://schemas.openxmlformats.org/officeDocument/2006/relationships/image" Target="../media/image88.png"/><Relationship Id="rId95" Type="http://schemas.openxmlformats.org/officeDocument/2006/relationships/image" Target="../media/image93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80" Type="http://schemas.openxmlformats.org/officeDocument/2006/relationships/image" Target="../media/image78.png"/><Relationship Id="rId85" Type="http://schemas.openxmlformats.org/officeDocument/2006/relationships/image" Target="../media/image83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70" Type="http://schemas.openxmlformats.org/officeDocument/2006/relationships/image" Target="../media/image68.png"/><Relationship Id="rId75" Type="http://schemas.openxmlformats.org/officeDocument/2006/relationships/image" Target="../media/image73.png"/><Relationship Id="rId83" Type="http://schemas.openxmlformats.org/officeDocument/2006/relationships/image" Target="../media/image81.png"/><Relationship Id="rId88" Type="http://schemas.openxmlformats.org/officeDocument/2006/relationships/image" Target="../media/image86.png"/><Relationship Id="rId91" Type="http://schemas.openxmlformats.org/officeDocument/2006/relationships/image" Target="../media/image89.png"/><Relationship Id="rId96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73" Type="http://schemas.openxmlformats.org/officeDocument/2006/relationships/image" Target="../media/image71.png"/><Relationship Id="rId78" Type="http://schemas.openxmlformats.org/officeDocument/2006/relationships/image" Target="../media/image76.png"/><Relationship Id="rId81" Type="http://schemas.openxmlformats.org/officeDocument/2006/relationships/image" Target="../media/image79.png"/><Relationship Id="rId86" Type="http://schemas.openxmlformats.org/officeDocument/2006/relationships/image" Target="../media/image84.png"/><Relationship Id="rId94" Type="http://schemas.openxmlformats.org/officeDocument/2006/relationships/image" Target="../media/image92.pn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6" Type="http://schemas.openxmlformats.org/officeDocument/2006/relationships/image" Target="../media/image74.png"/><Relationship Id="rId97" Type="http://schemas.openxmlformats.org/officeDocument/2006/relationships/image" Target="../media/image95.png"/><Relationship Id="rId104" Type="http://schemas.openxmlformats.org/officeDocument/2006/relationships/image" Target="../media/image102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Relationship Id="rId92" Type="http://schemas.openxmlformats.org/officeDocument/2006/relationships/image" Target="../media/image90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24" Type="http://schemas.openxmlformats.org/officeDocument/2006/relationships/image" Target="../media/image22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66" Type="http://schemas.openxmlformats.org/officeDocument/2006/relationships/image" Target="../media/image64.png"/><Relationship Id="rId87" Type="http://schemas.openxmlformats.org/officeDocument/2006/relationships/image" Target="../media/image85.png"/><Relationship Id="rId61" Type="http://schemas.openxmlformats.org/officeDocument/2006/relationships/image" Target="../media/image59.png"/><Relationship Id="rId82" Type="http://schemas.openxmlformats.org/officeDocument/2006/relationships/image" Target="../media/image80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56" Type="http://schemas.openxmlformats.org/officeDocument/2006/relationships/image" Target="../media/image54.png"/><Relationship Id="rId77" Type="http://schemas.openxmlformats.org/officeDocument/2006/relationships/image" Target="../media/image75.png"/><Relationship Id="rId100" Type="http://schemas.openxmlformats.org/officeDocument/2006/relationships/image" Target="../media/image98.png"/><Relationship Id="rId105" Type="http://schemas.openxmlformats.org/officeDocument/2006/relationships/image" Target="../media/image103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93" Type="http://schemas.openxmlformats.org/officeDocument/2006/relationships/image" Target="../media/image91.png"/><Relationship Id="rId98" Type="http://schemas.openxmlformats.org/officeDocument/2006/relationships/image" Target="../media/image96.png"/><Relationship Id="rId3" Type="http://schemas.openxmlformats.org/officeDocument/2006/relationships/image" Target="../media/image1.png"/><Relationship Id="rId25" Type="http://schemas.openxmlformats.org/officeDocument/2006/relationships/image" Target="../media/image23.png"/><Relationship Id="rId46" Type="http://schemas.openxmlformats.org/officeDocument/2006/relationships/image" Target="../media/image44.png"/><Relationship Id="rId67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1F8DD4-EBD4-A4EE-495A-A8311EC60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675" y="5339216"/>
            <a:ext cx="619127" cy="7373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3B1F0D-C2C0-B2EE-3032-8A5C801E6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819" y="6045392"/>
            <a:ext cx="981075" cy="923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1978F9-AA21-5165-70BA-B0E10BACB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542" y="5386483"/>
            <a:ext cx="857250" cy="847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B29C24-3B5E-1C12-E5D7-8E59C1EEB2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2094" y="3211696"/>
            <a:ext cx="826562" cy="10002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A51E33-A3DF-356A-3056-6734783CBA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1689" y="3567627"/>
            <a:ext cx="390525" cy="523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ECB5CE-74F9-E6DC-AA94-8AF9FFD5CC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357" y="3999479"/>
            <a:ext cx="600075" cy="7905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C2E1D7-A03A-2BC8-2E73-641C4A0C2B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0463" y="2995401"/>
            <a:ext cx="533101" cy="7942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6250D1-28FC-3CB6-A0AD-0389A20E62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2369" y="4820138"/>
            <a:ext cx="810695" cy="568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8FB7D3-68E4-C421-322C-F9596A2256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5050" y="4805759"/>
            <a:ext cx="619126" cy="6066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5670EF-F9F8-3D51-904F-97320BA669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81187" y="4742172"/>
            <a:ext cx="588433" cy="7791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0EDA2A-E9D0-9678-8058-3546EE46F0E6}"/>
              </a:ext>
            </a:extLst>
          </p:cNvPr>
          <p:cNvSpPr txBox="1"/>
          <p:nvPr/>
        </p:nvSpPr>
        <p:spPr>
          <a:xfrm>
            <a:off x="1034565" y="2171432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Fluffy Agg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DE9847-96EF-2FE6-ACF0-A42408C5BAD1}"/>
              </a:ext>
            </a:extLst>
          </p:cNvPr>
          <p:cNvSpPr txBox="1"/>
          <p:nvPr/>
        </p:nvSpPr>
        <p:spPr>
          <a:xfrm>
            <a:off x="3282806" y="2168316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Dense Agg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50E69F-36C2-FF99-D0AC-E423FB53B1EB}"/>
              </a:ext>
            </a:extLst>
          </p:cNvPr>
          <p:cNvSpPr txBox="1"/>
          <p:nvPr/>
        </p:nvSpPr>
        <p:spPr>
          <a:xfrm>
            <a:off x="5545465" y="2172784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13A107-B696-E152-E8B9-814B9674AC08}"/>
              </a:ext>
            </a:extLst>
          </p:cNvPr>
          <p:cNvSpPr txBox="1"/>
          <p:nvPr/>
        </p:nvSpPr>
        <p:spPr>
          <a:xfrm>
            <a:off x="1032946" y="6956142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70AD47">
                    <a:lumMod val="60000"/>
                    <a:lumOff val="40000"/>
                  </a:srgbClr>
                </a:solidFill>
                <a:latin typeface="Calibri" panose="020F0502020204030204"/>
              </a:rPr>
              <a:t>Trichodesmium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6DCDAB-8630-4BDC-A35A-FE2E3E27AE08}"/>
              </a:ext>
            </a:extLst>
          </p:cNvPr>
          <p:cNvSpPr txBox="1"/>
          <p:nvPr/>
        </p:nvSpPr>
        <p:spPr>
          <a:xfrm>
            <a:off x="3281187" y="6953026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Rhizarians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6DD67F-15E3-627D-9E05-2629D8C7B1D0}"/>
              </a:ext>
            </a:extLst>
          </p:cNvPr>
          <p:cNvSpPr txBox="1"/>
          <p:nvPr/>
        </p:nvSpPr>
        <p:spPr>
          <a:xfrm>
            <a:off x="5528620" y="6915454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Crustaceans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75C257-C621-5793-2BCC-64AA2ED75CB5}"/>
              </a:ext>
            </a:extLst>
          </p:cNvPr>
          <p:cNvSpPr txBox="1"/>
          <p:nvPr/>
        </p:nvSpPr>
        <p:spPr>
          <a:xfrm>
            <a:off x="7776861" y="6957494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Gelatinous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4257C5-5A9E-56A2-8411-D2505A671CBF}"/>
              </a:ext>
            </a:extLst>
          </p:cNvPr>
          <p:cNvSpPr txBox="1"/>
          <p:nvPr/>
        </p:nvSpPr>
        <p:spPr>
          <a:xfrm>
            <a:off x="-629492" y="3488317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Detritus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58EE66-B764-A930-83DE-06370ADF12EA}"/>
              </a:ext>
            </a:extLst>
          </p:cNvPr>
          <p:cNvSpPr txBox="1"/>
          <p:nvPr/>
        </p:nvSpPr>
        <p:spPr>
          <a:xfrm>
            <a:off x="-635138" y="5650140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Living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A9B13D-7E96-8E3F-4F86-FF340AAE01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97995" y="4794450"/>
            <a:ext cx="703648" cy="67457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D8D8425-BFD9-1E1E-3049-6CFD7B1494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71768" y="5337487"/>
            <a:ext cx="941182" cy="6253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7B37DF9-D5EF-4C62-7FED-A851E32D493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33158" y="5355359"/>
            <a:ext cx="600531" cy="60743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88D8E19-B18C-B06B-9A3A-29CEC66007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53159" y="5370619"/>
            <a:ext cx="411188" cy="4681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F5228E6-8A31-FAC9-4AAE-EB5CAE67C2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88197" y="5932257"/>
            <a:ext cx="808779" cy="6253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8FC45BA-96C0-8F31-7DBA-A13523213EE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35222" y="5916764"/>
            <a:ext cx="639301" cy="61667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DBD2BCA-8720-952C-E47B-09AC3D8C0B7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6624" y="5857953"/>
            <a:ext cx="614421" cy="63318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FBE4D8B-5770-316A-D689-330AC323AA4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09583" y="5954033"/>
            <a:ext cx="472407" cy="5113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72A8BBF-2A8B-0B1A-E194-67FA5821215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65752" y="6350935"/>
            <a:ext cx="618646" cy="561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BA99DBB-E433-DA47-E4A0-ED040DF884F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35629" y="6421760"/>
            <a:ext cx="633029" cy="4903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0CC52E3-0F52-8FC0-5E44-88F5691D216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87921" y="6359986"/>
            <a:ext cx="610293" cy="5899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E646265-BA05-3CCD-7B36-E87F778F92A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625" y="6402862"/>
            <a:ext cx="489824" cy="558813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C2BE7BD-C86C-7035-E1DF-F8AEF6E7DC4A}"/>
              </a:ext>
            </a:extLst>
          </p:cNvPr>
          <p:cNvSpPr/>
          <p:nvPr/>
        </p:nvSpPr>
        <p:spPr>
          <a:xfrm>
            <a:off x="3270708" y="4776216"/>
            <a:ext cx="2202276" cy="2173720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03F1334-0945-7C6B-BC0B-FB907B8F886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33578" y="4815883"/>
            <a:ext cx="984081" cy="63042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D0331D7-F580-919A-C3DA-45844AC38B3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25618" y="5363372"/>
            <a:ext cx="674405" cy="73155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762D58D-3CF2-B353-3F4D-99B53154576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11320" y="4681560"/>
            <a:ext cx="1017489" cy="131512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7F72CFA-664E-D295-5DDA-AC0AD9DEF4C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97016" y="5386483"/>
            <a:ext cx="713323" cy="70611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A0CFBB9-BC17-13D4-9EF3-DC2470ADCF9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98525" y="4857169"/>
            <a:ext cx="438918" cy="55474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98961DC-F5AD-74AA-7F7E-635590D542A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94280" y="5488078"/>
            <a:ext cx="502412" cy="369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8116278-95D3-DFE8-0241-673C574FDFF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964529" y="6150653"/>
            <a:ext cx="1730543" cy="84610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792F8ED-9360-9F4B-3545-8EB1716752E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10083" y="6343513"/>
            <a:ext cx="421993" cy="57131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1DEB418-264F-3670-793F-9C307EC5FB2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172058" y="5920340"/>
            <a:ext cx="1113842" cy="57079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CBF9920-1D71-71DA-7A07-95A2307A2B6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034586" y="5763203"/>
            <a:ext cx="410000" cy="42726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2CE506A-1A48-87D8-E4CD-3F1E6B07AEE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643370" y="5853394"/>
            <a:ext cx="327079" cy="554613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81DC039-A2D0-78F4-7D30-41F32D973475}"/>
              </a:ext>
            </a:extLst>
          </p:cNvPr>
          <p:cNvSpPr/>
          <p:nvPr/>
        </p:nvSpPr>
        <p:spPr>
          <a:xfrm>
            <a:off x="5506851" y="4776216"/>
            <a:ext cx="2202276" cy="217372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F5652099-31EF-E3C3-4656-CBE986E9874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10298" y="6406340"/>
            <a:ext cx="2090690" cy="55864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3A73921-CC03-90A9-DF85-FDB8B5F1585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531371" y="4748771"/>
            <a:ext cx="709414" cy="53915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0AB7020-A72F-E0FB-A9DB-634E9D3BE551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56742" y="5912117"/>
            <a:ext cx="614543" cy="60992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7AF6441-4EB2-F97F-C545-EB81E0ACFEE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386505" y="5244545"/>
            <a:ext cx="916748" cy="83703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5F9953A-5420-B17B-9BE1-4A3AAB17889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846491" y="5379403"/>
            <a:ext cx="477172" cy="52156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501D870-17DC-77AE-4EEC-C8D7C271399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5400000">
            <a:off x="8859818" y="5569284"/>
            <a:ext cx="552637" cy="134211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E3E4EDF-49C8-1AFA-CBA6-C2BDA3A3A43D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13631" y="4775290"/>
            <a:ext cx="836013" cy="100852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49B1B57-9050-A8FE-EC3C-A55E993B48B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317021" y="5599908"/>
            <a:ext cx="285750" cy="46672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5C76CD8-BD15-127F-6008-856729D42FBB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69133" y="5282123"/>
            <a:ext cx="148290" cy="121411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AEB8BD3-4F55-28E0-CBFC-9F6749E56DEC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74243" y="4776969"/>
            <a:ext cx="517187" cy="640763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5606913-C379-0819-BC38-A77C09FF1E7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846987" y="4833646"/>
            <a:ext cx="420607" cy="51407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3335E36-FE27-5275-2AD1-29027DCE4C93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562238" y="4856822"/>
            <a:ext cx="417174" cy="80260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F022573-6AE2-01E7-95C3-5F903A2E8C4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369463" y="6163618"/>
            <a:ext cx="752475" cy="71437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9E65245-992D-923E-BF32-AC9BDEA0753D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746859" y="5424100"/>
            <a:ext cx="571835" cy="67205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CA48BB6-AA07-6CF8-5AD5-0368C1C25E34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967061" y="6046173"/>
            <a:ext cx="352752" cy="77357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97DA1E4-47BC-81AB-4480-6A0CC14998AC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213351" y="2692874"/>
            <a:ext cx="761268" cy="179215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AC85BE8-1FEC-9385-78CC-FE0008B08A17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450870" y="2627651"/>
            <a:ext cx="352425" cy="185737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5B91D92D-4593-08BC-584A-07DBA85F2AF1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908021" y="3118230"/>
            <a:ext cx="650942" cy="52629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94705560-89F2-51DE-E631-54AC0F35E448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853662" y="3648389"/>
            <a:ext cx="591602" cy="1004167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502007CD-C8CC-0F5E-25EC-A5B353675B94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819120" y="3340811"/>
            <a:ext cx="737328" cy="12212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B51240F3-2FD7-D9B1-55A7-12B3439FA227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305322" y="3978409"/>
            <a:ext cx="438150" cy="69532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83999F5-0B06-B250-D322-47C765D25A45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763747" y="2441217"/>
            <a:ext cx="582397" cy="106321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BA7FD307-1AE0-1F7F-C825-DD09C61D2EC9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868473" y="2665661"/>
            <a:ext cx="704850" cy="44767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C05C5264-F2F0-AA12-FF87-F5DBA6B82DAF}"/>
              </a:ext>
            </a:extLst>
          </p:cNvPr>
          <p:cNvSpPr txBox="1"/>
          <p:nvPr/>
        </p:nvSpPr>
        <p:spPr>
          <a:xfrm>
            <a:off x="7773818" y="2175900"/>
            <a:ext cx="2202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Fiber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3D7A660-3566-8310-9AEA-D85B517060FA}"/>
              </a:ext>
            </a:extLst>
          </p:cNvPr>
          <p:cNvSpPr/>
          <p:nvPr/>
        </p:nvSpPr>
        <p:spPr>
          <a:xfrm>
            <a:off x="7750430" y="2574658"/>
            <a:ext cx="2202276" cy="2173720"/>
          </a:xfrm>
          <a:prstGeom prst="round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5F1B3302-8DF9-FC40-82B2-679981B02B12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557030" y="2566336"/>
            <a:ext cx="625525" cy="6151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CF8EFF4F-FB48-6517-25CB-93EB37AEACC1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135927" y="3097682"/>
            <a:ext cx="564495" cy="58502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875803A9-B4D6-E158-BEE1-42DF7E077467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6109333" y="3131824"/>
            <a:ext cx="554204" cy="54374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B4C4F3EA-687D-4EA1-34E8-9E9BC0008512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652464" y="2597615"/>
            <a:ext cx="504824" cy="566956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37CBE6DA-15A7-DA62-0CC8-06723E91D5E6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187702" y="2608929"/>
            <a:ext cx="320411" cy="53401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122FBED3-2798-C078-CB88-F04E53B8C559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7160532" y="2581361"/>
            <a:ext cx="485775" cy="600075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6FE1CA8-E96F-8342-5192-A1E4D3908D54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6685652" y="3099494"/>
            <a:ext cx="552450" cy="6858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0E2DC4AE-2BBA-7D22-1402-1831137C6627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5860869" y="3695430"/>
            <a:ext cx="685800" cy="51435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9287EF18-A294-9EEC-3526-E02A9543B0C9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6516408" y="3794166"/>
            <a:ext cx="602586" cy="345929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12B98C22-10AF-476B-D38D-ACBC7DE60B02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135927" y="3795159"/>
            <a:ext cx="457200" cy="390525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C1ED31B-5213-BA1B-CD2B-4F0A5D1D9AD6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735925" y="4359774"/>
            <a:ext cx="295275" cy="314325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B753DC6-0927-6E8E-96DC-5339D46B45DB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821771" y="4188255"/>
            <a:ext cx="840424" cy="490247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FAF6B4A9-C2DB-F49B-0B99-523C6A50C187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5962314" y="4238357"/>
            <a:ext cx="904875" cy="466725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446F30A-5D2F-790C-8108-BF96245C3267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5607764" y="3588262"/>
            <a:ext cx="427107" cy="862428"/>
          </a:xfrm>
          <a:prstGeom prst="rect">
            <a:avLst/>
          </a:prstGeom>
        </p:spPr>
      </p:pic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7E4938E-E917-5877-6486-106BEE01D362}"/>
              </a:ext>
            </a:extLst>
          </p:cNvPr>
          <p:cNvSpPr/>
          <p:nvPr/>
        </p:nvSpPr>
        <p:spPr>
          <a:xfrm>
            <a:off x="5509979" y="2568452"/>
            <a:ext cx="2202276" cy="2173720"/>
          </a:xfrm>
          <a:prstGeom prst="roundRect">
            <a:avLst/>
          </a:prstGeom>
          <a:noFill/>
          <a:ln w="38100">
            <a:solidFill>
              <a:srgbClr val="CFAC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754E3503-B46E-1341-D2C4-1FBCBD5EDE02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005574" y="2583755"/>
            <a:ext cx="1010702" cy="862794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024E67C9-BF88-58BA-B4FE-6925CB74ABE1}"/>
              </a:ext>
            </a:extLst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1011809" y="4096705"/>
            <a:ext cx="1520730" cy="69758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D7018208-2444-5A4D-4595-7599553A6F63}"/>
              </a:ext>
            </a:extLst>
      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824068" y="2616314"/>
            <a:ext cx="400050" cy="409575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10DA0F67-C6E5-FEAC-5941-C381FF0DD73C}"/>
              </a:ext>
            </a:extLst>
      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480254" y="2572466"/>
            <a:ext cx="714375" cy="70485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A348676C-F259-3432-212E-443A407C9E58}"/>
              </a:ext>
            </a:extLst>
      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415378" y="3200211"/>
            <a:ext cx="790316" cy="555569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5C0197E7-0EDA-C3C7-A198-1880E1902A28}"/>
              </a:ext>
            </a:extLst>
      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960937" y="3512280"/>
            <a:ext cx="523413" cy="834632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9CB02876-DC03-8171-9C96-8F06B13C09E0}"/>
              </a:ext>
            </a:extLst>
      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383791" y="4115950"/>
            <a:ext cx="342900" cy="619125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AF6E324F-8305-5315-54D0-7B94BBBB409F}"/>
              </a:ext>
            </a:extLst>
      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251653" y="3646661"/>
            <a:ext cx="428625" cy="495300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817F2FE6-102A-CAEC-BBD5-3100D6BF5709}"/>
              </a:ext>
            </a:extLst>
      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1971901" y="3013731"/>
            <a:ext cx="418123" cy="583794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408C8B71-483F-99BD-96F8-D711A491A7A8}"/>
              </a:ext>
            </a:extLst>
      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2357521" y="2657255"/>
            <a:ext cx="238125" cy="44767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E94419B5-6B2E-CAD4-A25B-0C125FE8D051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1377712" y="3602219"/>
            <a:ext cx="453205" cy="669267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84B9606-AF2A-92F1-4B78-369CE43B81ED}"/>
              </a:ext>
            </a:extLst>
      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1245712" y="3281551"/>
            <a:ext cx="428625" cy="371475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2364D9CC-F927-7B05-6612-477DA73145E7}"/>
              </a:ext>
            </a:extLst>
      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2221577" y="3382365"/>
            <a:ext cx="324735" cy="333512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02391F9D-69E2-91AE-ACF3-032540809701}"/>
              </a:ext>
            </a:extLst>
      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2601921" y="3557588"/>
            <a:ext cx="200025" cy="314325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1A014C78-88DA-F07F-DFED-B3725AEBB452}"/>
              </a:ext>
            </a:extLst>
      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4948235" y="4379577"/>
            <a:ext cx="257175" cy="2476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F609AFB4-5FD2-7B89-C01A-B963E80888A5}"/>
              </a:ext>
            </a:extLst>
      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3452395" y="4383586"/>
            <a:ext cx="285750" cy="26670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CB9DF4F-6534-BD47-763F-EFDC6DBEDEDA}"/>
              </a:ext>
            </a:extLst>
      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3835233" y="4397257"/>
            <a:ext cx="400050" cy="352425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B3C09161-FC1D-EB71-296B-9FE82DD43AC0}"/>
              </a:ext>
            </a:extLst>
      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4514162" y="4353550"/>
            <a:ext cx="285750" cy="32385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9FACCE16-3791-6184-B873-5FBC06702C31}"/>
              </a:ext>
            </a:extLst>
      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3338650" y="3942286"/>
            <a:ext cx="419100" cy="381000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9488E495-E41E-3547-1521-17222D533B14}"/>
              </a:ext>
            </a:extLst>
      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4613964" y="2594436"/>
            <a:ext cx="419100" cy="36195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1C95C9D7-9FCD-72A5-FE5E-A8B2DFE216F4}"/>
              </a:ext>
            </a:extLst>
      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5008031" y="3981426"/>
            <a:ext cx="419100" cy="37147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04FCDB52-C4C1-C6A6-C0C5-C8507D3838F8}"/>
              </a:ext>
            </a:extLst>
      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5085169" y="2654326"/>
            <a:ext cx="295275" cy="333375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1B1FCABC-FCD9-5CE7-8237-99DBBE40809F}"/>
              </a:ext>
            </a:extLst>
      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4250158" y="3056259"/>
            <a:ext cx="485775" cy="30480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BA5164F6-D6B8-45B4-F4DD-D9B2C6E84081}"/>
              </a:ext>
            </a:extLst>
      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4761959" y="2973768"/>
            <a:ext cx="419100" cy="581025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374C9BF1-5007-FD2B-A614-F24D69472FF5}"/>
              </a:ext>
            </a:extLst>
      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4169227" y="2568601"/>
            <a:ext cx="428625" cy="41910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5154F273-B156-F2FA-BECD-D462CAD858BC}"/>
              </a:ext>
            </a:extLst>
      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3323802" y="2592414"/>
            <a:ext cx="838200" cy="371475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52F721C5-CBC2-F837-3B21-AE7F3E543722}"/>
              </a:ext>
            </a:extLst>
      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4992974" y="3556338"/>
            <a:ext cx="409575" cy="409575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A05567FB-AA47-DE3E-B49F-FE935C0B1DDC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280531" y="2988591"/>
            <a:ext cx="1039264" cy="1031678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FB58760B-F71A-FECC-D67A-C33B82A04796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267383" y="3537883"/>
            <a:ext cx="685800" cy="847725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EFF0588D-A6E1-513F-EAA4-8829682F3F1D}"/>
              </a:ext>
            </a:extLst>
      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3740602" y="3779482"/>
            <a:ext cx="428625" cy="523875"/>
          </a:xfrm>
          <a:prstGeom prst="rect">
            <a:avLst/>
          </a:prstGeom>
        </p:spPr>
      </p:pic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B541CD66-E943-70DF-6491-CBEA628DB07E}"/>
              </a:ext>
            </a:extLst>
          </p:cNvPr>
          <p:cNvSpPr/>
          <p:nvPr/>
        </p:nvSpPr>
        <p:spPr>
          <a:xfrm>
            <a:off x="3270708" y="2574658"/>
            <a:ext cx="2202276" cy="2173720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0737FD6D-A36E-EFBF-0069-504FE7070C76}"/>
              </a:ext>
            </a:extLst>
          </p:cNvPr>
          <p:cNvSpPr/>
          <p:nvPr/>
        </p:nvSpPr>
        <p:spPr>
          <a:xfrm>
            <a:off x="1034565" y="2574658"/>
            <a:ext cx="2202276" cy="217372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DF796439-7DB3-F98A-5021-AC92054C707C}"/>
              </a:ext>
            </a:extLst>
      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2245950" y="5515453"/>
            <a:ext cx="981075" cy="714375"/>
          </a:xfrm>
          <a:prstGeom prst="rect">
            <a:avLst/>
          </a:prstGeom>
        </p:spPr>
      </p:pic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4BD20D45-1173-50B0-70BC-DFD358DCE2EC}"/>
              </a:ext>
            </a:extLst>
          </p:cNvPr>
          <p:cNvSpPr/>
          <p:nvPr/>
        </p:nvSpPr>
        <p:spPr>
          <a:xfrm>
            <a:off x="1034565" y="4776216"/>
            <a:ext cx="2202276" cy="2173720"/>
          </a:xfrm>
          <a:prstGeom prst="round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2" name="Picture 121">
            <a:extLst>
              <a:ext uri="{FF2B5EF4-FFF2-40B4-BE49-F238E27FC236}">
                <a16:creationId xmlns:a16="http://schemas.microsoft.com/office/drawing/2014/main" id="{BC946000-ED8D-F804-5DC4-047EC8E4F0F5}"/>
              </a:ext>
            </a:extLst>
      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7833503" y="4788253"/>
            <a:ext cx="744058" cy="675795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08AFB74-C772-968D-5539-37BEC492272C}"/>
              </a:ext>
            </a:extLst>
          </p:cNvPr>
          <p:cNvSpPr/>
          <p:nvPr/>
        </p:nvSpPr>
        <p:spPr>
          <a:xfrm>
            <a:off x="7742994" y="4770010"/>
            <a:ext cx="2202276" cy="217372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9D06EC92-0F8B-02D5-AC1D-2E7DDD7E4113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77"/>
          <a:stretch>
            <a:fillRect/>
          </a:stretch>
        </p:blipFill>
        <p:spPr>
          <a:xfrm>
            <a:off x="989542" y="8491"/>
            <a:ext cx="8985078" cy="2200318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7DC3EB35-2B28-0A5E-A13B-2D042863603F}"/>
              </a:ext>
            </a:extLst>
          </p:cNvPr>
          <p:cNvSpPr txBox="1"/>
          <p:nvPr/>
        </p:nvSpPr>
        <p:spPr>
          <a:xfrm>
            <a:off x="0" y="0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07FC243-DB71-3CEC-195F-23B3463B51D4}"/>
              </a:ext>
            </a:extLst>
          </p:cNvPr>
          <p:cNvSpPr txBox="1"/>
          <p:nvPr/>
        </p:nvSpPr>
        <p:spPr>
          <a:xfrm>
            <a:off x="-6075" y="2083567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88916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35" grpId="0" animBg="1"/>
      <p:bldP spid="47" grpId="0" animBg="1"/>
      <p:bldP spid="71" grpId="0"/>
      <p:bldP spid="72" grpId="0" animBg="1"/>
      <p:bldP spid="87" grpId="0" animBg="1"/>
      <p:bldP spid="118" grpId="0" animBg="1"/>
      <p:bldP spid="119" grpId="0" animBg="1"/>
      <p:bldP spid="121" grpId="0" animBg="1"/>
      <p:bldP spid="1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15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O'Daly</dc:creator>
  <cp:lastModifiedBy>Stephanie O'Daly</cp:lastModifiedBy>
  <cp:revision>1</cp:revision>
  <dcterms:created xsi:type="dcterms:W3CDTF">2026-05-28T18:26:25Z</dcterms:created>
  <dcterms:modified xsi:type="dcterms:W3CDTF">2026-06-08T21:00:48Z</dcterms:modified>
</cp:coreProperties>
</file>